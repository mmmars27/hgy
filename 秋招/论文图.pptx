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115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63CF9-F8B8-0071-5267-7D479126D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D3EFAC-0CCB-7B13-D438-3760ACF1B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3A91AC-B284-9B81-CB93-56474580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87D708-489E-D60A-EC01-C619BCD2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9BD3E-1CE7-5465-8EDA-6E4F9CF1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7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4D986-4991-26AB-A2CB-2EA5D28A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4CF37-353F-4002-EB29-B4CC1E161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1F47E-64C2-BE7B-CF0C-11F4F72C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7E8AD-6867-F136-2364-9E058E18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B7ECC-014E-21E2-8601-0BCDD525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46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2DA22-3631-E4F8-B7FE-B476784D7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94E3F-1676-DD22-FDA4-EF6C4ECCC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0A0732-0B42-62DA-685A-55817E8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38494-1262-E3FD-1A04-B5C08F41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F0B9A-F5C7-331A-AF54-B8E62378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78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4578B-2DD5-238C-3F9D-85868331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E0FB49-7C06-32E3-DE1A-515816158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5D1501-525C-6AE3-711E-B1601CB2A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E749DF-AB31-5CF5-659F-88033510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3173D2-A373-4463-E1C8-4664387C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259CE6-32D4-4585-FD26-4C05532E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1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899FA-D2BF-6D3A-E308-1E143EE2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A0DC63-800C-941F-4905-F164E4A9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6C60D0-1FE0-337E-573B-58017387E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FF534C-951D-1338-4F56-1AF161359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D40655-3A3D-BFAB-61C8-9DE190A86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98B408-411B-2EAF-32B2-267BE4D4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8A04FE-8535-93DB-C51B-4C6F3149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6D70B7-86D8-7344-5FA8-13AE178A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53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9FDC3-BF2E-8107-732A-583B3770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BEC2CC-FBA9-E8D1-4A5E-70CC0AEC6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DF0FC8-4B49-31A2-2953-AE6D4D22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8EFD04-AC2B-7328-E000-8B161D00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87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BCFF3A-F57E-4268-4F15-23A39396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565905-B2E2-B934-8082-34FB6536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99DA5C-3BD6-916C-4351-3437F989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59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D639F-2D90-4B7C-5589-8A03BD10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0D8E97-2A5F-B455-8BE0-6B649DE0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6FA693-58C8-315D-7BE0-A87C15022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17A822-2097-7CAC-E220-7F8C380CF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CFD829-328A-0B22-A734-5F879E01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06D093-8262-CA0E-ED5E-27E7DDEA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15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1A24A-9789-0D0B-FE25-EA4E6A5DC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DA4BAF-822A-17BC-A602-9D513740F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1EDC50-1BBA-723D-0919-573403278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80B437-227F-4023-786E-102D4657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C170DC-1769-1C77-7AEB-F9BB05B6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F8DB6C-61CE-0E5E-C500-FA20DA6D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21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CDD08-0AF3-A5EE-07B5-5E04D2D2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5B4777-BFCD-7920-A117-7C15A85E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3E9956-4CA5-A8D4-7B79-DCD5D21B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51A1D-0B14-FD28-E20E-79F3EB360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F1321D-211C-43BF-15EF-761DCB5D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53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FDB48F-E731-591F-23D3-275AF956E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0B652C-7D78-DE67-3A19-A5BF7E7E5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4BF15-3406-8BF4-52EC-49C64CBAA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3A5394-AEE9-700F-5849-C589A97C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03968F-17D2-B21D-B7BB-3A493EE0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34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90092D-38C9-3C83-1C7A-52852994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1EFD0-6805-4FB3-9BBD-CAC11F1D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AB79BB-3190-ABA1-4A1E-9B2D5C137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FC208-B01F-4610-A3BA-4DE19F1CDC3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3EB57-588A-10B5-71B5-48CDD04FC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003EC1-8D57-3BC1-9EE2-5637B30CF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5D9CC-520B-4B25-87E3-D60740F767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39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60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2ED919E-5E24-CCFE-950F-FCDD71E52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588"/>
            <a:ext cx="12192000" cy="565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40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FAE3-FC10-4A67-C93F-7BA5FE17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11E4399-E2CE-2987-7340-0D8B46C4F155}"/>
              </a:ext>
            </a:extLst>
          </p:cNvPr>
          <p:cNvGrpSpPr/>
          <p:nvPr/>
        </p:nvGrpSpPr>
        <p:grpSpPr>
          <a:xfrm>
            <a:off x="1604775" y="270884"/>
            <a:ext cx="7970604" cy="6316231"/>
            <a:chOff x="211948" y="218003"/>
            <a:chExt cx="7970604" cy="631623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04649F5-993A-A412-D13F-EE84E5DAD488}"/>
                </a:ext>
              </a:extLst>
            </p:cNvPr>
            <p:cNvGrpSpPr/>
            <p:nvPr/>
          </p:nvGrpSpPr>
          <p:grpSpPr>
            <a:xfrm>
              <a:off x="211948" y="218004"/>
              <a:ext cx="1320188" cy="6305000"/>
              <a:chOff x="211948" y="554180"/>
              <a:chExt cx="1320188" cy="5968823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FB8A9CF-2557-1345-AD50-2C1AE68A155B}"/>
                  </a:ext>
                </a:extLst>
              </p:cNvPr>
              <p:cNvSpPr/>
              <p:nvPr/>
            </p:nvSpPr>
            <p:spPr>
              <a:xfrm rot="16200000">
                <a:off x="-2110053" y="2893280"/>
                <a:ext cx="5968822" cy="12906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A7225D67-166E-9FB8-7A89-1EAADE5F9CD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-2763913" y="3530041"/>
                <a:ext cx="5968822" cy="17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B92D0A7A-C073-3A70-45CC-00393B75053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-2341973" y="3524496"/>
                <a:ext cx="5957730" cy="171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CF4E932F-CE0F-BBB1-FCA7-0856033A31B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-1908779" y="3520591"/>
                <a:ext cx="5957730" cy="3600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8F78032D-6673-CDBA-AC79-4B76C33C7D6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452275" y="3538592"/>
                <a:ext cx="596882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8" name="图片 67">
                <a:extLst>
                  <a:ext uri="{FF2B5EF4-FFF2-40B4-BE49-F238E27FC236}">
                    <a16:creationId xmlns:a16="http://schemas.microsoft.com/office/drawing/2014/main" id="{BD40A225-6659-1B80-7611-1C702D661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9023" t="7280" r="29058" b="7280"/>
              <a:stretch/>
            </p:blipFill>
            <p:spPr>
              <a:xfrm>
                <a:off x="718263" y="4255388"/>
                <a:ext cx="311624" cy="649682"/>
              </a:xfrm>
              <a:prstGeom prst="rect">
                <a:avLst/>
              </a:prstGeom>
            </p:spPr>
          </p:pic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49869766-EDC4-CA57-8095-BBEF8BAA7F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7061" t="4722" r="2606" b="11324"/>
              <a:stretch/>
            </p:blipFill>
            <p:spPr>
              <a:xfrm>
                <a:off x="712870" y="2674633"/>
                <a:ext cx="311625" cy="688382"/>
              </a:xfrm>
              <a:prstGeom prst="rect">
                <a:avLst/>
              </a:prstGeom>
            </p:spPr>
          </p:pic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2AE66003-032C-92B5-7B07-D46DF14A2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7061" t="4722" r="2606" b="11324"/>
              <a:stretch/>
            </p:blipFill>
            <p:spPr>
              <a:xfrm>
                <a:off x="290081" y="943348"/>
                <a:ext cx="311625" cy="688382"/>
              </a:xfrm>
              <a:prstGeom prst="rect">
                <a:avLst/>
              </a:prstGeom>
            </p:spPr>
          </p:pic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D0003491-72F5-F943-4AA3-3F91FC2BD1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7061" t="4722" r="2606" b="11324"/>
              <a:stretch/>
            </p:blipFill>
            <p:spPr>
              <a:xfrm>
                <a:off x="1168360" y="1712894"/>
                <a:ext cx="311625" cy="688382"/>
              </a:xfrm>
              <a:prstGeom prst="rect">
                <a:avLst/>
              </a:prstGeom>
            </p:spPr>
          </p:pic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F7DA8630-706C-C8B8-4C38-77E28E3A1588}"/>
                  </a:ext>
                </a:extLst>
              </p:cNvPr>
              <p:cNvCxnSpPr>
                <a:cxnSpLocks/>
                <a:endCxn id="70" idx="0"/>
              </p:cNvCxnSpPr>
              <p:nvPr/>
            </p:nvCxnSpPr>
            <p:spPr>
              <a:xfrm rot="16200000">
                <a:off x="216103" y="1154806"/>
                <a:ext cx="441250" cy="18334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DF2ECCB7-9FCA-0F4A-04D6-8EE2D217234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27968" y="1278833"/>
                <a:ext cx="2306" cy="219155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FCB89440-75DE-3186-B5D6-6CF8524540E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93846" y="1903104"/>
                <a:ext cx="441250" cy="1941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7A45CFE0-A1E0-2D11-2CAA-914774040E7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1200231" y="2018934"/>
                <a:ext cx="2306" cy="219155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B02DF554-D797-055B-F54F-34DC987791E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37123" y="2824399"/>
                <a:ext cx="441250" cy="1941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962E8102-04C5-7547-5753-DE1D27009A8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743508" y="2940230"/>
                <a:ext cx="2306" cy="219155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24E05336-81D4-3D8A-D533-6B4685DAA9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38466" y="4449277"/>
                <a:ext cx="441250" cy="1941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74685970-3DE2-05CE-27E1-E3C61E3CCE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744851" y="4565107"/>
                <a:ext cx="2306" cy="219155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图片 79">
                <a:extLst>
                  <a:ext uri="{FF2B5EF4-FFF2-40B4-BE49-F238E27FC236}">
                    <a16:creationId xmlns:a16="http://schemas.microsoft.com/office/drawing/2014/main" id="{AA39D551-787A-41D6-3CAA-B2FCA58D1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7061" t="4722" r="2606" b="11324"/>
              <a:stretch/>
            </p:blipFill>
            <p:spPr>
              <a:xfrm>
                <a:off x="290081" y="4882079"/>
                <a:ext cx="311625" cy="688382"/>
              </a:xfrm>
              <a:prstGeom prst="rect">
                <a:avLst/>
              </a:prstGeom>
            </p:spPr>
          </p:pic>
          <p:pic>
            <p:nvPicPr>
              <p:cNvPr id="81" name="图片 80">
                <a:extLst>
                  <a:ext uri="{FF2B5EF4-FFF2-40B4-BE49-F238E27FC236}">
                    <a16:creationId xmlns:a16="http://schemas.microsoft.com/office/drawing/2014/main" id="{15607D8E-31A9-AD62-7715-B5BA9E8A7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7061" t="4722" r="2606" b="11324"/>
              <a:stretch/>
            </p:blipFill>
            <p:spPr>
              <a:xfrm>
                <a:off x="1152197" y="5797108"/>
                <a:ext cx="311625" cy="688382"/>
              </a:xfrm>
              <a:prstGeom prst="rect">
                <a:avLst/>
              </a:prstGeom>
            </p:spPr>
          </p:pic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F2AFAF0A-44BA-C81C-219D-8780F8D7A1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7573" y="3609155"/>
                <a:ext cx="0" cy="651505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连接符: 曲线 82">
                <a:extLst>
                  <a:ext uri="{FF2B5EF4-FFF2-40B4-BE49-F238E27FC236}">
                    <a16:creationId xmlns:a16="http://schemas.microsoft.com/office/drawing/2014/main" id="{495D835D-7465-95A7-655D-A11871B42BC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80627" y="3788742"/>
                <a:ext cx="590101" cy="376210"/>
              </a:xfrm>
              <a:prstGeom prst="curvedConnector3">
                <a:avLst>
                  <a:gd name="adj1" fmla="val 50000"/>
                </a:avLst>
              </a:prstGeom>
              <a:ln w="12700">
                <a:solidFill>
                  <a:srgbClr val="FF0000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连接符: 曲线 83">
                <a:extLst>
                  <a:ext uri="{FF2B5EF4-FFF2-40B4-BE49-F238E27FC236}">
                    <a16:creationId xmlns:a16="http://schemas.microsoft.com/office/drawing/2014/main" id="{89E5AD09-5ED8-B6EF-EFD7-63BBD0D8844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399543" y="3781309"/>
                <a:ext cx="569975" cy="391813"/>
              </a:xfrm>
              <a:prstGeom prst="curvedConnector3">
                <a:avLst>
                  <a:gd name="adj1" fmla="val 50000"/>
                </a:avLst>
              </a:prstGeom>
              <a:ln w="12700">
                <a:solidFill>
                  <a:srgbClr val="FF0000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802F7D2-708E-3429-F8F6-F6458EC942EE}"/>
                </a:ext>
              </a:extLst>
            </p:cNvPr>
            <p:cNvSpPr/>
            <p:nvPr/>
          </p:nvSpPr>
          <p:spPr>
            <a:xfrm>
              <a:off x="1731011" y="244444"/>
              <a:ext cx="6437746" cy="174432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64F8D9-CC2E-AF62-EFAC-241EC67DD4F6}"/>
                </a:ext>
              </a:extLst>
            </p:cNvPr>
            <p:cNvSpPr/>
            <p:nvPr/>
          </p:nvSpPr>
          <p:spPr>
            <a:xfrm>
              <a:off x="1731011" y="2128482"/>
              <a:ext cx="6437746" cy="16717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B9DC125-4F1C-A94D-8E7E-EA2B6163354D}"/>
                </a:ext>
              </a:extLst>
            </p:cNvPr>
            <p:cNvSpPr/>
            <p:nvPr/>
          </p:nvSpPr>
          <p:spPr>
            <a:xfrm>
              <a:off x="1731005" y="3938632"/>
              <a:ext cx="6437746" cy="19545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595C493-AE0F-B356-9594-CB45807F03CF}"/>
                </a:ext>
              </a:extLst>
            </p:cNvPr>
            <p:cNvSpPr/>
            <p:nvPr/>
          </p:nvSpPr>
          <p:spPr>
            <a:xfrm>
              <a:off x="1731008" y="6031560"/>
              <a:ext cx="6437746" cy="5026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B60B2EF-CD60-AC63-74A6-A72C2167F069}"/>
                </a:ext>
              </a:extLst>
            </p:cNvPr>
            <p:cNvSpPr txBox="1"/>
            <p:nvPr/>
          </p:nvSpPr>
          <p:spPr>
            <a:xfrm>
              <a:off x="3744535" y="218003"/>
              <a:ext cx="24106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Driving preference analysis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927C5A-0634-4C63-3966-F542DF3FA19D}"/>
                </a:ext>
              </a:extLst>
            </p:cNvPr>
            <p:cNvSpPr txBox="1"/>
            <p:nvPr/>
          </p:nvSpPr>
          <p:spPr>
            <a:xfrm>
              <a:off x="3555189" y="2138668"/>
              <a:ext cx="27893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Personalized decision-making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3C045FD-D6A8-8EEB-0523-1E5535FDB69A}"/>
                </a:ext>
              </a:extLst>
            </p:cNvPr>
            <p:cNvSpPr txBox="1"/>
            <p:nvPr/>
          </p:nvSpPr>
          <p:spPr>
            <a:xfrm>
              <a:off x="3495150" y="3946359"/>
              <a:ext cx="29094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Personalized trajectory planning 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2CCE53C-DF45-C547-4D69-FEF4D12D8DA8}"/>
                </a:ext>
              </a:extLst>
            </p:cNvPr>
            <p:cNvSpPr txBox="1"/>
            <p:nvPr/>
          </p:nvSpPr>
          <p:spPr>
            <a:xfrm>
              <a:off x="3734118" y="6112332"/>
              <a:ext cx="21133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</a:t>
              </a:r>
              <a:r>
                <a:rPr kumimoji="0" lang="en-US" altLang="zh-CN" sz="1600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imulation</a:t>
              </a:r>
              <a:r>
                <a:rPr lang="en-US" altLang="zh-CN" sz="1600" i="1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en-US" altLang="zh-CN" sz="16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experiment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F099CCC-6F89-893F-BC74-590E16C9C044}"/>
                </a:ext>
              </a:extLst>
            </p:cNvPr>
            <p:cNvSpPr/>
            <p:nvPr/>
          </p:nvSpPr>
          <p:spPr>
            <a:xfrm>
              <a:off x="2004367" y="563099"/>
              <a:ext cx="1580701" cy="1233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7522056F-B564-FD76-57D8-46C66FF1A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2113" y="741676"/>
              <a:ext cx="1289770" cy="679207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36DADE0D-F9F4-4011-985D-22C74088C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9821" y="1381680"/>
              <a:ext cx="1289770" cy="284971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9FFE3BB-F8AA-3D86-A875-1F17079BC1F9}"/>
                </a:ext>
              </a:extLst>
            </p:cNvPr>
            <p:cNvSpPr txBox="1"/>
            <p:nvPr/>
          </p:nvSpPr>
          <p:spPr>
            <a:xfrm>
              <a:off x="1976659" y="509661"/>
              <a:ext cx="17275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Natural driving trajectory  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31F3966-AB40-91B0-2B94-800B6DC059CA}"/>
                </a:ext>
              </a:extLst>
            </p:cNvPr>
            <p:cNvSpPr/>
            <p:nvPr/>
          </p:nvSpPr>
          <p:spPr>
            <a:xfrm>
              <a:off x="4036364" y="563099"/>
              <a:ext cx="1632517" cy="1233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3BBB26FD-56A8-F8AD-E87F-1952CAFF6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5"/>
            <a:stretch/>
          </p:blipFill>
          <p:spPr>
            <a:xfrm>
              <a:off x="4351629" y="683057"/>
              <a:ext cx="1037124" cy="559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4559584F-909B-9434-5BCC-9DD4A0C16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35"/>
            <a:stretch/>
          </p:blipFill>
          <p:spPr>
            <a:xfrm>
              <a:off x="4339516" y="1231515"/>
              <a:ext cx="1037124" cy="559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B160D6A-49DB-818F-AA9B-290B833EC30F}"/>
                </a:ext>
              </a:extLst>
            </p:cNvPr>
            <p:cNvSpPr txBox="1"/>
            <p:nvPr/>
          </p:nvSpPr>
          <p:spPr>
            <a:xfrm>
              <a:off x="4110103" y="511004"/>
              <a:ext cx="15429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Driving style clustering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4BB44B7-D22F-CBCF-4FAE-80CA1B8937D7}"/>
                </a:ext>
              </a:extLst>
            </p:cNvPr>
            <p:cNvSpPr/>
            <p:nvPr/>
          </p:nvSpPr>
          <p:spPr>
            <a:xfrm>
              <a:off x="6120177" y="556557"/>
              <a:ext cx="1757238" cy="1233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95CADABD-8B22-DF8A-9E2B-7E3B01DE6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42244" y="700394"/>
              <a:ext cx="678844" cy="56220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08DF826A-95D7-430C-4B2A-4E53EABA9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63324"/>
            <a:stretch/>
          </p:blipFill>
          <p:spPr>
            <a:xfrm>
              <a:off x="7097534" y="724244"/>
              <a:ext cx="678844" cy="538351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DFAF4F27-D36B-CBD3-D7C2-3A18FB9EE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20177" y="1271339"/>
              <a:ext cx="1702858" cy="516463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DB22AAF-A62A-C8B8-9427-362F90CE29AB}"/>
                </a:ext>
              </a:extLst>
            </p:cNvPr>
            <p:cNvSpPr txBox="1"/>
            <p:nvPr/>
          </p:nvSpPr>
          <p:spPr>
            <a:xfrm>
              <a:off x="6144509" y="505763"/>
              <a:ext cx="18301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Driving preference analysis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46A4F56-D2AA-905E-51F1-3D67EBCCEF19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>
              <a:off x="3585068" y="1179626"/>
              <a:ext cx="45129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1579ACC-966C-0117-C472-923886B4E3D8}"/>
                </a:ext>
              </a:extLst>
            </p:cNvPr>
            <p:cNvCxnSpPr>
              <a:cxnSpLocks/>
              <a:stCxn id="17" idx="3"/>
              <a:endCxn id="21" idx="1"/>
            </p:cNvCxnSpPr>
            <p:nvPr/>
          </p:nvCxnSpPr>
          <p:spPr>
            <a:xfrm flipV="1">
              <a:off x="5668881" y="1173084"/>
              <a:ext cx="451296" cy="654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93ADF74-F9BF-6F6B-CCD3-08BA2197BA9F}"/>
                </a:ext>
              </a:extLst>
            </p:cNvPr>
            <p:cNvSpPr/>
            <p:nvPr/>
          </p:nvSpPr>
          <p:spPr>
            <a:xfrm>
              <a:off x="2522067" y="2540459"/>
              <a:ext cx="1804080" cy="1050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06515C7-DB46-FCFC-3CAB-7C15D7484CB7}"/>
                </a:ext>
              </a:extLst>
            </p:cNvPr>
            <p:cNvSpPr/>
            <p:nvPr/>
          </p:nvSpPr>
          <p:spPr>
            <a:xfrm>
              <a:off x="5378342" y="2540460"/>
              <a:ext cx="1925690" cy="1050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4A97F124-5C16-6C29-CB60-AE8ACF25F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23812" y="2759259"/>
              <a:ext cx="1682406" cy="744438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5C55954A-E814-3F84-87CB-EDA8F324D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42226" y="2685734"/>
              <a:ext cx="1417279" cy="872213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E8A3655-61DD-D34E-CCAD-5745F6DE85B6}"/>
                </a:ext>
              </a:extLst>
            </p:cNvPr>
            <p:cNvSpPr txBox="1"/>
            <p:nvPr/>
          </p:nvSpPr>
          <p:spPr>
            <a:xfrm>
              <a:off x="2791334" y="2502335"/>
              <a:ext cx="14017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2D risk assessment 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7B4803C-5E50-5495-2AEA-E60E2882B05C}"/>
                </a:ext>
              </a:extLst>
            </p:cNvPr>
            <p:cNvSpPr txBox="1"/>
            <p:nvPr/>
          </p:nvSpPr>
          <p:spPr>
            <a:xfrm>
              <a:off x="5426063" y="2520650"/>
              <a:ext cx="19371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Personalized decision-making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1CA7D788-3637-BDA3-627D-162C82D59EE8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4326147" y="3065776"/>
              <a:ext cx="1052195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连接符: 肘形 34">
              <a:extLst>
                <a:ext uri="{FF2B5EF4-FFF2-40B4-BE49-F238E27FC236}">
                  <a16:creationId xmlns:a16="http://schemas.microsoft.com/office/drawing/2014/main" id="{A3ED6789-D4BC-951D-0D92-6B724E2B05C8}"/>
                </a:ext>
              </a:extLst>
            </p:cNvPr>
            <p:cNvCxnSpPr>
              <a:cxnSpLocks/>
              <a:stCxn id="21" idx="3"/>
              <a:endCxn id="29" idx="3"/>
            </p:cNvCxnSpPr>
            <p:nvPr/>
          </p:nvCxnSpPr>
          <p:spPr>
            <a:xfrm flipH="1">
              <a:off x="7304032" y="1173084"/>
              <a:ext cx="573383" cy="1892693"/>
            </a:xfrm>
            <a:prstGeom prst="bentConnector3">
              <a:avLst>
                <a:gd name="adj1" fmla="val -39869"/>
              </a:avLst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7F5576F-A666-D4EC-D314-1E6511655C10}"/>
                </a:ext>
              </a:extLst>
            </p:cNvPr>
            <p:cNvSpPr/>
            <p:nvPr/>
          </p:nvSpPr>
          <p:spPr>
            <a:xfrm>
              <a:off x="4444114" y="4998944"/>
              <a:ext cx="3336651" cy="7153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F804E6B6-9746-F557-5148-5DD4E6D16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87869" y="5191441"/>
              <a:ext cx="1261538" cy="499935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23311D28-4EF0-B49A-4A7D-8033B4EC8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458895" y="5188200"/>
              <a:ext cx="1206818" cy="503176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8ABEFCD-E0A7-9343-A928-EF1E35495D80}"/>
                </a:ext>
              </a:extLst>
            </p:cNvPr>
            <p:cNvSpPr/>
            <p:nvPr/>
          </p:nvSpPr>
          <p:spPr>
            <a:xfrm>
              <a:off x="4444115" y="4297019"/>
              <a:ext cx="3336651" cy="7203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54DBA9E-FD04-6715-A978-05A153D27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80286" y="4462030"/>
              <a:ext cx="2993533" cy="494017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DD810B8-23A8-F86A-17C0-139D799CC3CA}"/>
                </a:ext>
              </a:extLst>
            </p:cNvPr>
            <p:cNvSpPr/>
            <p:nvPr/>
          </p:nvSpPr>
          <p:spPr>
            <a:xfrm>
              <a:off x="2059318" y="4327299"/>
              <a:ext cx="1774206" cy="1361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F0EF7D4B-9C89-FF66-3FEB-536C17909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180383" y="4539791"/>
              <a:ext cx="1577915" cy="1110182"/>
            </a:xfrm>
            <a:prstGeom prst="rect">
              <a:avLst/>
            </a:prstGeom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C40FCE1-1A70-9888-7A65-BEB31BB4C3E7}"/>
                </a:ext>
              </a:extLst>
            </p:cNvPr>
            <p:cNvSpPr txBox="1"/>
            <p:nvPr/>
          </p:nvSpPr>
          <p:spPr>
            <a:xfrm>
              <a:off x="2236487" y="4317145"/>
              <a:ext cx="15046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Speed pre-adjustment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CD4E642-D55B-9372-B5EC-8388F2AEA7DD}"/>
                </a:ext>
              </a:extLst>
            </p:cNvPr>
            <p:cNvSpPr txBox="1"/>
            <p:nvPr/>
          </p:nvSpPr>
          <p:spPr>
            <a:xfrm rot="5400000">
              <a:off x="7226513" y="4932005"/>
              <a:ext cx="13459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1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Trajectory planning </a:t>
              </a:r>
              <a:endParaRPr lang="zh-CN" altLang="en-US" sz="11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EDA5D1B-4F58-4D64-D60A-D4F815C3C3D5}"/>
                </a:ext>
              </a:extLst>
            </p:cNvPr>
            <p:cNvSpPr txBox="1"/>
            <p:nvPr/>
          </p:nvSpPr>
          <p:spPr>
            <a:xfrm>
              <a:off x="5560588" y="4246938"/>
              <a:ext cx="134202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Keeping lane part</a:t>
              </a:r>
              <a:endParaRPr lang="zh-CN" altLang="en-US" sz="11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64AAE1F-81AA-8771-43D5-2970034B7433}"/>
                </a:ext>
              </a:extLst>
            </p:cNvPr>
            <p:cNvSpPr txBox="1"/>
            <p:nvPr/>
          </p:nvSpPr>
          <p:spPr>
            <a:xfrm>
              <a:off x="5542116" y="4975907"/>
              <a:ext cx="13605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1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Changing lane part</a:t>
              </a:r>
              <a:endParaRPr lang="zh-CN" altLang="en-US" sz="1100" dirty="0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124F718-D5E0-BE0B-35A3-246292087546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>
              <a:off x="6341187" y="3591094"/>
              <a:ext cx="3383" cy="693819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D22C73C-8308-32BD-84E6-24DBC2BC79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570" y="5714342"/>
              <a:ext cx="1" cy="51674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B44A64BD-848C-238E-9BC0-53AAAC9BDC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6717" y="5688944"/>
              <a:ext cx="1" cy="51674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DF0C0E20-FB39-8F74-FCD9-C81326D8BB1E}"/>
                </a:ext>
              </a:extLst>
            </p:cNvPr>
            <p:cNvCxnSpPr>
              <a:cxnSpLocks/>
              <a:stCxn id="24" idx="2"/>
              <a:endCxn id="32" idx="0"/>
            </p:cNvCxnSpPr>
            <p:nvPr/>
          </p:nvCxnSpPr>
          <p:spPr>
            <a:xfrm rot="5400000">
              <a:off x="4874640" y="405368"/>
              <a:ext cx="714533" cy="347940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符: 肘形 50">
              <a:extLst>
                <a:ext uri="{FF2B5EF4-FFF2-40B4-BE49-F238E27FC236}">
                  <a16:creationId xmlns:a16="http://schemas.microsoft.com/office/drawing/2014/main" id="{FB1192A5-AB79-2614-13E7-5C1ED7B693F0}"/>
                </a:ext>
              </a:extLst>
            </p:cNvPr>
            <p:cNvCxnSpPr>
              <a:cxnSpLocks/>
              <a:stCxn id="28" idx="1"/>
              <a:endCxn id="41" idx="1"/>
            </p:cNvCxnSpPr>
            <p:nvPr/>
          </p:nvCxnSpPr>
          <p:spPr>
            <a:xfrm rot="10800000" flipV="1">
              <a:off x="2059319" y="3065776"/>
              <a:ext cx="462749" cy="1942346"/>
            </a:xfrm>
            <a:prstGeom prst="bentConnector3">
              <a:avLst>
                <a:gd name="adj1" fmla="val 149400"/>
              </a:avLst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6CA3421-D874-A115-B415-AB97CFE7356D}"/>
                </a:ext>
              </a:extLst>
            </p:cNvPr>
            <p:cNvSpPr txBox="1"/>
            <p:nvPr/>
          </p:nvSpPr>
          <p:spPr>
            <a:xfrm>
              <a:off x="7157947" y="2809555"/>
              <a:ext cx="10246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a, v, DHW, THW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E40918F-B322-48C2-F1AF-486087E0CBBE}"/>
                    </a:ext>
                  </a:extLst>
                </p:cNvPr>
                <p:cNvSpPr txBox="1"/>
                <p:nvPr/>
              </p:nvSpPr>
              <p:spPr>
                <a:xfrm>
                  <a:off x="4356738" y="2806843"/>
                  <a:ext cx="1044847" cy="2770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sz="1000" i="1" smtClean="0">
                            <a:latin typeface="Cambria Math" panose="02040503050406030204" pitchFamily="18" charset="0"/>
                          </a:rPr>
                          <m:t>𝑇𝑇</m:t>
                        </m:r>
                        <m:sSubSup>
                          <m:sSubSupPr>
                            <m:ctrlPr>
                              <a:rPr lang="zh-CN" altLang="en-US" sz="1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0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  <m:sup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zh-CN" altLang="en-US" sz="1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sz="1000" i="1">
                            <a:latin typeface="Cambria Math" panose="02040503050406030204" pitchFamily="18" charset="0"/>
                          </a:rPr>
                          <m:t>𝑇𝑇</m:t>
                        </m:r>
                        <m:sSubSup>
                          <m:sSubSupPr>
                            <m:ctrlPr>
                              <a:rPr lang="zh-CN" altLang="en-US" sz="1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oMath>
                    </m:oMathPara>
                  </a14:m>
                  <a:endParaRPr lang="zh-CN" altLang="en-US" sz="1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911674B-0C8F-BF80-BF5E-668505418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6738" y="2806843"/>
                  <a:ext cx="1044847" cy="27706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74B644E6-2553-D91C-1A2E-5BBA9FFD33B0}"/>
                    </a:ext>
                  </a:extLst>
                </p:cNvPr>
                <p:cNvSpPr txBox="1"/>
                <p:nvPr/>
              </p:nvSpPr>
              <p:spPr>
                <a:xfrm>
                  <a:off x="4351092" y="3068456"/>
                  <a:ext cx="1044847" cy="2593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sz="1000" i="1" smtClean="0">
                            <a:latin typeface="Cambria Math" panose="02040503050406030204" pitchFamily="18" charset="0"/>
                          </a:rPr>
                          <m:t>𝑇𝑇</m:t>
                        </m:r>
                        <m:sSubSup>
                          <m:sSubSupPr>
                            <m:ctrlPr>
                              <a:rPr lang="zh-CN" altLang="en-US" sz="1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zh-CN" altLang="en-US" sz="1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sz="1000" i="1">
                            <a:latin typeface="Cambria Math" panose="02040503050406030204" pitchFamily="18" charset="0"/>
                          </a:rPr>
                          <m:t>𝑇𝑇</m:t>
                        </m:r>
                        <m:sSubSup>
                          <m:sSubSupPr>
                            <m:ctrlPr>
                              <a:rPr lang="zh-CN" altLang="en-US" sz="1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oMath>
                    </m:oMathPara>
                  </a14:m>
                  <a:endParaRPr lang="zh-CN" altLang="en-US" sz="1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844B805-CF91-2008-38C8-D48B8A431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092" y="3068456"/>
                  <a:ext cx="1044847" cy="25936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F15847B-ACA7-DAF6-5FEB-B8F366731CAF}"/>
                </a:ext>
              </a:extLst>
            </p:cNvPr>
            <p:cNvSpPr txBox="1"/>
            <p:nvPr/>
          </p:nvSpPr>
          <p:spPr>
            <a:xfrm>
              <a:off x="5665530" y="885761"/>
              <a:ext cx="507605" cy="530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Syles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A,N,C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A3BE878-CAB6-0379-E560-0E855845927A}"/>
                </a:ext>
              </a:extLst>
            </p:cNvPr>
            <p:cNvSpPr txBox="1"/>
            <p:nvPr/>
          </p:nvSpPr>
          <p:spPr>
            <a:xfrm>
              <a:off x="3549009" y="908750"/>
              <a:ext cx="507605" cy="530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00" i="1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IDM+GMM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BDDF503-906E-2F18-5341-9BE0377CF56F}"/>
                </a:ext>
              </a:extLst>
            </p:cNvPr>
            <p:cNvSpPr txBox="1"/>
            <p:nvPr/>
          </p:nvSpPr>
          <p:spPr>
            <a:xfrm>
              <a:off x="3159782" y="2168135"/>
              <a:ext cx="38323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TTC</a:t>
              </a:r>
              <a:endParaRPr lang="zh-CN" altLang="en-US" dirty="0"/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56C1FE62-2D22-087D-4C25-3DD6025D3768}"/>
                </a:ext>
              </a:extLst>
            </p:cNvPr>
            <p:cNvCxnSpPr>
              <a:cxnSpLocks/>
              <a:stCxn id="41" idx="3"/>
              <a:endCxn id="36" idx="1"/>
            </p:cNvCxnSpPr>
            <p:nvPr/>
          </p:nvCxnSpPr>
          <p:spPr>
            <a:xfrm>
              <a:off x="3833524" y="5008122"/>
              <a:ext cx="610590" cy="348521"/>
            </a:xfrm>
            <a:prstGeom prst="bentConnector3">
              <a:avLst>
                <a:gd name="adj1" fmla="val 22772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42536D0-83F3-9FDD-654A-D56602B910A9}"/>
                </a:ext>
              </a:extLst>
            </p:cNvPr>
            <p:cNvSpPr txBox="1"/>
            <p:nvPr/>
          </p:nvSpPr>
          <p:spPr>
            <a:xfrm>
              <a:off x="3946734" y="5119600"/>
              <a:ext cx="71029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integrate</a:t>
              </a:r>
              <a:endParaRPr kumimoji="0" lang="zh-CN" alt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FF2F2A8-0F58-6A17-71B2-65F80569D093}"/>
                </a:ext>
              </a:extLst>
            </p:cNvPr>
            <p:cNvSpPr txBox="1"/>
            <p:nvPr/>
          </p:nvSpPr>
          <p:spPr>
            <a:xfrm>
              <a:off x="730538" y="256475"/>
              <a:ext cx="265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14B8678A-5152-A1ED-A130-8917A91EA791}"/>
                </a:ext>
              </a:extLst>
            </p:cNvPr>
            <p:cNvSpPr txBox="1"/>
            <p:nvPr/>
          </p:nvSpPr>
          <p:spPr>
            <a:xfrm>
              <a:off x="295983" y="256475"/>
              <a:ext cx="265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21A488F-3F5D-81C7-E25C-339C444021B8}"/>
                </a:ext>
              </a:extLst>
            </p:cNvPr>
            <p:cNvSpPr txBox="1"/>
            <p:nvPr/>
          </p:nvSpPr>
          <p:spPr>
            <a:xfrm>
              <a:off x="1192517" y="256475"/>
              <a:ext cx="265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1400" b="1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5329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69</Words>
  <Application>Microsoft Office PowerPoint</Application>
  <PresentationFormat>宽屏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宇杰 宋</dc:creator>
  <cp:lastModifiedBy>宇杰 宋</cp:lastModifiedBy>
  <cp:revision>2</cp:revision>
  <dcterms:created xsi:type="dcterms:W3CDTF">2026-08-11T16:00:13Z</dcterms:created>
  <dcterms:modified xsi:type="dcterms:W3CDTF">2026-08-12T05:57:34Z</dcterms:modified>
</cp:coreProperties>
</file>