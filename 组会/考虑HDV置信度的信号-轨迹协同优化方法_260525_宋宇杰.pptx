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68" r:id="rId2"/>
    <p:sldId id="355" r:id="rId3"/>
    <p:sldId id="280" r:id="rId4"/>
    <p:sldId id="294" r:id="rId5"/>
    <p:sldId id="344" r:id="rId6"/>
    <p:sldId id="345" r:id="rId7"/>
    <p:sldId id="342" r:id="rId8"/>
    <p:sldId id="350" r:id="rId9"/>
    <p:sldId id="330" r:id="rId10"/>
    <p:sldId id="335" r:id="rId11"/>
    <p:sldId id="356" r:id="rId12"/>
    <p:sldId id="357" r:id="rId13"/>
    <p:sldId id="358" r:id="rId14"/>
    <p:sldId id="359" r:id="rId15"/>
    <p:sldId id="360" r:id="rId16"/>
    <p:sldId id="361" r:id="rId17"/>
    <p:sldId id="362" r:id="rId18"/>
    <p:sldId id="277" r:id="rId19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53DF4"/>
    <a:srgbClr val="014924"/>
    <a:srgbClr val="5F5F5F"/>
    <a:srgbClr val="DBE6DD"/>
    <a:srgbClr val="F4F7F4"/>
    <a:srgbClr val="008F4C"/>
    <a:srgbClr val="C00000"/>
    <a:srgbClr val="C82423"/>
    <a:srgbClr val="FDBF08"/>
    <a:srgbClr val="00A9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238" autoAdjust="0"/>
  </p:normalViewPr>
  <p:slideViewPr>
    <p:cSldViewPr snapToGrid="0" showGuides="1">
      <p:cViewPr varScale="1">
        <p:scale>
          <a:sx n="106" d="100"/>
          <a:sy n="106" d="100"/>
        </p:scale>
        <p:origin x="792" y="78"/>
      </p:cViewPr>
      <p:guideLst/>
    </p:cSldViewPr>
  </p:slideViewPr>
  <p:notesTextViewPr>
    <p:cViewPr>
      <p:scale>
        <a:sx n="133" d="100"/>
        <a:sy n="133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5T11:56:35.79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5T12:21:36.252"/>
    </inkml:context>
    <inkml:brush xml:id="br0">
      <inkml:brushProperty name="width" value="0.05" units="cm"/>
      <inkml:brushProperty name="height" value="0.05" units="cm"/>
      <inkml:brushProperty name="color" value="#5F5F5F"/>
    </inkml:brush>
  </inkml:definitions>
  <inkml:trace contextRef="#ctx0" brushRef="#br0">0 139 24575,'7'-18'0,"-7"17"0,0 1 0,0 0 0,0-1 0,0 1 0,0-1 0,1 1 0,-1 0 0,0 0 0,0-1 0,1 1 0,-1 0 0,0-1 0,0 1 0,1 0 0,-1 0 0,0-1 0,1 1 0,-1 0 0,0 0 0,1 0 0,-1 0 0,1-1 0,-1 1 0,0 0 0,1 0 0,-1 0 0,0 0 0,1 0 0,-1 0 0,1 0 0,-1 0 0,0 0 0,1 0 0,-1 0 0,1 0 0,-1 0 0,0 1 0,1-1 0,-1 0 0,0 0 0,1 0 0,-1 0 0,0 1 0,1-1 0,-1 0 0,1 1 0,-2-2 0,1 1 0,0-1 0,-1 0 0,1 1 0,0-1 0,0 0 0,-1 0 0,1 1 0,0-1 0,0 0 0,0 0 0,0 1 0,0-1 0,0 0 0,0 0 0,0 1 0,0-1 0,0 0 0,1 0 0,-1 1 0,1-2 0,7-18 0,-5 12 0,-6 9 0,-12 11 0,6-5 0,29-13 0,14-5 0,-34 11 0,-1 1 0,0-1 0,1 0 0,-1 0 0,1 0 0,-1 0 0,0 0 0,1 0 0,-1 0 0,0 0 0,1 0 0,-1 0 0,0 0 0,1 0 0,-1-1 0,1 1 0,-1 0 0,0 0 0,1-1 0,-1 1 0,1 0 0,-1-1 0,1 1 0,-1 0 0,1-1 0,-1 1 0,1-1 0,-1 1 0,1-1 0,0 1 0,-1-1 0,1 1 0,0-1 0,-1 0 0,1 1 0,0-1 0,0 1 0,0-1 0,-1 0 0,1 1 0,0-1 0,0 0 0,0 1 0,0-1 0,0 0 0,0 1 0,0-1 0,0 1 0,1-2 0,17 27 0,-15-19 0,1 0 0,0-1 0,0 1 0,1-1 0,8 8 0,-11-11 0,1 0 0,-1 0 0,1-1 0,0 1 0,0-1 0,-1 1 0,1-1 0,0 0 0,0 0 0,0-1 0,0 1 0,1 0 0,-1-1 0,5 0 0,79-1 0,-119-9 0,-55-8 0,93 19 0,0-1 0,0 0 0,0-1 0,0 1 0,0-1 0,10-3 0,-52 0 0,40 2 0,10-7 0,-13 9 0,-1 0 0,0 0 0,1-1 0,-1 1 0,0 0 0,1 0 0,-1-1 0,0 1 0,0 0 0,1 0 0,-1-1 0,0 1 0,0 0 0,1-1 0,-1 1 0,0 0 0,0-1 0,0 1 0,0-1 0,1 1 0,-1 0 0,0-1 0,0 1 0,0-1 0,0 1 0,0 0 0,0-1 0,0 1 0,0-1 0,0 0 0,-4-5 0,0-1 0,1 1 0,0-1 0,1 0 0,-1 0 0,1-1 0,1 1 0,-1 0 0,0-11 0,-1 101 0,3-76 0,0 1 0,0 0 0,1 0 0,2 12 0,-2-57 0,-3 23 0,-1 1 0,-8-24 0,21 85 0,-7-40 0,-2-4 0,0 0 0,0 0 0,1 0 0,-1 0 0,1 0 0,0 0 0,0-1 0,1 1 0,4 5 0,-7-9 3,0 0 0,1 0-1,-1 0 1,0 0-1,1 0 1,-1 1 0,1-1-1,-1 0 1,0 0 0,1 0-1,-1-1 1,1 1-1,-1 0 1,0 0 0,1 0-1,-1 0 1,1 0 0,-1 0-1,0 0 1,1-1-1,-1 1 1,0 0 0,1 0-1,-1 0 1,0-1 0,1 1-1,-1 0 1,0-1-1,0 1 1,1 0 0,-1-1-1,0 1 1,0 0 0,0-1-1,1 1 1,-1 0 0,0-1-1,8-17-952,-7 17 435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5T12:22:46.996"/>
    </inkml:context>
    <inkml:brush xml:id="br0">
      <inkml:brushProperty name="width" value="0.05" units="cm"/>
      <inkml:brushProperty name="height" value="0.05" units="cm"/>
      <inkml:brushProperty name="color" value="#5F5F5F"/>
    </inkml:brush>
  </inkml:definitions>
  <inkml:trace contextRef="#ctx0" brushRef="#br0">66 75 24575,'2'87'0,"-3"-38"0,-1-44 0,-1-21 0,0 1 0,-5-39 0,-18-60 0,20 183 0,6-38 0,0-9 0,-6-55 0,1 11 0,3 16 0,1 1 0,-1-1 0,1 0 0,0 0 0,1 0 0,0 0 0,0-11 0,3 18 0,0 1 0,0 0 0,0 0 0,0 0 0,0 0 0,-1 1 0,0-1 0,5 6 0,2 3 0,30 31 0,-37-40 0,-1 0 0,1-1 0,0 1 0,0 0 0,1-1 0,-1 1 0,0-1 0,0 0 0,1 0 0,-1 0 0,1 0 0,-1 0 0,1 0 0,-1-1 0,1 1 0,4-1 0,-6 0 0,1-1 0,-1 0 0,1 0 0,0 0 0,-1-1 0,0 1 0,1 0 0,-1 0 0,0-1 0,0 1 0,1-1 0,-1 1 0,0-1 0,0 1 0,-1-1 0,1 0 0,0 0 0,0-2 0,14-41 0,-12 35 0,11-26 0,-14 36 0,0 0 0,0 0 0,0 0 0,0 0 0,0 0 0,0-1 0,0 1 0,0 0 0,0 0 0,0 0 0,0 0 0,0 0 0,1 0 0,-1-1 0,0 1 0,0 0 0,0 0 0,0 0 0,0 0 0,0 0 0,0 0 0,0 0 0,0 0 0,0 0 0,0-1 0,1 1 0,-1 0 0,0 0 0,0 0 0,0 0 0,0 0 0,0 0 0,0 0 0,1 0 0,-1 0 0,0 0 0,0 0 0,0 0 0,0 0 0,0 0 0,0 0 0,0 0 0,1 0 0,-1 0 0,0 0 0,0 0 0,0 0 0,0 0 0,0 0 0,0 0 0,1 0 0,-1 0 0,0 0 0,0 1 0,0-1 0,0 0 0,0 0 0,0 0 0,0 0 0,0 0 0,1 0 0,-1 22 0,-10 84 0,33-169 0,-16 48 0,-22 52 0,4-10 0,-2 4 0,28-61 0,14-26 0,-36 102 0,-13 13-1365,18-51-5461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5T12:22:53.812"/>
    </inkml:context>
    <inkml:brush xml:id="br0">
      <inkml:brushProperty name="width" value="0.2" units="cm"/>
      <inkml:brushProperty name="height" value="0.2" units="cm"/>
      <inkml:brushProperty name="color" value="#5F5F5F"/>
    </inkml:brush>
  </inkml:definitions>
  <inkml:trace contextRef="#ctx0" brushRef="#br0">139 889 24575,'-4'-2'0,"0"-1"0,0 0 0,1 0 0,-1 0 0,1-1 0,0 1 0,0-1 0,0 0 0,0 0 0,1 0 0,-1 0 0,1 0 0,0-1 0,-2-5 0,2 4 0,0 1 0,-1-1 0,0 1 0,0 0 0,-1 0 0,1 0 0,-1 0 0,-8-7 0,10 10 0,0 0 0,1 0 0,-1 0 0,1-1 0,-1 1 0,1 0 0,0-1 0,0 1 0,0 0 0,0-1 0,0 1 0,0-1 0,1 0 0,-1 1 0,1-1 0,0 0 0,0 1 0,0-1 0,0 0 0,0 1 0,0-1 0,1 0 0,-1 1 0,1-1 0,0 1 0,0-1 0,0 1 0,1-3 0,7-39 0,-9 31 0,0-25 0,-1 1 0,-1-1 0,-2 1 0,-12-51 0,12 71 0,2-1 0,0 0 0,1-24 0,-1 5 0,1-20 0,1 34 0,-1 1 0,-1 0 0,-4-24 0,3 37-136,1 0-1,0 0 1,1-1-1,0 1 1,0-1-1,1 1 1,1-1-1,-1 1 0,3-11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5T12:22:54.451"/>
    </inkml:context>
    <inkml:brush xml:id="br0">
      <inkml:brushProperty name="width" value="0.2" units="cm"/>
      <inkml:brushProperty name="height" value="0.2" units="cm"/>
      <inkml:brushProperty name="color" value="#5F5F5F"/>
    </inkml:brush>
  </inkml:definitions>
  <inkml:trace contextRef="#ctx0" brushRef="#br0">0 0 24575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5T12:22:56.884"/>
    </inkml:context>
    <inkml:brush xml:id="br0">
      <inkml:brushProperty name="width" value="0.2" units="cm"/>
      <inkml:brushProperty name="height" value="0.2" units="cm"/>
      <inkml:brushProperty name="color" value="#5F5F5F"/>
    </inkml:brush>
  </inkml:definitions>
  <inkml:trace contextRef="#ctx0" brushRef="#br0">127 450 24575,'-20'-88'0,"7"-55"0,11 137 0,1 0 0,-1 0 0,-1 1 0,1-1 0,-1 1 0,0 0 0,0 0 0,0 0 0,-1 0 0,0 0 0,0 1 0,0 0 0,-6-6 0,4 5 0,1 0 0,0-1 0,0 1 0,0-2 0,1 1 0,0 0 0,-5-11 0,8 13 0,0 1 0,1 0 0,0 0 0,0-1 0,0 1 0,0 0 0,0-1 0,1 1 0,-1 0 0,1-1 0,0 1 0,0 0 0,2-5 0,5-18 0,-8 25 0,0 1 0,1-1 0,-1 0 0,1 1 0,-1 0 0,1-1 0,-1 1 0,1-1 0,-1 1 0,1 0 0,-1-1 0,1 1 0,0 0 0,-1-1 0,1 1 0,0 0 0,-1 0 0,1 0 0,0 0 0,-1 0 0,1-1 0,0 1 0,-1 0 0,1 1 0,0-1 0,-1 0 0,1 0 0,0 0 0,-1 0 0,1 0 0,0 1 0,-1-1 0,1 0 0,-1 1 0,1-1 0,0 0 0,-1 1 0,1-1 0,0 1 0,35 17 0,-29-14 0,-5-3 0,0-1 0,1 1 0,-1 0 0,0 0 0,0 0 0,0 1 0,0-1 0,0 1 0,0-1 0,-1 1 0,1-1 0,0 1 0,-1 0 0,1 0 0,-1 0 0,0 0 0,1 0 0,-1 0 0,0 0 0,0 0 0,-1 0 0,1 1 0,0-1 0,0 3 0,-1-5 2,0 0 1,0 0-1,0 0 0,0 1 0,0-1 0,1 0 0,-1 0 1,0 0-1,0 0 0,0 0 0,0 0 0,1 0 1,-1 0-1,0 1 0,0-1 0,0 0 0,1 0 0,-1 0 1,0 0-1,0 0 0,0 0 0,0 0 0,1 0 1,-1 0-1,0 0 0,0 0 0,0 0 0,1 0 0,-1-1 1,0 1-1,0 0 0,0 0 0,0 0 0,1 0 0,-1 0 1,0 0-1,0 0 0,0 0 0,0-1 0,0 1 1,1 0-1,-1 0 0,0 0 0,0 0 0,0 0 0,0-1 1,0 1-1,0 0 0,0 0 0,0 0 0,0-1 0,0 1 1,1 0-1,-1 0 0,7-11-1487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5T12:23:04.109"/>
    </inkml:context>
    <inkml:brush xml:id="br0">
      <inkml:brushProperty name="width" value="0.05" units="cm"/>
      <inkml:brushProperty name="height" value="0.05" units="cm"/>
      <inkml:brushProperty name="color" value="#5F5F5F"/>
    </inkml:brush>
  </inkml:definitions>
  <inkml:trace contextRef="#ctx0" brushRef="#br0">26 386 24560,'-26'-386'0,"26"792"0,26-426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5T12:23:06.007"/>
    </inkml:context>
    <inkml:brush xml:id="br0">
      <inkml:brushProperty name="width" value="0.05" units="cm"/>
      <inkml:brushProperty name="height" value="0.05" units="cm"/>
      <inkml:brushProperty name="color" value="#5F5F5F"/>
    </inkml:brush>
  </inkml:definitions>
  <inkml:trace contextRef="#ctx0" brushRef="#br0">1 0 24575,'1'0'0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5T12:23:06.196"/>
    </inkml:context>
    <inkml:brush xml:id="br0">
      <inkml:brushProperty name="width" value="0.05" units="cm"/>
      <inkml:brushProperty name="height" value="0.05" units="cm"/>
      <inkml:brushProperty name="color" value="#5F5F5F"/>
    </inkml:brush>
  </inkml:definitions>
  <inkml:trace contextRef="#ctx0" brushRef="#br0">0 1 24575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5T12:23:06.349"/>
    </inkml:context>
    <inkml:brush xml:id="br0">
      <inkml:brushProperty name="width" value="0.05" units="cm"/>
      <inkml:brushProperty name="height" value="0.05" units="cm"/>
      <inkml:brushProperty name="color" value="#5F5F5F"/>
    </inkml:brush>
  </inkml:definitions>
  <inkml:trace contextRef="#ctx0" brushRef="#br0">1 1 24575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5T12:23:06.507"/>
    </inkml:context>
    <inkml:brush xml:id="br0">
      <inkml:brushProperty name="width" value="0.05" units="cm"/>
      <inkml:brushProperty name="height" value="0.05" units="cm"/>
      <inkml:brushProperty name="color" value="#5F5F5F"/>
    </inkml:brush>
  </inkml:definitions>
  <inkml:trace contextRef="#ctx0" brushRef="#br0">0 0 24575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5T12:23:06.650"/>
    </inkml:context>
    <inkml:brush xml:id="br0">
      <inkml:brushProperty name="width" value="0.05" units="cm"/>
      <inkml:brushProperty name="height" value="0.05" units="cm"/>
      <inkml:brushProperty name="color" value="#5F5F5F"/>
    </inkml:brush>
  </inkml:definitions>
  <inkml:trace contextRef="#ctx0" brushRef="#br0">1 1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5T12:23:06.788"/>
    </inkml:context>
    <inkml:brush xml:id="br0">
      <inkml:brushProperty name="width" value="0.05" units="cm"/>
      <inkml:brushProperty name="height" value="0.05" units="cm"/>
      <inkml:brushProperty name="color" value="#5F5F5F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A552A8-ECE7-49AA-8726-BE90DBC11947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8EAD77-486C-432B-9EE9-E6FD5C91EB8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D0000-5926-3313-3AB8-6DB4ECBB9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027E89D-6412-484D-2BA1-AA98AAE5B5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46D5951-4B31-4908-0344-7517E10417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C1E254-F615-FB77-49A9-3BD8ADF6D3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56092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EE79D-6F04-EAEC-7574-C302CA3E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F9215E1-08D7-2D2F-842F-82E7158568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7A82C31-F6BD-F8A6-023A-ABEAE2BC6D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983D84-FD64-38CA-1038-1A28E550EC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57129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C6CCC-2846-F7F3-A486-E357C7777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2CC893D-1E7A-1C2A-B6AD-6C255811F5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68FE4F-7E11-C049-4737-2392D68CD1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CFB690-BD64-BD89-B561-3B7846B2C8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52170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2C649-4429-A089-50DA-72B1C4266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03AFB53-3EBD-3774-7339-89E845059D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673D0CC-EA20-505F-1CE1-2944310F76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D36571-586E-7D50-3F76-8B7D4ABC15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41856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584EB-DA8B-FC15-142B-A3919BAF0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C5A4B35-08F1-F318-774A-B53FAA6EE1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CB827AF-C1F5-BB71-BD9C-81D8FDE0C2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495BF0-0ED7-4064-21D8-248467124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80069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C8E7A-0CE9-B2EB-34D9-175CA2346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D670AA8-7B7D-B36C-1D46-7AEA480BBE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9803E1D-0603-98FC-2DB9-86AF2CC1DC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784EE3-4448-E22E-A8A5-34B9DDF564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2201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3B0EE-AB36-D772-5697-FE1804E5C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12F2E36-A640-3153-1981-0317B78994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41F62AF-16FD-D49A-8D5E-529C6C203E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似然：如果信任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不信任，应该观测到什么样的状态？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348210-2243-B895-F536-9D18DA52CE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32507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BC041-8705-C2EA-2E1E-689AA5F80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6129697-785E-C501-DBC8-A012782F27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C6DB9A2-E70B-CBCE-2E80-E92ED076C7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92E3B6-6715-32F0-BD3C-07C5FC4AB7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50790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F1AE7-6A2A-072F-C410-3605139D9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FE53FB9-C81D-F57F-12AF-ADD331BF3C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6F65EF6-153A-D937-DB20-0B36FA6C24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7B840D-DA49-1CC2-9F41-695C50DFF7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45138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B64F4-D408-86BB-A7F8-5E4D64E8A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F111EA9-7643-7197-9D4E-1CAB40B00C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C179C7E-7BF6-EC2B-6CB4-563584CA7B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12C602-D900-0A78-2271-B616D97D64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42618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BD9D8-6846-4992-30E5-F08F8B286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B2149A0-3E00-E53E-69B1-034AA0D5C3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7820645-D47A-A287-99AB-48E12D2AA8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8611DF-998B-9794-D5DD-4EE7DBC3D3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80533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A6751-7CCC-3E0C-76E5-7F929AE0A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D74B81-B966-479E-623C-02641552FE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93F229B-56CE-82F6-CBC9-780D42F936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444E3B-A93B-7AF6-5E73-F4C50BC7D9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7161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211E2-FA20-0698-1018-3F8645A16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191C9BF-4E1E-BD0E-2C2D-0F5F19740E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1F48142-B64F-ADBA-7DFD-1150D15D3A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F3659B-7100-1F50-62BE-30696D1731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7643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38FCD-D971-11F1-01AE-0D98FE2CD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16FA2AB-1CB6-1903-C984-7A01D5F7AF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5AF4578-B943-A5F6-B468-79C67FC398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84419C-D4E0-7044-1026-1DE188761C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3400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90C34-467F-4E4B-89E2-934A272021F3}" type="datetime1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CE768-B7EE-4758-B3FD-FF6E3526C4FF}" type="datetime1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448800" y="6538912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1635508-54A0-4FB0-A4C5-6467DE85E924}" type="slidenum">
              <a:rPr lang="zh-CN" altLang="en-US" sz="1600" b="1" smtClean="0"/>
              <a:pPr/>
              <a:t>‹#›</a:t>
            </a:fld>
            <a:r>
              <a:rPr lang="en-US" altLang="zh-CN" dirty="0"/>
              <a:t>/17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D20F1-E053-4CF6-9904-5CE7792D4588}" type="datetime1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A284A-3209-46AA-B98B-81A0F62370E5}" type="datetime1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9AC67-A88C-41D1-9E1B-9F816AB9CDE3}" type="datetime1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B25AE-4060-4362-8D28-F084BF6A03DF}" type="datetime1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CE89E-BF6F-4739-BAAF-A29226C82344}" type="datetime1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0FD93-12E6-4764-8335-ACE96DEEDB3C}" type="datetime1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BFEAF-3F91-4EAA-85BF-E143DDECE168}" type="datetime1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F4569-7CC1-476F-8BA5-CE28679A9B4A}" type="datetime1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8EC49-DCE5-4426-9811-0D467F1D5B3E}" type="datetime1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F0616-30CC-4436-A1CB-FA98F3C1AE1A}" type="datetime1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4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13" Type="http://schemas.openxmlformats.org/officeDocument/2006/relationships/image" Target="../media/image21.wmf"/><Relationship Id="rId18" Type="http://schemas.openxmlformats.org/officeDocument/2006/relationships/image" Target="../media/image25.png"/><Relationship Id="rId3" Type="http://schemas.openxmlformats.org/officeDocument/2006/relationships/image" Target="../media/image4.png"/><Relationship Id="rId7" Type="http://schemas.openxmlformats.org/officeDocument/2006/relationships/image" Target="../media/image18.png"/><Relationship Id="rId12" Type="http://schemas.openxmlformats.org/officeDocument/2006/relationships/oleObject" Target="../embeddings/oleObject3.bin"/><Relationship Id="rId17" Type="http://schemas.openxmlformats.org/officeDocument/2006/relationships/customXml" Target="../ink/ink1.xml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0.wmf"/><Relationship Id="rId5" Type="http://schemas.openxmlformats.org/officeDocument/2006/relationships/image" Target="../media/image16.png"/><Relationship Id="rId15" Type="http://schemas.openxmlformats.org/officeDocument/2006/relationships/image" Target="../media/image23.png"/><Relationship Id="rId10" Type="http://schemas.openxmlformats.org/officeDocument/2006/relationships/oleObject" Target="../embeddings/oleObject2.bin"/><Relationship Id="rId19" Type="http://schemas.openxmlformats.org/officeDocument/2006/relationships/image" Target="../media/image26.png"/><Relationship Id="rId4" Type="http://schemas.openxmlformats.org/officeDocument/2006/relationships/image" Target="../media/image15.png"/><Relationship Id="rId9" Type="http://schemas.openxmlformats.org/officeDocument/2006/relationships/image" Target="../media/image19.wmf"/><Relationship Id="rId1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33.png"/><Relationship Id="rId18" Type="http://schemas.openxmlformats.org/officeDocument/2006/relationships/customXml" Target="../ink/ink8.xml"/><Relationship Id="rId26" Type="http://schemas.openxmlformats.org/officeDocument/2006/relationships/image" Target="../media/image31.svg"/><Relationship Id="rId3" Type="http://schemas.openxmlformats.org/officeDocument/2006/relationships/image" Target="../media/image4.png"/><Relationship Id="rId21" Type="http://schemas.openxmlformats.org/officeDocument/2006/relationships/image" Target="../media/image37.png"/><Relationship Id="rId34" Type="http://schemas.openxmlformats.org/officeDocument/2006/relationships/oleObject" Target="../embeddings/oleObject6.bin"/><Relationship Id="rId7" Type="http://schemas.openxmlformats.org/officeDocument/2006/relationships/image" Target="../media/image30.png"/><Relationship Id="rId12" Type="http://schemas.openxmlformats.org/officeDocument/2006/relationships/customXml" Target="../ink/ink5.xml"/><Relationship Id="rId17" Type="http://schemas.openxmlformats.org/officeDocument/2006/relationships/image" Target="../media/image35.png"/><Relationship Id="rId25" Type="http://schemas.openxmlformats.org/officeDocument/2006/relationships/customXml" Target="../ink/ink13.xml"/><Relationship Id="rId33" Type="http://schemas.openxmlformats.org/officeDocument/2006/relationships/image" Target="../media/image40.wmf"/><Relationship Id="rId2" Type="http://schemas.openxmlformats.org/officeDocument/2006/relationships/notesSlide" Target="../notesSlides/notesSlide10.xml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29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2.png"/><Relationship Id="rId24" Type="http://schemas.openxmlformats.org/officeDocument/2006/relationships/customXml" Target="../ink/ink12.xml"/><Relationship Id="rId32" Type="http://schemas.openxmlformats.org/officeDocument/2006/relationships/oleObject" Target="../embeddings/oleObject5.bin"/><Relationship Id="rId37" Type="http://schemas.openxmlformats.org/officeDocument/2006/relationships/image" Target="../media/image42.wmf"/><Relationship Id="rId5" Type="http://schemas.openxmlformats.org/officeDocument/2006/relationships/customXml" Target="../ink/ink2.xml"/><Relationship Id="rId15" Type="http://schemas.openxmlformats.org/officeDocument/2006/relationships/image" Target="../media/image34.png"/><Relationship Id="rId23" Type="http://schemas.openxmlformats.org/officeDocument/2006/relationships/customXml" Target="../ink/ink11.xml"/><Relationship Id="rId28" Type="http://schemas.openxmlformats.org/officeDocument/2006/relationships/image" Target="../media/image11.png"/><Relationship Id="rId36" Type="http://schemas.openxmlformats.org/officeDocument/2006/relationships/oleObject" Target="../embeddings/oleObject7.bin"/><Relationship Id="rId10" Type="http://schemas.openxmlformats.org/officeDocument/2006/relationships/customXml" Target="../ink/ink4.xml"/><Relationship Id="rId19" Type="http://schemas.openxmlformats.org/officeDocument/2006/relationships/image" Target="../media/image36.png"/><Relationship Id="rId31" Type="http://schemas.openxmlformats.org/officeDocument/2006/relationships/image" Target="../media/image39.wmf"/><Relationship Id="rId4" Type="http://schemas.openxmlformats.org/officeDocument/2006/relationships/image" Target="../media/image28.png"/><Relationship Id="rId9" Type="http://schemas.openxmlformats.org/officeDocument/2006/relationships/image" Target="../media/image31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32.svg"/><Relationship Id="rId30" Type="http://schemas.openxmlformats.org/officeDocument/2006/relationships/oleObject" Target="../embeddings/oleObject4.bin"/><Relationship Id="rId35" Type="http://schemas.openxmlformats.org/officeDocument/2006/relationships/image" Target="../media/image41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oleObject" Target="../embeddings/oleObject11.bin"/><Relationship Id="rId18" Type="http://schemas.openxmlformats.org/officeDocument/2006/relationships/oleObject" Target="../embeddings/oleObject13.bin"/><Relationship Id="rId26" Type="http://schemas.openxmlformats.org/officeDocument/2006/relationships/image" Target="../media/image57.png"/><Relationship Id="rId3" Type="http://schemas.openxmlformats.org/officeDocument/2006/relationships/image" Target="../media/image43.png"/><Relationship Id="rId21" Type="http://schemas.openxmlformats.org/officeDocument/2006/relationships/oleObject" Target="../embeddings/oleObject14.bin"/><Relationship Id="rId7" Type="http://schemas.openxmlformats.org/officeDocument/2006/relationships/image" Target="../media/image45.png"/><Relationship Id="rId12" Type="http://schemas.openxmlformats.org/officeDocument/2006/relationships/image" Target="../media/image48.wmf"/><Relationship Id="rId17" Type="http://schemas.openxmlformats.org/officeDocument/2006/relationships/image" Target="../media/image51.png"/><Relationship Id="rId25" Type="http://schemas.openxmlformats.org/officeDocument/2006/relationships/image" Target="../media/image56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50.wmf"/><Relationship Id="rId20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wmf"/><Relationship Id="rId11" Type="http://schemas.openxmlformats.org/officeDocument/2006/relationships/oleObject" Target="../embeddings/oleObject10.bin"/><Relationship Id="rId24" Type="http://schemas.openxmlformats.org/officeDocument/2006/relationships/image" Target="../media/image55.wmf"/><Relationship Id="rId5" Type="http://schemas.openxmlformats.org/officeDocument/2006/relationships/oleObject" Target="../embeddings/oleObject8.bin"/><Relationship Id="rId15" Type="http://schemas.openxmlformats.org/officeDocument/2006/relationships/oleObject" Target="../embeddings/oleObject12.bin"/><Relationship Id="rId23" Type="http://schemas.openxmlformats.org/officeDocument/2006/relationships/oleObject" Target="../embeddings/oleObject15.bin"/><Relationship Id="rId10" Type="http://schemas.openxmlformats.org/officeDocument/2006/relationships/image" Target="../media/image47.wmf"/><Relationship Id="rId19" Type="http://schemas.openxmlformats.org/officeDocument/2006/relationships/image" Target="../media/image52.wmf"/><Relationship Id="rId4" Type="http://schemas.openxmlformats.org/officeDocument/2006/relationships/image" Target="../media/image4.png"/><Relationship Id="rId9" Type="http://schemas.openxmlformats.org/officeDocument/2006/relationships/oleObject" Target="../embeddings/oleObject9.bin"/><Relationship Id="rId14" Type="http://schemas.openxmlformats.org/officeDocument/2006/relationships/image" Target="../media/image49.wmf"/><Relationship Id="rId22" Type="http://schemas.openxmlformats.org/officeDocument/2006/relationships/image" Target="../media/image54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13" Type="http://schemas.openxmlformats.org/officeDocument/2006/relationships/oleObject" Target="../embeddings/oleObject20.bin"/><Relationship Id="rId18" Type="http://schemas.openxmlformats.org/officeDocument/2006/relationships/image" Target="../media/image65.wmf"/><Relationship Id="rId26" Type="http://schemas.openxmlformats.org/officeDocument/2006/relationships/image" Target="../media/image69.wmf"/><Relationship Id="rId3" Type="http://schemas.openxmlformats.org/officeDocument/2006/relationships/image" Target="../media/image4.png"/><Relationship Id="rId21" Type="http://schemas.openxmlformats.org/officeDocument/2006/relationships/oleObject" Target="../embeddings/oleObject24.bin"/><Relationship Id="rId34" Type="http://schemas.openxmlformats.org/officeDocument/2006/relationships/image" Target="../media/image73.wmf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62.wmf"/><Relationship Id="rId17" Type="http://schemas.openxmlformats.org/officeDocument/2006/relationships/oleObject" Target="../embeddings/oleObject22.bin"/><Relationship Id="rId25" Type="http://schemas.openxmlformats.org/officeDocument/2006/relationships/oleObject" Target="../embeddings/oleObject26.bin"/><Relationship Id="rId33" Type="http://schemas.openxmlformats.org/officeDocument/2006/relationships/oleObject" Target="../embeddings/oleObject30.bin"/><Relationship Id="rId38" Type="http://schemas.openxmlformats.org/officeDocument/2006/relationships/image" Target="../media/image75.wmf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64.wmf"/><Relationship Id="rId20" Type="http://schemas.openxmlformats.org/officeDocument/2006/relationships/image" Target="../media/image66.wmf"/><Relationship Id="rId29" Type="http://schemas.openxmlformats.org/officeDocument/2006/relationships/oleObject" Target="../embeddings/oleObject28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wmf"/><Relationship Id="rId11" Type="http://schemas.openxmlformats.org/officeDocument/2006/relationships/oleObject" Target="../embeddings/oleObject19.bin"/><Relationship Id="rId24" Type="http://schemas.openxmlformats.org/officeDocument/2006/relationships/image" Target="../media/image68.wmf"/><Relationship Id="rId32" Type="http://schemas.openxmlformats.org/officeDocument/2006/relationships/image" Target="../media/image72.wmf"/><Relationship Id="rId37" Type="http://schemas.openxmlformats.org/officeDocument/2006/relationships/oleObject" Target="../embeddings/oleObject32.bin"/><Relationship Id="rId5" Type="http://schemas.openxmlformats.org/officeDocument/2006/relationships/oleObject" Target="../embeddings/oleObject16.bin"/><Relationship Id="rId15" Type="http://schemas.openxmlformats.org/officeDocument/2006/relationships/oleObject" Target="../embeddings/oleObject21.bin"/><Relationship Id="rId23" Type="http://schemas.openxmlformats.org/officeDocument/2006/relationships/oleObject" Target="../embeddings/oleObject25.bin"/><Relationship Id="rId28" Type="http://schemas.openxmlformats.org/officeDocument/2006/relationships/image" Target="../media/image70.wmf"/><Relationship Id="rId36" Type="http://schemas.openxmlformats.org/officeDocument/2006/relationships/image" Target="../media/image74.wmf"/><Relationship Id="rId10" Type="http://schemas.openxmlformats.org/officeDocument/2006/relationships/image" Target="../media/image61.wmf"/><Relationship Id="rId19" Type="http://schemas.openxmlformats.org/officeDocument/2006/relationships/oleObject" Target="../embeddings/oleObject23.bin"/><Relationship Id="rId31" Type="http://schemas.openxmlformats.org/officeDocument/2006/relationships/oleObject" Target="../embeddings/oleObject29.bin"/><Relationship Id="rId4" Type="http://schemas.openxmlformats.org/officeDocument/2006/relationships/image" Target="../media/image58.png"/><Relationship Id="rId9" Type="http://schemas.openxmlformats.org/officeDocument/2006/relationships/oleObject" Target="../embeddings/oleObject18.bin"/><Relationship Id="rId14" Type="http://schemas.openxmlformats.org/officeDocument/2006/relationships/image" Target="../media/image63.wmf"/><Relationship Id="rId22" Type="http://schemas.openxmlformats.org/officeDocument/2006/relationships/image" Target="../media/image67.wmf"/><Relationship Id="rId27" Type="http://schemas.openxmlformats.org/officeDocument/2006/relationships/oleObject" Target="../embeddings/oleObject27.bin"/><Relationship Id="rId30" Type="http://schemas.openxmlformats.org/officeDocument/2006/relationships/image" Target="../media/image71.wmf"/><Relationship Id="rId35" Type="http://schemas.openxmlformats.org/officeDocument/2006/relationships/oleObject" Target="../embeddings/oleObject31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13" Type="http://schemas.openxmlformats.org/officeDocument/2006/relationships/oleObject" Target="../embeddings/oleObject36.bin"/><Relationship Id="rId18" Type="http://schemas.openxmlformats.org/officeDocument/2006/relationships/image" Target="../media/image82.wmf"/><Relationship Id="rId26" Type="http://schemas.openxmlformats.org/officeDocument/2006/relationships/image" Target="../media/image86.wmf"/><Relationship Id="rId3" Type="http://schemas.openxmlformats.org/officeDocument/2006/relationships/image" Target="../media/image76.png"/><Relationship Id="rId21" Type="http://schemas.openxmlformats.org/officeDocument/2006/relationships/oleObject" Target="../embeddings/oleObject40.bin"/><Relationship Id="rId7" Type="http://schemas.openxmlformats.org/officeDocument/2006/relationships/oleObject" Target="../embeddings/oleObject34.bin"/><Relationship Id="rId12" Type="http://schemas.openxmlformats.org/officeDocument/2006/relationships/image" Target="../media/image79.wmf"/><Relationship Id="rId17" Type="http://schemas.openxmlformats.org/officeDocument/2006/relationships/oleObject" Target="../embeddings/oleObject38.bin"/><Relationship Id="rId25" Type="http://schemas.openxmlformats.org/officeDocument/2006/relationships/oleObject" Target="../embeddings/oleObject42.bin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81.wmf"/><Relationship Id="rId20" Type="http://schemas.openxmlformats.org/officeDocument/2006/relationships/image" Target="../media/image83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wmf"/><Relationship Id="rId11" Type="http://schemas.openxmlformats.org/officeDocument/2006/relationships/oleObject" Target="../embeddings/oleObject35.bin"/><Relationship Id="rId24" Type="http://schemas.openxmlformats.org/officeDocument/2006/relationships/image" Target="../media/image85.wmf"/><Relationship Id="rId5" Type="http://schemas.openxmlformats.org/officeDocument/2006/relationships/oleObject" Target="../embeddings/oleObject33.bin"/><Relationship Id="rId15" Type="http://schemas.openxmlformats.org/officeDocument/2006/relationships/oleObject" Target="../embeddings/oleObject37.bin"/><Relationship Id="rId23" Type="http://schemas.openxmlformats.org/officeDocument/2006/relationships/oleObject" Target="../embeddings/oleObject41.bin"/><Relationship Id="rId28" Type="http://schemas.openxmlformats.org/officeDocument/2006/relationships/image" Target="../media/image87.wmf"/><Relationship Id="rId10" Type="http://schemas.openxmlformats.org/officeDocument/2006/relationships/image" Target="../media/image31.svg"/><Relationship Id="rId19" Type="http://schemas.openxmlformats.org/officeDocument/2006/relationships/oleObject" Target="../embeddings/oleObject39.bin"/><Relationship Id="rId4" Type="http://schemas.openxmlformats.org/officeDocument/2006/relationships/image" Target="../media/image4.png"/><Relationship Id="rId9" Type="http://schemas.openxmlformats.org/officeDocument/2006/relationships/image" Target="../media/image32.svg"/><Relationship Id="rId14" Type="http://schemas.openxmlformats.org/officeDocument/2006/relationships/image" Target="../media/image80.wmf"/><Relationship Id="rId22" Type="http://schemas.openxmlformats.org/officeDocument/2006/relationships/image" Target="../media/image84.wmf"/><Relationship Id="rId27" Type="http://schemas.openxmlformats.org/officeDocument/2006/relationships/oleObject" Target="../embeddings/oleObject43.bin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2.wmf"/><Relationship Id="rId18" Type="http://schemas.openxmlformats.org/officeDocument/2006/relationships/oleObject" Target="../embeddings/oleObject51.bin"/><Relationship Id="rId26" Type="http://schemas.openxmlformats.org/officeDocument/2006/relationships/oleObject" Target="../embeddings/oleObject55.bin"/><Relationship Id="rId39" Type="http://schemas.openxmlformats.org/officeDocument/2006/relationships/image" Target="../media/image105.wmf"/><Relationship Id="rId3" Type="http://schemas.openxmlformats.org/officeDocument/2006/relationships/image" Target="../media/image4.png"/><Relationship Id="rId21" Type="http://schemas.openxmlformats.org/officeDocument/2006/relationships/image" Target="../media/image96.wmf"/><Relationship Id="rId34" Type="http://schemas.openxmlformats.org/officeDocument/2006/relationships/oleObject" Target="../embeddings/oleObject59.bin"/><Relationship Id="rId42" Type="http://schemas.openxmlformats.org/officeDocument/2006/relationships/oleObject" Target="../embeddings/oleObject63.bin"/><Relationship Id="rId47" Type="http://schemas.openxmlformats.org/officeDocument/2006/relationships/image" Target="../media/image109.wmf"/><Relationship Id="rId50" Type="http://schemas.openxmlformats.org/officeDocument/2006/relationships/oleObject" Target="../embeddings/oleObject67.bin"/><Relationship Id="rId7" Type="http://schemas.openxmlformats.org/officeDocument/2006/relationships/image" Target="../media/image89.wmf"/><Relationship Id="rId12" Type="http://schemas.openxmlformats.org/officeDocument/2006/relationships/oleObject" Target="../embeddings/oleObject48.bin"/><Relationship Id="rId17" Type="http://schemas.openxmlformats.org/officeDocument/2006/relationships/image" Target="../media/image94.wmf"/><Relationship Id="rId25" Type="http://schemas.openxmlformats.org/officeDocument/2006/relationships/image" Target="../media/image98.wmf"/><Relationship Id="rId33" Type="http://schemas.openxmlformats.org/officeDocument/2006/relationships/image" Target="../media/image102.wmf"/><Relationship Id="rId38" Type="http://schemas.openxmlformats.org/officeDocument/2006/relationships/oleObject" Target="../embeddings/oleObject61.bin"/><Relationship Id="rId46" Type="http://schemas.openxmlformats.org/officeDocument/2006/relationships/oleObject" Target="../embeddings/oleObject65.bin"/><Relationship Id="rId2" Type="http://schemas.openxmlformats.org/officeDocument/2006/relationships/notesSlide" Target="../notesSlides/notesSlide14.xml"/><Relationship Id="rId16" Type="http://schemas.openxmlformats.org/officeDocument/2006/relationships/oleObject" Target="../embeddings/oleObject50.bin"/><Relationship Id="rId20" Type="http://schemas.openxmlformats.org/officeDocument/2006/relationships/oleObject" Target="../embeddings/oleObject52.bin"/><Relationship Id="rId29" Type="http://schemas.openxmlformats.org/officeDocument/2006/relationships/image" Target="../media/image100.wmf"/><Relationship Id="rId41" Type="http://schemas.openxmlformats.org/officeDocument/2006/relationships/image" Target="../media/image106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5.bin"/><Relationship Id="rId11" Type="http://schemas.openxmlformats.org/officeDocument/2006/relationships/image" Target="../media/image91.wmf"/><Relationship Id="rId24" Type="http://schemas.openxmlformats.org/officeDocument/2006/relationships/oleObject" Target="../embeddings/oleObject54.bin"/><Relationship Id="rId32" Type="http://schemas.openxmlformats.org/officeDocument/2006/relationships/oleObject" Target="../embeddings/oleObject58.bin"/><Relationship Id="rId37" Type="http://schemas.openxmlformats.org/officeDocument/2006/relationships/image" Target="../media/image104.wmf"/><Relationship Id="rId40" Type="http://schemas.openxmlformats.org/officeDocument/2006/relationships/oleObject" Target="../embeddings/oleObject62.bin"/><Relationship Id="rId45" Type="http://schemas.openxmlformats.org/officeDocument/2006/relationships/image" Target="../media/image108.wmf"/><Relationship Id="rId5" Type="http://schemas.openxmlformats.org/officeDocument/2006/relationships/image" Target="../media/image88.wmf"/><Relationship Id="rId15" Type="http://schemas.openxmlformats.org/officeDocument/2006/relationships/image" Target="../media/image93.wmf"/><Relationship Id="rId23" Type="http://schemas.openxmlformats.org/officeDocument/2006/relationships/image" Target="../media/image97.wmf"/><Relationship Id="rId28" Type="http://schemas.openxmlformats.org/officeDocument/2006/relationships/oleObject" Target="../embeddings/oleObject56.bin"/><Relationship Id="rId36" Type="http://schemas.openxmlformats.org/officeDocument/2006/relationships/oleObject" Target="../embeddings/oleObject60.bin"/><Relationship Id="rId49" Type="http://schemas.openxmlformats.org/officeDocument/2006/relationships/image" Target="../media/image110.wmf"/><Relationship Id="rId10" Type="http://schemas.openxmlformats.org/officeDocument/2006/relationships/oleObject" Target="../embeddings/oleObject47.bin"/><Relationship Id="rId19" Type="http://schemas.openxmlformats.org/officeDocument/2006/relationships/image" Target="../media/image95.wmf"/><Relationship Id="rId31" Type="http://schemas.openxmlformats.org/officeDocument/2006/relationships/image" Target="../media/image101.wmf"/><Relationship Id="rId44" Type="http://schemas.openxmlformats.org/officeDocument/2006/relationships/oleObject" Target="../embeddings/oleObject64.bin"/><Relationship Id="rId4" Type="http://schemas.openxmlformats.org/officeDocument/2006/relationships/oleObject" Target="../embeddings/oleObject44.bin"/><Relationship Id="rId9" Type="http://schemas.openxmlformats.org/officeDocument/2006/relationships/image" Target="../media/image90.wmf"/><Relationship Id="rId14" Type="http://schemas.openxmlformats.org/officeDocument/2006/relationships/oleObject" Target="../embeddings/oleObject49.bin"/><Relationship Id="rId22" Type="http://schemas.openxmlformats.org/officeDocument/2006/relationships/oleObject" Target="../embeddings/oleObject53.bin"/><Relationship Id="rId27" Type="http://schemas.openxmlformats.org/officeDocument/2006/relationships/image" Target="../media/image99.wmf"/><Relationship Id="rId30" Type="http://schemas.openxmlformats.org/officeDocument/2006/relationships/oleObject" Target="../embeddings/oleObject57.bin"/><Relationship Id="rId35" Type="http://schemas.openxmlformats.org/officeDocument/2006/relationships/image" Target="../media/image103.wmf"/><Relationship Id="rId43" Type="http://schemas.openxmlformats.org/officeDocument/2006/relationships/image" Target="../media/image107.wmf"/><Relationship Id="rId48" Type="http://schemas.openxmlformats.org/officeDocument/2006/relationships/oleObject" Target="../embeddings/oleObject66.bin"/><Relationship Id="rId8" Type="http://schemas.openxmlformats.org/officeDocument/2006/relationships/oleObject" Target="../embeddings/oleObject46.bin"/><Relationship Id="rId51" Type="http://schemas.openxmlformats.org/officeDocument/2006/relationships/image" Target="../media/image111.wmf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6.wmf"/><Relationship Id="rId18" Type="http://schemas.openxmlformats.org/officeDocument/2006/relationships/oleObject" Target="../embeddings/oleObject75.bin"/><Relationship Id="rId26" Type="http://schemas.openxmlformats.org/officeDocument/2006/relationships/oleObject" Target="../embeddings/oleObject78.bin"/><Relationship Id="rId39" Type="http://schemas.openxmlformats.org/officeDocument/2006/relationships/image" Target="../media/image130.wmf"/><Relationship Id="rId21" Type="http://schemas.openxmlformats.org/officeDocument/2006/relationships/image" Target="../media/image121.png"/><Relationship Id="rId34" Type="http://schemas.openxmlformats.org/officeDocument/2006/relationships/oleObject" Target="../embeddings/oleObject82.bin"/><Relationship Id="rId42" Type="http://schemas.openxmlformats.org/officeDocument/2006/relationships/oleObject" Target="../embeddings/oleObject86.bin"/><Relationship Id="rId47" Type="http://schemas.openxmlformats.org/officeDocument/2006/relationships/image" Target="../media/image134.wmf"/><Relationship Id="rId50" Type="http://schemas.openxmlformats.org/officeDocument/2006/relationships/oleObject" Target="../embeddings/oleObject90.bin"/><Relationship Id="rId55" Type="http://schemas.openxmlformats.org/officeDocument/2006/relationships/image" Target="../media/image138.wmf"/><Relationship Id="rId63" Type="http://schemas.openxmlformats.org/officeDocument/2006/relationships/image" Target="../media/image142.wmf"/><Relationship Id="rId68" Type="http://schemas.openxmlformats.org/officeDocument/2006/relationships/oleObject" Target="../embeddings/oleObject99.bin"/><Relationship Id="rId76" Type="http://schemas.openxmlformats.org/officeDocument/2006/relationships/oleObject" Target="../embeddings/oleObject103.bin"/><Relationship Id="rId7" Type="http://schemas.openxmlformats.org/officeDocument/2006/relationships/image" Target="../media/image113.wmf"/><Relationship Id="rId71" Type="http://schemas.openxmlformats.org/officeDocument/2006/relationships/image" Target="../media/image146.wmf"/><Relationship Id="rId2" Type="http://schemas.openxmlformats.org/officeDocument/2006/relationships/notesSlide" Target="../notesSlides/notesSlide15.xml"/><Relationship Id="rId16" Type="http://schemas.openxmlformats.org/officeDocument/2006/relationships/oleObject" Target="../embeddings/oleObject74.bin"/><Relationship Id="rId29" Type="http://schemas.openxmlformats.org/officeDocument/2006/relationships/image" Target="../media/image125.wmf"/><Relationship Id="rId11" Type="http://schemas.openxmlformats.org/officeDocument/2006/relationships/image" Target="../media/image115.wmf"/><Relationship Id="rId24" Type="http://schemas.openxmlformats.org/officeDocument/2006/relationships/oleObject" Target="../embeddings/oleObject77.bin"/><Relationship Id="rId32" Type="http://schemas.openxmlformats.org/officeDocument/2006/relationships/oleObject" Target="../embeddings/oleObject81.bin"/><Relationship Id="rId37" Type="http://schemas.openxmlformats.org/officeDocument/2006/relationships/image" Target="../media/image129.wmf"/><Relationship Id="rId40" Type="http://schemas.openxmlformats.org/officeDocument/2006/relationships/oleObject" Target="../embeddings/oleObject85.bin"/><Relationship Id="rId45" Type="http://schemas.openxmlformats.org/officeDocument/2006/relationships/image" Target="../media/image133.wmf"/><Relationship Id="rId53" Type="http://schemas.openxmlformats.org/officeDocument/2006/relationships/image" Target="../media/image137.wmf"/><Relationship Id="rId58" Type="http://schemas.openxmlformats.org/officeDocument/2006/relationships/oleObject" Target="../embeddings/oleObject94.bin"/><Relationship Id="rId66" Type="http://schemas.openxmlformats.org/officeDocument/2006/relationships/oleObject" Target="../embeddings/oleObject98.bin"/><Relationship Id="rId74" Type="http://schemas.openxmlformats.org/officeDocument/2006/relationships/oleObject" Target="../embeddings/oleObject102.bin"/><Relationship Id="rId79" Type="http://schemas.openxmlformats.org/officeDocument/2006/relationships/image" Target="../media/image150.wmf"/><Relationship Id="rId5" Type="http://schemas.openxmlformats.org/officeDocument/2006/relationships/image" Target="../media/image112.wmf"/><Relationship Id="rId61" Type="http://schemas.openxmlformats.org/officeDocument/2006/relationships/image" Target="../media/image141.wmf"/><Relationship Id="rId82" Type="http://schemas.openxmlformats.org/officeDocument/2006/relationships/oleObject" Target="../embeddings/oleObject106.bin"/><Relationship Id="rId10" Type="http://schemas.openxmlformats.org/officeDocument/2006/relationships/oleObject" Target="../embeddings/oleObject71.bin"/><Relationship Id="rId19" Type="http://schemas.openxmlformats.org/officeDocument/2006/relationships/image" Target="../media/image119.wmf"/><Relationship Id="rId31" Type="http://schemas.openxmlformats.org/officeDocument/2006/relationships/image" Target="../media/image126.wmf"/><Relationship Id="rId44" Type="http://schemas.openxmlformats.org/officeDocument/2006/relationships/oleObject" Target="../embeddings/oleObject87.bin"/><Relationship Id="rId52" Type="http://schemas.openxmlformats.org/officeDocument/2006/relationships/oleObject" Target="../embeddings/oleObject91.bin"/><Relationship Id="rId60" Type="http://schemas.openxmlformats.org/officeDocument/2006/relationships/oleObject" Target="../embeddings/oleObject95.bin"/><Relationship Id="rId65" Type="http://schemas.openxmlformats.org/officeDocument/2006/relationships/image" Target="../media/image143.wmf"/><Relationship Id="rId73" Type="http://schemas.openxmlformats.org/officeDocument/2006/relationships/image" Target="../media/image147.wmf"/><Relationship Id="rId78" Type="http://schemas.openxmlformats.org/officeDocument/2006/relationships/oleObject" Target="../embeddings/oleObject104.bin"/><Relationship Id="rId81" Type="http://schemas.openxmlformats.org/officeDocument/2006/relationships/image" Target="../media/image151.wmf"/><Relationship Id="rId4" Type="http://schemas.openxmlformats.org/officeDocument/2006/relationships/oleObject" Target="../embeddings/oleObject68.bin"/><Relationship Id="rId9" Type="http://schemas.openxmlformats.org/officeDocument/2006/relationships/image" Target="../media/image114.wmf"/><Relationship Id="rId14" Type="http://schemas.openxmlformats.org/officeDocument/2006/relationships/oleObject" Target="../embeddings/oleObject73.bin"/><Relationship Id="rId22" Type="http://schemas.openxmlformats.org/officeDocument/2006/relationships/oleObject" Target="../embeddings/oleObject76.bin"/><Relationship Id="rId27" Type="http://schemas.openxmlformats.org/officeDocument/2006/relationships/image" Target="../media/image124.wmf"/><Relationship Id="rId30" Type="http://schemas.openxmlformats.org/officeDocument/2006/relationships/oleObject" Target="../embeddings/oleObject80.bin"/><Relationship Id="rId35" Type="http://schemas.openxmlformats.org/officeDocument/2006/relationships/image" Target="../media/image128.wmf"/><Relationship Id="rId43" Type="http://schemas.openxmlformats.org/officeDocument/2006/relationships/image" Target="../media/image132.wmf"/><Relationship Id="rId48" Type="http://schemas.openxmlformats.org/officeDocument/2006/relationships/oleObject" Target="../embeddings/oleObject89.bin"/><Relationship Id="rId56" Type="http://schemas.openxmlformats.org/officeDocument/2006/relationships/oleObject" Target="../embeddings/oleObject93.bin"/><Relationship Id="rId64" Type="http://schemas.openxmlformats.org/officeDocument/2006/relationships/oleObject" Target="../embeddings/oleObject97.bin"/><Relationship Id="rId69" Type="http://schemas.openxmlformats.org/officeDocument/2006/relationships/image" Target="../media/image145.wmf"/><Relationship Id="rId77" Type="http://schemas.openxmlformats.org/officeDocument/2006/relationships/image" Target="../media/image149.wmf"/><Relationship Id="rId8" Type="http://schemas.openxmlformats.org/officeDocument/2006/relationships/oleObject" Target="../embeddings/oleObject70.bin"/><Relationship Id="rId51" Type="http://schemas.openxmlformats.org/officeDocument/2006/relationships/image" Target="../media/image136.wmf"/><Relationship Id="rId72" Type="http://schemas.openxmlformats.org/officeDocument/2006/relationships/oleObject" Target="../embeddings/oleObject101.bin"/><Relationship Id="rId80" Type="http://schemas.openxmlformats.org/officeDocument/2006/relationships/oleObject" Target="../embeddings/oleObject105.bin"/><Relationship Id="rId3" Type="http://schemas.openxmlformats.org/officeDocument/2006/relationships/image" Target="../media/image4.png"/><Relationship Id="rId12" Type="http://schemas.openxmlformats.org/officeDocument/2006/relationships/oleObject" Target="../embeddings/oleObject72.bin"/><Relationship Id="rId17" Type="http://schemas.openxmlformats.org/officeDocument/2006/relationships/image" Target="../media/image118.wmf"/><Relationship Id="rId25" Type="http://schemas.openxmlformats.org/officeDocument/2006/relationships/image" Target="../media/image123.emf"/><Relationship Id="rId33" Type="http://schemas.openxmlformats.org/officeDocument/2006/relationships/image" Target="../media/image127.wmf"/><Relationship Id="rId38" Type="http://schemas.openxmlformats.org/officeDocument/2006/relationships/oleObject" Target="../embeddings/oleObject84.bin"/><Relationship Id="rId46" Type="http://schemas.openxmlformats.org/officeDocument/2006/relationships/oleObject" Target="../embeddings/oleObject88.bin"/><Relationship Id="rId59" Type="http://schemas.openxmlformats.org/officeDocument/2006/relationships/image" Target="../media/image140.wmf"/><Relationship Id="rId67" Type="http://schemas.openxmlformats.org/officeDocument/2006/relationships/image" Target="../media/image144.wmf"/><Relationship Id="rId20" Type="http://schemas.openxmlformats.org/officeDocument/2006/relationships/image" Target="../media/image120.png"/><Relationship Id="rId41" Type="http://schemas.openxmlformats.org/officeDocument/2006/relationships/image" Target="../media/image131.wmf"/><Relationship Id="rId54" Type="http://schemas.openxmlformats.org/officeDocument/2006/relationships/oleObject" Target="../embeddings/oleObject92.bin"/><Relationship Id="rId62" Type="http://schemas.openxmlformats.org/officeDocument/2006/relationships/oleObject" Target="../embeddings/oleObject96.bin"/><Relationship Id="rId70" Type="http://schemas.openxmlformats.org/officeDocument/2006/relationships/oleObject" Target="../embeddings/oleObject100.bin"/><Relationship Id="rId75" Type="http://schemas.openxmlformats.org/officeDocument/2006/relationships/image" Target="../media/image148.wmf"/><Relationship Id="rId83" Type="http://schemas.openxmlformats.org/officeDocument/2006/relationships/image" Target="../media/image152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9.bin"/><Relationship Id="rId15" Type="http://schemas.openxmlformats.org/officeDocument/2006/relationships/image" Target="../media/image117.wmf"/><Relationship Id="rId23" Type="http://schemas.openxmlformats.org/officeDocument/2006/relationships/image" Target="../media/image122.wmf"/><Relationship Id="rId28" Type="http://schemas.openxmlformats.org/officeDocument/2006/relationships/oleObject" Target="../embeddings/oleObject79.bin"/><Relationship Id="rId36" Type="http://schemas.openxmlformats.org/officeDocument/2006/relationships/oleObject" Target="../embeddings/oleObject83.bin"/><Relationship Id="rId49" Type="http://schemas.openxmlformats.org/officeDocument/2006/relationships/image" Target="../media/image135.wmf"/><Relationship Id="rId57" Type="http://schemas.openxmlformats.org/officeDocument/2006/relationships/image" Target="../media/image139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svg"/><Relationship Id="rId3" Type="http://schemas.openxmlformats.org/officeDocument/2006/relationships/image" Target="../media/image4.png"/><Relationship Id="rId7" Type="http://schemas.openxmlformats.org/officeDocument/2006/relationships/image" Target="../media/image155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54.png"/><Relationship Id="rId4" Type="http://schemas.openxmlformats.org/officeDocument/2006/relationships/image" Target="../media/image153.png"/><Relationship Id="rId9" Type="http://schemas.openxmlformats.org/officeDocument/2006/relationships/image" Target="../media/image157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png"/><Relationship Id="rId3" Type="http://schemas.openxmlformats.org/officeDocument/2006/relationships/image" Target="../media/image4.png"/><Relationship Id="rId7" Type="http://schemas.openxmlformats.org/officeDocument/2006/relationships/image" Target="../media/image16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5" Type="http://schemas.openxmlformats.org/officeDocument/2006/relationships/image" Target="../media/image159.png"/><Relationship Id="rId4" Type="http://schemas.openxmlformats.org/officeDocument/2006/relationships/image" Target="../media/image15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23" r="14726" b="48018"/>
          <a:stretch>
            <a:fillRect/>
          </a:stretch>
        </p:blipFill>
        <p:spPr>
          <a:xfrm>
            <a:off x="15050" y="5223309"/>
            <a:ext cx="5870824" cy="1634689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4705866" y="0"/>
            <a:ext cx="2780268" cy="3063728"/>
            <a:chOff x="4705866" y="0"/>
            <a:chExt cx="2780268" cy="3063728"/>
          </a:xfrm>
        </p:grpSpPr>
        <p:sp>
          <p:nvSpPr>
            <p:cNvPr id="28" name="任意多边形 27"/>
            <p:cNvSpPr/>
            <p:nvPr/>
          </p:nvSpPr>
          <p:spPr>
            <a:xfrm>
              <a:off x="4705866" y="0"/>
              <a:ext cx="2780268" cy="3063728"/>
            </a:xfrm>
            <a:custGeom>
              <a:avLst/>
              <a:gdLst>
                <a:gd name="connsiteX0" fmla="*/ 0 w 2780268"/>
                <a:gd name="connsiteY0" fmla="*/ 0 h 3063728"/>
                <a:gd name="connsiteX1" fmla="*/ 2780268 w 2780268"/>
                <a:gd name="connsiteY1" fmla="*/ 0 h 3063728"/>
                <a:gd name="connsiteX2" fmla="*/ 2780268 w 2780268"/>
                <a:gd name="connsiteY2" fmla="*/ 1673594 h 3063728"/>
                <a:gd name="connsiteX3" fmla="*/ 1390134 w 2780268"/>
                <a:gd name="connsiteY3" fmla="*/ 3063728 h 3063728"/>
                <a:gd name="connsiteX4" fmla="*/ 0 w 2780268"/>
                <a:gd name="connsiteY4" fmla="*/ 1673594 h 3063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80268" h="3063728">
                  <a:moveTo>
                    <a:pt x="0" y="0"/>
                  </a:moveTo>
                  <a:lnTo>
                    <a:pt x="2780268" y="0"/>
                  </a:lnTo>
                  <a:lnTo>
                    <a:pt x="2780268" y="1673594"/>
                  </a:lnTo>
                  <a:cubicBezTo>
                    <a:pt x="2780268" y="2441344"/>
                    <a:pt x="2157884" y="3063728"/>
                    <a:pt x="1390134" y="3063728"/>
                  </a:cubicBezTo>
                  <a:cubicBezTo>
                    <a:pt x="622384" y="3063728"/>
                    <a:pt x="0" y="2441344"/>
                    <a:pt x="0" y="1673594"/>
                  </a:cubicBezTo>
                  <a:close/>
                </a:path>
              </a:pathLst>
            </a:cu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4875891" y="408799"/>
              <a:ext cx="2439190" cy="2439192"/>
              <a:chOff x="5007734" y="902247"/>
              <a:chExt cx="2543685" cy="2543686"/>
            </a:xfrm>
          </p:grpSpPr>
          <p:sp>
            <p:nvSpPr>
              <p:cNvPr id="8" name="椭圆 7"/>
              <p:cNvSpPr/>
              <p:nvPr/>
            </p:nvSpPr>
            <p:spPr>
              <a:xfrm>
                <a:off x="5007734" y="902247"/>
                <a:ext cx="2543685" cy="2543686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rgbClr val="E8E8E8"/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outerShdw blurRad="139700" dist="38100" dir="5400000" algn="t" rotWithShape="0">
                  <a:prstClr val="black">
                    <a:alpha val="1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椭圆 8"/>
              <p:cNvSpPr/>
              <p:nvPr/>
            </p:nvSpPr>
            <p:spPr>
              <a:xfrm rot="10800000">
                <a:off x="5160137" y="1054647"/>
                <a:ext cx="2213120" cy="2213120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rgbClr val="E8E8E8"/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innerShdw blurRad="88900">
                  <a:prstClr val="black">
                    <a:alpha val="16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4" name="矩形 13"/>
          <p:cNvSpPr/>
          <p:nvPr/>
        </p:nvSpPr>
        <p:spPr>
          <a:xfrm>
            <a:off x="0" y="5223310"/>
            <a:ext cx="12192000" cy="1634689"/>
          </a:xfrm>
          <a:prstGeom prst="rect">
            <a:avLst/>
          </a:prstGeom>
          <a:gradFill flip="none" rotWithShape="1">
            <a:gsLst>
              <a:gs pos="0">
                <a:srgbClr val="014924"/>
              </a:gs>
              <a:gs pos="51000">
                <a:srgbClr val="014924"/>
              </a:gs>
              <a:gs pos="80000">
                <a:srgbClr val="014924">
                  <a:alpha val="80000"/>
                </a:srgbClr>
              </a:gs>
              <a:gs pos="100000">
                <a:srgbClr val="014924">
                  <a:alpha val="6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0" y="5053673"/>
            <a:ext cx="12192000" cy="77108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627072" y="3644953"/>
            <a:ext cx="89368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考虑</a:t>
            </a:r>
            <a:r>
              <a:rPr lang="en-US" altLang="zh-CN" sz="36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HDV</a:t>
            </a:r>
            <a:r>
              <a:rPr lang="zh-CN" altLang="en-US" sz="36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置信度的信号</a:t>
            </a:r>
            <a:r>
              <a:rPr lang="en-US" altLang="zh-CN" sz="36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6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轨迹协同优化方法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707512" y="5804729"/>
            <a:ext cx="2638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院系：智能工程学院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3776354" y="5804535"/>
            <a:ext cx="3147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专业：交通运输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6662790" y="5804535"/>
            <a:ext cx="273860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汇报人：宋宇杰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9458325" y="5804535"/>
            <a:ext cx="302604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导师：黄玮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4939" y="650634"/>
            <a:ext cx="1936392" cy="19308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7C3DA0-55B2-0658-0115-8F52BC198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D65B88FA-F98D-D5D6-CCD6-358B7AE47414}"/>
              </a:ext>
            </a:extLst>
          </p:cNvPr>
          <p:cNvSpPr txBox="1"/>
          <p:nvPr/>
        </p:nvSpPr>
        <p:spPr>
          <a:xfrm>
            <a:off x="701167" y="63461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前情提要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BD9DDEC6-5F1C-A7AA-CD0A-49E5A878B698}"/>
              </a:ext>
            </a:extLst>
          </p:cNvPr>
          <p:cNvGrpSpPr/>
          <p:nvPr/>
        </p:nvGrpSpPr>
        <p:grpSpPr>
          <a:xfrm>
            <a:off x="2584397" y="136012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4" name="圆角矩形 3">
              <a:extLst>
                <a:ext uri="{FF2B5EF4-FFF2-40B4-BE49-F238E27FC236}">
                  <a16:creationId xmlns:a16="http://schemas.microsoft.com/office/drawing/2014/main" id="{3358CC9E-9F52-6D94-58EA-654356EC30B7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>
              <a:extLst>
                <a:ext uri="{FF2B5EF4-FFF2-40B4-BE49-F238E27FC236}">
                  <a16:creationId xmlns:a16="http://schemas.microsoft.com/office/drawing/2014/main" id="{ADEF11D5-A618-41A4-56E0-0E6FA91307EF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E22A27AE-FC2F-B48D-8BBB-A3BC9DB29913}"/>
                </a:ext>
              </a:extLst>
            </p:cNvPr>
            <p:cNvSpPr/>
            <p:nvPr/>
          </p:nvSpPr>
          <p:spPr>
            <a:xfrm>
              <a:off x="2707349" y="239783"/>
              <a:ext cx="753147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Preview</a:t>
              </a:r>
            </a:p>
          </p:txBody>
        </p:sp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725DD166-35EA-1FA5-3999-F0C5D97615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94775"/>
            <a:ext cx="1264639" cy="444778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E4F44DD5-BEEC-401C-93E6-FD5E9AC010B3}"/>
              </a:ext>
            </a:extLst>
          </p:cNvPr>
          <p:cNvSpPr txBox="1"/>
          <p:nvPr/>
        </p:nvSpPr>
        <p:spPr>
          <a:xfrm>
            <a:off x="195035" y="703460"/>
            <a:ext cx="14263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ea typeface="黑体" panose="02010609060101010101" pitchFamily="49" charset="-122"/>
                <a:cs typeface="Times New Roman" panose="02020603050405020304" pitchFamily="18" charset="0"/>
              </a:rPr>
              <a:t>已做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2790AD0-91A8-1941-0E65-92C1614B4269}"/>
              </a:ext>
            </a:extLst>
          </p:cNvPr>
          <p:cNvSpPr txBox="1"/>
          <p:nvPr/>
        </p:nvSpPr>
        <p:spPr>
          <a:xfrm>
            <a:off x="701167" y="1618240"/>
            <a:ext cx="55186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000" dirty="0">
                <a:ea typeface="黑体" panose="02010609060101010101" pitchFamily="49" charset="-122"/>
                <a:cs typeface="Times New Roman" panose="02020603050405020304" pitchFamily="18" charset="0"/>
              </a:rPr>
              <a:t>经过无数次</a:t>
            </a:r>
            <a:r>
              <a:rPr lang="en-US" altLang="zh-CN" sz="2000" dirty="0">
                <a:ea typeface="黑体" panose="02010609060101010101" pitchFamily="49" charset="-122"/>
                <a:cs typeface="Times New Roman" panose="02020603050405020304" pitchFamily="18" charset="0"/>
              </a:rPr>
              <a:t>debug</a:t>
            </a:r>
            <a:r>
              <a:rPr lang="zh-CN" altLang="en-US" sz="2000" dirty="0">
                <a:ea typeface="黑体" panose="02010609060101010101" pitchFamily="49" charset="-122"/>
                <a:cs typeface="Times New Roman" panose="02020603050405020304" pitchFamily="18" charset="0"/>
              </a:rPr>
              <a:t>，已写好代码并成功跑通</a:t>
            </a:r>
            <a:endParaRPr lang="en-US" altLang="zh-CN" sz="200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000" dirty="0">
                <a:ea typeface="黑体" panose="02010609060101010101" pitchFamily="49" charset="-122"/>
                <a:cs typeface="Times New Roman" panose="02020603050405020304" pitchFamily="18" charset="0"/>
              </a:rPr>
              <a:t>正在训练强化学习模型</a:t>
            </a:r>
            <a:endParaRPr lang="en-US" altLang="zh-CN" sz="200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8068B1A3-1F8B-CA10-52FF-073F70C1E28D}"/>
              </a:ext>
            </a:extLst>
          </p:cNvPr>
          <p:cNvGrpSpPr/>
          <p:nvPr/>
        </p:nvGrpSpPr>
        <p:grpSpPr>
          <a:xfrm>
            <a:off x="-254000" y="120204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21" name="圆角矩形 4">
              <a:extLst>
                <a:ext uri="{FF2B5EF4-FFF2-40B4-BE49-F238E27FC236}">
                  <a16:creationId xmlns:a16="http://schemas.microsoft.com/office/drawing/2014/main" id="{885192E8-7877-355B-8D16-AAD59B781112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14A94B71-F2DC-FE05-1E06-96CBB12B21A3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22845756-5506-2AE1-6835-2FB20DC13E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2427" y="1611205"/>
            <a:ext cx="407145" cy="407145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FD9BDFE-E28A-CF36-A194-D3C2BF3A0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b="1" smtClean="0"/>
              <a:pPr/>
              <a:t>2</a:t>
            </a:fld>
            <a:r>
              <a:rPr lang="en-US" altLang="zh-CN"/>
              <a:t>/17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9690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98" r="14726" b="48018"/>
          <a:stretch>
            <a:fillRect/>
          </a:stretch>
        </p:blipFill>
        <p:spPr>
          <a:xfrm>
            <a:off x="6321176" y="2686649"/>
            <a:ext cx="5870824" cy="1542449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2857500" y="2686049"/>
            <a:ext cx="9334500" cy="1543049"/>
          </a:xfrm>
          <a:prstGeom prst="rect">
            <a:avLst/>
          </a:prstGeom>
          <a:gradFill flip="none" rotWithShape="1">
            <a:gsLst>
              <a:gs pos="35000">
                <a:srgbClr val="014924"/>
              </a:gs>
              <a:gs pos="0">
                <a:srgbClr val="014924"/>
              </a:gs>
              <a:gs pos="59000">
                <a:srgbClr val="014924">
                  <a:alpha val="95000"/>
                </a:srgbClr>
              </a:gs>
              <a:gs pos="77000">
                <a:srgbClr val="014924">
                  <a:alpha val="70000"/>
                </a:srgbClr>
              </a:gs>
              <a:gs pos="100000">
                <a:srgbClr val="014924">
                  <a:alpha val="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123950" y="2686050"/>
            <a:ext cx="1543050" cy="1543050"/>
            <a:chOff x="1123950" y="2686050"/>
            <a:chExt cx="1543050" cy="1543050"/>
          </a:xfrm>
          <a:solidFill>
            <a:srgbClr val="014924"/>
          </a:solidFill>
        </p:grpSpPr>
        <p:sp>
          <p:nvSpPr>
            <p:cNvPr id="10" name="矩形 9"/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407285" y="2903577"/>
              <a:ext cx="976380" cy="110799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2950335" y="2781038"/>
            <a:ext cx="2646870" cy="83099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16" name="矩形 15"/>
          <p:cNvSpPr/>
          <p:nvPr/>
        </p:nvSpPr>
        <p:spPr>
          <a:xfrm>
            <a:off x="2950339" y="3612031"/>
            <a:ext cx="2559475" cy="369328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Research Background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46" b="8830"/>
          <a:stretch>
            <a:fillRect/>
          </a:stretch>
        </p:blipFill>
        <p:spPr>
          <a:xfrm>
            <a:off x="9815333" y="135922"/>
            <a:ext cx="2376667" cy="7345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>
            <a:extLst>
              <a:ext uri="{FF2B5EF4-FFF2-40B4-BE49-F238E27FC236}">
                <a16:creationId xmlns:a16="http://schemas.microsoft.com/office/drawing/2014/main" id="{F9F56C68-2E05-5EED-AEC0-6193DAB5C7F7}"/>
              </a:ext>
            </a:extLst>
          </p:cNvPr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23" name="圆角矩形 4">
              <a:extLst>
                <a:ext uri="{FF2B5EF4-FFF2-40B4-BE49-F238E27FC236}">
                  <a16:creationId xmlns:a16="http://schemas.microsoft.com/office/drawing/2014/main" id="{53BA09FD-1C48-C380-A4EF-4D5604479755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B65CA94F-2DE4-07A7-77C9-51477E8AA981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9BDF2036-FFAE-571A-5D01-D5837D89A67F}"/>
              </a:ext>
            </a:extLst>
          </p:cNvPr>
          <p:cNvSpPr txBox="1"/>
          <p:nvPr/>
        </p:nvSpPr>
        <p:spPr>
          <a:xfrm>
            <a:off x="701167" y="144940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08AC883E-33CC-A554-D5E9-52CAF3437809}"/>
              </a:ext>
            </a:extLst>
          </p:cNvPr>
          <p:cNvGrpSpPr/>
          <p:nvPr/>
        </p:nvGrpSpPr>
        <p:grpSpPr>
          <a:xfrm>
            <a:off x="2584397" y="217491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27" name="圆角矩形 3">
              <a:extLst>
                <a:ext uri="{FF2B5EF4-FFF2-40B4-BE49-F238E27FC236}">
                  <a16:creationId xmlns:a16="http://schemas.microsoft.com/office/drawing/2014/main" id="{5083EC7A-9B2A-4981-A92D-A5A354F5E4BB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圆角矩形 7">
              <a:extLst>
                <a:ext uri="{FF2B5EF4-FFF2-40B4-BE49-F238E27FC236}">
                  <a16:creationId xmlns:a16="http://schemas.microsoft.com/office/drawing/2014/main" id="{B89D11C0-720A-F976-1B5F-15377EE143D2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F2E1F67C-F86D-77E6-4B66-6B9B0D9BF24E}"/>
                </a:ext>
              </a:extLst>
            </p:cNvPr>
            <p:cNvSpPr/>
            <p:nvPr/>
          </p:nvSpPr>
          <p:spPr>
            <a:xfrm>
              <a:off x="2828484" y="239783"/>
              <a:ext cx="1760860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Background</a:t>
              </a:r>
            </a:p>
          </p:txBody>
        </p:sp>
      </p:grpSp>
      <p:pic>
        <p:nvPicPr>
          <p:cNvPr id="30" name="图片 29">
            <a:extLst>
              <a:ext uri="{FF2B5EF4-FFF2-40B4-BE49-F238E27FC236}">
                <a16:creationId xmlns:a16="http://schemas.microsoft.com/office/drawing/2014/main" id="{793BADAA-35EB-C39B-FC93-0A8B05DA23D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176254"/>
            <a:ext cx="1264639" cy="444778"/>
          </a:xfrm>
          <a:prstGeom prst="rect">
            <a:avLst/>
          </a:prstGeom>
        </p:spPr>
      </p:pic>
      <p:sp>
        <p:nvSpPr>
          <p:cNvPr id="40" name="矩形 39">
            <a:extLst>
              <a:ext uri="{FF2B5EF4-FFF2-40B4-BE49-F238E27FC236}">
                <a16:creationId xmlns:a16="http://schemas.microsoft.com/office/drawing/2014/main" id="{967F43F0-C0F1-3A2A-D2B2-7C0AD79DB1D9}"/>
              </a:ext>
            </a:extLst>
          </p:cNvPr>
          <p:cNvSpPr/>
          <p:nvPr/>
        </p:nvSpPr>
        <p:spPr>
          <a:xfrm>
            <a:off x="4233424" y="2269904"/>
            <a:ext cx="7889446" cy="38103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3B6DCE7-134E-898E-192D-CC1DE85DC2AD}"/>
              </a:ext>
            </a:extLst>
          </p:cNvPr>
          <p:cNvSpPr/>
          <p:nvPr/>
        </p:nvSpPr>
        <p:spPr>
          <a:xfrm>
            <a:off x="5358521" y="983322"/>
            <a:ext cx="5708381" cy="923330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EC399DDB-9778-AEF3-D047-D61649B611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006" y="799835"/>
            <a:ext cx="3960774" cy="2070551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406BFCE9-D258-56C0-09E7-14080C81C6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035" y="2905776"/>
            <a:ext cx="3961745" cy="2107873"/>
          </a:xfrm>
          <a:prstGeom prst="rect">
            <a:avLst/>
          </a:prstGeom>
        </p:spPr>
      </p:pic>
      <p:sp>
        <p:nvSpPr>
          <p:cNvPr id="44" name="文本框 43">
            <a:extLst>
              <a:ext uri="{FF2B5EF4-FFF2-40B4-BE49-F238E27FC236}">
                <a16:creationId xmlns:a16="http://schemas.microsoft.com/office/drawing/2014/main" id="{44EB9767-0D55-486C-6207-F0D27B345B0B}"/>
              </a:ext>
            </a:extLst>
          </p:cNvPr>
          <p:cNvSpPr txBox="1"/>
          <p:nvPr/>
        </p:nvSpPr>
        <p:spPr>
          <a:xfrm>
            <a:off x="4233424" y="2269904"/>
            <a:ext cx="79585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根据全球交通分析机构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INRIX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的数据显示，在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2024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年，由于交通拥堵，美国驾驶员每人损失大约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43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小时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（相当于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771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美元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），波士顿这类大城市更是达到了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71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小时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人。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B7B7FAC-823A-3BC8-0B68-3DDDE4490DBD}"/>
              </a:ext>
            </a:extLst>
          </p:cNvPr>
          <p:cNvSpPr txBox="1"/>
          <p:nvPr/>
        </p:nvSpPr>
        <p:spPr>
          <a:xfrm>
            <a:off x="4233424" y="3676132"/>
            <a:ext cx="79585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交通、健康、环境泛欧计划（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The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PEP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）的报告表明，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2019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年欧洲交通拥堵、道路事故和交通运输的环境成本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如温室气体排放、能源生产和栖息地破坏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的总和接近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8.2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亿欧元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en-US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DB2245F8-283D-5A8B-B070-10397A728B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5035" y="5107906"/>
            <a:ext cx="3679381" cy="1663750"/>
          </a:xfrm>
          <a:prstGeom prst="rect">
            <a:avLst/>
          </a:prstGeom>
        </p:spPr>
      </p:pic>
      <p:sp>
        <p:nvSpPr>
          <p:cNvPr id="47" name="文本框 46">
            <a:extLst>
              <a:ext uri="{FF2B5EF4-FFF2-40B4-BE49-F238E27FC236}">
                <a16:creationId xmlns:a16="http://schemas.microsoft.com/office/drawing/2014/main" id="{00D42CF5-7E02-400E-9D27-502859B51D54}"/>
              </a:ext>
            </a:extLst>
          </p:cNvPr>
          <p:cNvSpPr txBox="1"/>
          <p:nvPr/>
        </p:nvSpPr>
        <p:spPr>
          <a:xfrm>
            <a:off x="4233424" y="5082360"/>
            <a:ext cx="79585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根据中华人民共和国生态环境部发布的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中国移动源环境管理年报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2023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年全国移动源污染物排放总量为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1924.6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万吨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，而其中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机动车排放总量就达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1389.6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万吨，占比总排放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72.2%.</a:t>
            </a:r>
            <a:endParaRPr lang="zh-CN" altLang="en-US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998D63E8-59D2-6A7B-AD32-8363A8A1B191}"/>
              </a:ext>
            </a:extLst>
          </p:cNvPr>
          <p:cNvSpPr txBox="1"/>
          <p:nvPr/>
        </p:nvSpPr>
        <p:spPr>
          <a:xfrm>
            <a:off x="5358521" y="1022961"/>
            <a:ext cx="57083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随着车辆数量的不断增加，世界各地的城市都面临着严重的交通拥堵和污染问题</a:t>
            </a:r>
            <a:endParaRPr lang="zh-CN" altLang="en-US" sz="24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23EEF14-6762-A0DA-993F-3F841200B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b="1" smtClean="0"/>
              <a:pPr/>
              <a:t>4</a:t>
            </a:fld>
            <a:r>
              <a:rPr lang="en-US" altLang="zh-CN"/>
              <a:t>/17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580B84-564E-CCCF-0FCA-B0B65B1E7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>
            <a:extLst>
              <a:ext uri="{FF2B5EF4-FFF2-40B4-BE49-F238E27FC236}">
                <a16:creationId xmlns:a16="http://schemas.microsoft.com/office/drawing/2014/main" id="{15D08E39-312A-3A79-AA3A-E312515C5E39}"/>
              </a:ext>
            </a:extLst>
          </p:cNvPr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23" name="圆角矩形 4">
              <a:extLst>
                <a:ext uri="{FF2B5EF4-FFF2-40B4-BE49-F238E27FC236}">
                  <a16:creationId xmlns:a16="http://schemas.microsoft.com/office/drawing/2014/main" id="{50CF4CF1-21FD-B406-6D0C-55061A51CFB9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A857FDCE-A9C0-92B1-1EB0-2CECD2499415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996D78E6-C332-61A8-D7C7-C961256FDA6D}"/>
              </a:ext>
            </a:extLst>
          </p:cNvPr>
          <p:cNvSpPr txBox="1"/>
          <p:nvPr/>
        </p:nvSpPr>
        <p:spPr>
          <a:xfrm>
            <a:off x="701167" y="144940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A58131E-0628-D2EC-6E76-84A7961E9420}"/>
              </a:ext>
            </a:extLst>
          </p:cNvPr>
          <p:cNvGrpSpPr/>
          <p:nvPr/>
        </p:nvGrpSpPr>
        <p:grpSpPr>
          <a:xfrm>
            <a:off x="2584397" y="217491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27" name="圆角矩形 3">
              <a:extLst>
                <a:ext uri="{FF2B5EF4-FFF2-40B4-BE49-F238E27FC236}">
                  <a16:creationId xmlns:a16="http://schemas.microsoft.com/office/drawing/2014/main" id="{5BA42626-BDFD-CF71-A579-7E7FA98B2F51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圆角矩形 7">
              <a:extLst>
                <a:ext uri="{FF2B5EF4-FFF2-40B4-BE49-F238E27FC236}">
                  <a16:creationId xmlns:a16="http://schemas.microsoft.com/office/drawing/2014/main" id="{01F3C839-F86A-3539-C87D-5117F3627C35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5DEFDE2C-8CBD-3BC9-3268-C77ABC41D0B8}"/>
                </a:ext>
              </a:extLst>
            </p:cNvPr>
            <p:cNvSpPr/>
            <p:nvPr/>
          </p:nvSpPr>
          <p:spPr>
            <a:xfrm>
              <a:off x="2828484" y="239783"/>
              <a:ext cx="1760860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Background</a:t>
              </a:r>
            </a:p>
          </p:txBody>
        </p:sp>
      </p:grpSp>
      <p:pic>
        <p:nvPicPr>
          <p:cNvPr id="30" name="图片 29">
            <a:extLst>
              <a:ext uri="{FF2B5EF4-FFF2-40B4-BE49-F238E27FC236}">
                <a16:creationId xmlns:a16="http://schemas.microsoft.com/office/drawing/2014/main" id="{FC82B1AE-6618-5592-F67B-05ED328E70B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176254"/>
            <a:ext cx="1264639" cy="444778"/>
          </a:xfrm>
          <a:prstGeom prst="rect">
            <a:avLst/>
          </a:prstGeom>
        </p:spPr>
      </p:pic>
      <p:sp>
        <p:nvSpPr>
          <p:cNvPr id="41" name="文本框 40">
            <a:extLst>
              <a:ext uri="{FF2B5EF4-FFF2-40B4-BE49-F238E27FC236}">
                <a16:creationId xmlns:a16="http://schemas.microsoft.com/office/drawing/2014/main" id="{505C610A-FCFE-F698-03E6-82172459EF2B}"/>
              </a:ext>
            </a:extLst>
          </p:cNvPr>
          <p:cNvSpPr txBox="1"/>
          <p:nvPr/>
        </p:nvSpPr>
        <p:spPr>
          <a:xfrm>
            <a:off x="533400" y="934576"/>
            <a:ext cx="5562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城市交叉口混合交通控制问题</a:t>
            </a:r>
            <a:endParaRPr lang="zh-CN" altLang="en-US" sz="20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0AF0DCD4-3EE8-C56E-B216-AE71970AB880}"/>
              </a:ext>
            </a:extLst>
          </p:cNvPr>
          <p:cNvCxnSpPr/>
          <p:nvPr/>
        </p:nvCxnSpPr>
        <p:spPr>
          <a:xfrm>
            <a:off x="637749" y="1353736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A6DD487C-272A-4A6B-CAAD-954BA5E68865}"/>
              </a:ext>
            </a:extLst>
          </p:cNvPr>
          <p:cNvSpPr txBox="1"/>
          <p:nvPr/>
        </p:nvSpPr>
        <p:spPr>
          <a:xfrm>
            <a:off x="668551" y="2047207"/>
            <a:ext cx="605864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ea typeface="黑体" panose="02010609060101010101" pitchFamily="49" charset="-122"/>
                <a:cs typeface="Times New Roman" panose="02020603050405020304" pitchFamily="18" charset="0"/>
              </a:rPr>
              <a:t>城市交叉口是交通冲突最为密集的关键区域，控制难度大。</a:t>
            </a:r>
            <a:endParaRPr lang="en-US" altLang="zh-CN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ea typeface="黑体" panose="02010609060101010101" pitchFamily="49" charset="-122"/>
                <a:cs typeface="Times New Roman" panose="02020603050405020304" pitchFamily="18" charset="0"/>
              </a:rPr>
              <a:t>传统交叉口控制主要关注信号配时优化，难以充分利用智能网联车辆的潜力。</a:t>
            </a:r>
            <a:endParaRPr lang="en-US" altLang="zh-CN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ea typeface="黑体" panose="02010609060101010101" pitchFamily="49" charset="-122"/>
                <a:cs typeface="Times New Roman" panose="02020603050405020304" pitchFamily="18" charset="0"/>
              </a:rPr>
              <a:t>随着</a:t>
            </a:r>
            <a:r>
              <a:rPr lang="en-US" altLang="zh-CN" dirty="0">
                <a:ea typeface="黑体" panose="02010609060101010101" pitchFamily="49" charset="-122"/>
                <a:cs typeface="Times New Roman" panose="02020603050405020304" pitchFamily="18" charset="0"/>
              </a:rPr>
              <a:t>CAV</a:t>
            </a:r>
            <a:r>
              <a:rPr lang="zh-CN" altLang="en-US" dirty="0">
                <a:ea typeface="黑体" panose="02010609060101010101" pitchFamily="49" charset="-122"/>
                <a:cs typeface="Times New Roman" panose="02020603050405020304" pitchFamily="18" charset="0"/>
              </a:rPr>
              <a:t>渗透率提升，交叉口控制需要从单一信号配时扩展到</a:t>
            </a:r>
            <a:r>
              <a:rPr lang="zh-CN" altLang="en-US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信号控制与</a:t>
            </a:r>
            <a:r>
              <a:rPr lang="en-US" altLang="zh-CN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CAV</a:t>
            </a:r>
            <a:r>
              <a:rPr lang="zh-CN" altLang="en-US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轨迹优化</a:t>
            </a:r>
            <a:r>
              <a:rPr lang="zh-CN" altLang="en-US" dirty="0">
                <a:ea typeface="黑体" panose="02010609060101010101" pitchFamily="49" charset="-122"/>
                <a:cs typeface="Times New Roman" panose="02020603050405020304" pitchFamily="18" charset="0"/>
              </a:rPr>
              <a:t>的协同框架。</a:t>
            </a:r>
            <a:endParaRPr lang="zh-CN" altLang="en-US" dirty="0"/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D5926001-7707-EE33-50D4-BFD3D23CBFB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62" b="275"/>
          <a:stretch>
            <a:fillRect/>
          </a:stretch>
        </p:blipFill>
        <p:spPr>
          <a:xfrm>
            <a:off x="7714269" y="785636"/>
            <a:ext cx="3469062" cy="3413279"/>
          </a:xfrm>
          <a:prstGeom prst="rect">
            <a:avLst/>
          </a:prstGeom>
        </p:spPr>
      </p:pic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BD43187F-DA3D-644D-5F3B-98905821A346}"/>
              </a:ext>
            </a:extLst>
          </p:cNvPr>
          <p:cNvSpPr/>
          <p:nvPr/>
        </p:nvSpPr>
        <p:spPr>
          <a:xfrm>
            <a:off x="626081" y="1902888"/>
            <a:ext cx="6179510" cy="1779466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282EA00E-05B3-1E8F-13ED-95FE39463642}"/>
              </a:ext>
            </a:extLst>
          </p:cNvPr>
          <p:cNvSpPr/>
          <p:nvPr/>
        </p:nvSpPr>
        <p:spPr>
          <a:xfrm>
            <a:off x="637749" y="4476459"/>
            <a:ext cx="1793436" cy="1851471"/>
          </a:xfrm>
          <a:prstGeom prst="roundRect">
            <a:avLst>
              <a:gd name="adj" fmla="val 5635"/>
            </a:avLst>
          </a:prstGeom>
          <a:noFill/>
          <a:ln>
            <a:solidFill>
              <a:srgbClr val="014924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9EEF231B-9309-BA02-829F-3192AA30C9AC}"/>
              </a:ext>
            </a:extLst>
          </p:cNvPr>
          <p:cNvSpPr/>
          <p:nvPr/>
        </p:nvSpPr>
        <p:spPr>
          <a:xfrm>
            <a:off x="3185952" y="4476459"/>
            <a:ext cx="1793436" cy="1851471"/>
          </a:xfrm>
          <a:prstGeom prst="roundRect">
            <a:avLst>
              <a:gd name="adj" fmla="val 5635"/>
            </a:avLst>
          </a:prstGeom>
          <a:noFill/>
          <a:ln>
            <a:solidFill>
              <a:srgbClr val="014924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063731C1-6E0A-77F7-C61E-AEEED209653C}"/>
              </a:ext>
            </a:extLst>
          </p:cNvPr>
          <p:cNvSpPr/>
          <p:nvPr/>
        </p:nvSpPr>
        <p:spPr>
          <a:xfrm>
            <a:off x="5734267" y="4476459"/>
            <a:ext cx="2242639" cy="1851471"/>
          </a:xfrm>
          <a:prstGeom prst="roundRect">
            <a:avLst>
              <a:gd name="adj" fmla="val 5635"/>
            </a:avLst>
          </a:prstGeom>
          <a:noFill/>
          <a:ln>
            <a:solidFill>
              <a:srgbClr val="014924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100B00BD-9241-2581-4565-76967D26AC94}"/>
              </a:ext>
            </a:extLst>
          </p:cNvPr>
          <p:cNvSpPr/>
          <p:nvPr/>
        </p:nvSpPr>
        <p:spPr>
          <a:xfrm>
            <a:off x="8733160" y="4476459"/>
            <a:ext cx="2958223" cy="1851471"/>
          </a:xfrm>
          <a:prstGeom prst="roundRect">
            <a:avLst>
              <a:gd name="adj" fmla="val 5635"/>
            </a:avLst>
          </a:prstGeom>
          <a:noFill/>
          <a:ln>
            <a:solidFill>
              <a:srgbClr val="014924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247385D7-3FEE-A901-565F-583255540FC1}"/>
              </a:ext>
            </a:extLst>
          </p:cNvPr>
          <p:cNvSpPr/>
          <p:nvPr/>
        </p:nvSpPr>
        <p:spPr>
          <a:xfrm>
            <a:off x="637749" y="4476461"/>
            <a:ext cx="1793436" cy="403670"/>
          </a:xfrm>
          <a:prstGeom prst="roundRect">
            <a:avLst>
              <a:gd name="adj" fmla="val 20957"/>
            </a:avLst>
          </a:prstGeom>
          <a:solidFill>
            <a:srgbClr val="014924"/>
          </a:solidFill>
          <a:ln>
            <a:solidFill>
              <a:srgbClr val="014924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D900D23A-31BF-3F7C-29F9-BFD12DA87E10}"/>
              </a:ext>
            </a:extLst>
          </p:cNvPr>
          <p:cNvSpPr/>
          <p:nvPr/>
        </p:nvSpPr>
        <p:spPr>
          <a:xfrm>
            <a:off x="3185952" y="4476461"/>
            <a:ext cx="1793436" cy="403670"/>
          </a:xfrm>
          <a:prstGeom prst="roundRect">
            <a:avLst>
              <a:gd name="adj" fmla="val 20957"/>
            </a:avLst>
          </a:prstGeom>
          <a:solidFill>
            <a:srgbClr val="014924"/>
          </a:solidFill>
          <a:ln>
            <a:solidFill>
              <a:srgbClr val="014924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30E7C8A5-F783-37C8-C4AE-D838F69BF694}"/>
              </a:ext>
            </a:extLst>
          </p:cNvPr>
          <p:cNvSpPr/>
          <p:nvPr/>
        </p:nvSpPr>
        <p:spPr>
          <a:xfrm>
            <a:off x="5734267" y="4476461"/>
            <a:ext cx="2242639" cy="403670"/>
          </a:xfrm>
          <a:prstGeom prst="roundRect">
            <a:avLst>
              <a:gd name="adj" fmla="val 20957"/>
            </a:avLst>
          </a:prstGeom>
          <a:solidFill>
            <a:srgbClr val="014924"/>
          </a:solidFill>
          <a:ln>
            <a:solidFill>
              <a:srgbClr val="014924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4A1EF967-E53B-E709-7B9F-409C74631B2C}"/>
              </a:ext>
            </a:extLst>
          </p:cNvPr>
          <p:cNvSpPr/>
          <p:nvPr/>
        </p:nvSpPr>
        <p:spPr>
          <a:xfrm>
            <a:off x="8733160" y="4476461"/>
            <a:ext cx="2958223" cy="403670"/>
          </a:xfrm>
          <a:prstGeom prst="roundRect">
            <a:avLst>
              <a:gd name="adj" fmla="val 20957"/>
            </a:avLst>
          </a:prstGeom>
          <a:solidFill>
            <a:srgbClr val="014924"/>
          </a:solidFill>
          <a:ln>
            <a:solidFill>
              <a:srgbClr val="014924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0A2045A8-BC3C-4C90-76DE-03234A04C50C}"/>
              </a:ext>
            </a:extLst>
          </p:cNvPr>
          <p:cNvSpPr txBox="1"/>
          <p:nvPr/>
        </p:nvSpPr>
        <p:spPr>
          <a:xfrm>
            <a:off x="689663" y="4505479"/>
            <a:ext cx="16896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 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传统信号控制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B4F5E5BD-28D8-868C-3263-A80526C5BB21}"/>
              </a:ext>
            </a:extLst>
          </p:cNvPr>
          <p:cNvSpPr txBox="1"/>
          <p:nvPr/>
        </p:nvSpPr>
        <p:spPr>
          <a:xfrm>
            <a:off x="3237866" y="4505479"/>
            <a:ext cx="16896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 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车辆轨迹优化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DAB39D1F-169B-1976-60FD-CAFE8B106439}"/>
              </a:ext>
            </a:extLst>
          </p:cNvPr>
          <p:cNvSpPr txBox="1"/>
          <p:nvPr/>
        </p:nvSpPr>
        <p:spPr>
          <a:xfrm>
            <a:off x="5734211" y="4505479"/>
            <a:ext cx="22426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 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信号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轨迹协同优化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B7415D6B-106A-AA45-9886-3A53F0E3B9EB}"/>
              </a:ext>
            </a:extLst>
          </p:cNvPr>
          <p:cNvSpPr txBox="1"/>
          <p:nvPr/>
        </p:nvSpPr>
        <p:spPr>
          <a:xfrm>
            <a:off x="8733160" y="4505479"/>
            <a:ext cx="29817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 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考虑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HDV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置信度的协同优化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箭头: 右 60">
            <a:extLst>
              <a:ext uri="{FF2B5EF4-FFF2-40B4-BE49-F238E27FC236}">
                <a16:creationId xmlns:a16="http://schemas.microsoft.com/office/drawing/2014/main" id="{D9C81A01-BAE6-16FF-7DDA-2FB6151892A9}"/>
              </a:ext>
            </a:extLst>
          </p:cNvPr>
          <p:cNvSpPr/>
          <p:nvPr/>
        </p:nvSpPr>
        <p:spPr>
          <a:xfrm>
            <a:off x="2536331" y="5354569"/>
            <a:ext cx="520700" cy="276225"/>
          </a:xfrm>
          <a:prstGeom prst="rightArrow">
            <a:avLst/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箭头: 右 61">
            <a:extLst>
              <a:ext uri="{FF2B5EF4-FFF2-40B4-BE49-F238E27FC236}">
                <a16:creationId xmlns:a16="http://schemas.microsoft.com/office/drawing/2014/main" id="{756B99BC-9777-E760-3444-C3AF66A06B40}"/>
              </a:ext>
            </a:extLst>
          </p:cNvPr>
          <p:cNvSpPr/>
          <p:nvPr/>
        </p:nvSpPr>
        <p:spPr>
          <a:xfrm>
            <a:off x="5088818" y="5354569"/>
            <a:ext cx="520700" cy="276225"/>
          </a:xfrm>
          <a:prstGeom prst="rightArrow">
            <a:avLst/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箭头: 右 62">
            <a:extLst>
              <a:ext uri="{FF2B5EF4-FFF2-40B4-BE49-F238E27FC236}">
                <a16:creationId xmlns:a16="http://schemas.microsoft.com/office/drawing/2014/main" id="{17480416-A7E7-BBA8-EB11-DBCFCE1F6429}"/>
              </a:ext>
            </a:extLst>
          </p:cNvPr>
          <p:cNvSpPr/>
          <p:nvPr/>
        </p:nvSpPr>
        <p:spPr>
          <a:xfrm>
            <a:off x="8089983" y="5354569"/>
            <a:ext cx="520700" cy="276225"/>
          </a:xfrm>
          <a:prstGeom prst="rightArrow">
            <a:avLst/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4" name="图片 63">
            <a:extLst>
              <a:ext uri="{FF2B5EF4-FFF2-40B4-BE49-F238E27FC236}">
                <a16:creationId xmlns:a16="http://schemas.microsoft.com/office/drawing/2014/main" id="{A48416E2-25AA-FB07-2363-D0BBA41E93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511" y="5071064"/>
            <a:ext cx="314325" cy="600075"/>
          </a:xfrm>
          <a:prstGeom prst="rect">
            <a:avLst/>
          </a:prstGeom>
        </p:spPr>
      </p:pic>
      <p:pic>
        <p:nvPicPr>
          <p:cNvPr id="67" name="图形 66">
            <a:extLst>
              <a:ext uri="{FF2B5EF4-FFF2-40B4-BE49-F238E27FC236}">
                <a16:creationId xmlns:a16="http://schemas.microsoft.com/office/drawing/2014/main" id="{17DA3213-4C09-ADF3-A6BB-E1DFE67D3F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2799" y="5071064"/>
            <a:ext cx="600075" cy="600075"/>
          </a:xfrm>
          <a:prstGeom prst="rect">
            <a:avLst/>
          </a:prstGeom>
        </p:spPr>
      </p:pic>
      <p:sp>
        <p:nvSpPr>
          <p:cNvPr id="68" name="文本框 67">
            <a:extLst>
              <a:ext uri="{FF2B5EF4-FFF2-40B4-BE49-F238E27FC236}">
                <a16:creationId xmlns:a16="http://schemas.microsoft.com/office/drawing/2014/main" id="{05C8596E-66B4-2C57-A80C-191F1E9BC62D}"/>
              </a:ext>
            </a:extLst>
          </p:cNvPr>
          <p:cNvSpPr txBox="1"/>
          <p:nvPr/>
        </p:nvSpPr>
        <p:spPr>
          <a:xfrm>
            <a:off x="626081" y="5857825"/>
            <a:ext cx="17934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仅优化信号配时</a:t>
            </a:r>
          </a:p>
        </p:txBody>
      </p:sp>
      <p:pic>
        <p:nvPicPr>
          <p:cNvPr id="71" name="图形 70">
            <a:extLst>
              <a:ext uri="{FF2B5EF4-FFF2-40B4-BE49-F238E27FC236}">
                <a16:creationId xmlns:a16="http://schemas.microsoft.com/office/drawing/2014/main" id="{1D411922-3C81-5C5C-70CB-21A1E575F8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96197" y="5034772"/>
            <a:ext cx="636367" cy="636367"/>
          </a:xfrm>
          <a:prstGeom prst="rect">
            <a:avLst/>
          </a:prstGeom>
        </p:spPr>
      </p:pic>
      <p:sp>
        <p:nvSpPr>
          <p:cNvPr id="72" name="文本框 71">
            <a:extLst>
              <a:ext uri="{FF2B5EF4-FFF2-40B4-BE49-F238E27FC236}">
                <a16:creationId xmlns:a16="http://schemas.microsoft.com/office/drawing/2014/main" id="{C64110F1-56E6-BFBD-EBC3-E48900C29B9C}"/>
              </a:ext>
            </a:extLst>
          </p:cNvPr>
          <p:cNvSpPr txBox="1"/>
          <p:nvPr/>
        </p:nvSpPr>
        <p:spPr>
          <a:xfrm>
            <a:off x="3185952" y="5857825"/>
            <a:ext cx="17934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仅进行轨迹规划</a:t>
            </a:r>
          </a:p>
        </p:txBody>
      </p:sp>
      <p:pic>
        <p:nvPicPr>
          <p:cNvPr id="73" name="图片 72">
            <a:extLst>
              <a:ext uri="{FF2B5EF4-FFF2-40B4-BE49-F238E27FC236}">
                <a16:creationId xmlns:a16="http://schemas.microsoft.com/office/drawing/2014/main" id="{62E516D3-D5AA-9F8D-4775-EDE925CFF1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5006628"/>
            <a:ext cx="314325" cy="600075"/>
          </a:xfrm>
          <a:prstGeom prst="rect">
            <a:avLst/>
          </a:prstGeom>
        </p:spPr>
      </p:pic>
      <p:pic>
        <p:nvPicPr>
          <p:cNvPr id="74" name="图形 73">
            <a:extLst>
              <a:ext uri="{FF2B5EF4-FFF2-40B4-BE49-F238E27FC236}">
                <a16:creationId xmlns:a16="http://schemas.microsoft.com/office/drawing/2014/main" id="{5022ACF7-2E84-170B-8C80-01F861049E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89930" y="5034772"/>
            <a:ext cx="636367" cy="636367"/>
          </a:xfrm>
          <a:prstGeom prst="rect">
            <a:avLst/>
          </a:prstGeom>
        </p:spPr>
      </p:pic>
      <p:sp>
        <p:nvSpPr>
          <p:cNvPr id="75" name="加号 74">
            <a:extLst>
              <a:ext uri="{FF2B5EF4-FFF2-40B4-BE49-F238E27FC236}">
                <a16:creationId xmlns:a16="http://schemas.microsoft.com/office/drawing/2014/main" id="{D4D08ABE-AE4D-DE79-D176-D403BEDE8524}"/>
              </a:ext>
            </a:extLst>
          </p:cNvPr>
          <p:cNvSpPr/>
          <p:nvPr/>
        </p:nvSpPr>
        <p:spPr>
          <a:xfrm>
            <a:off x="6658930" y="5214126"/>
            <a:ext cx="226255" cy="247844"/>
          </a:xfrm>
          <a:prstGeom prst="mathPlus">
            <a:avLst>
              <a:gd name="adj1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6BAD2BAF-3AA7-471A-1B1C-635F35A4B280}"/>
              </a:ext>
            </a:extLst>
          </p:cNvPr>
          <p:cNvSpPr txBox="1"/>
          <p:nvPr/>
        </p:nvSpPr>
        <p:spPr>
          <a:xfrm>
            <a:off x="5746018" y="5862569"/>
            <a:ext cx="22426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协同优化信号与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CAV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轨迹</a:t>
            </a:r>
          </a:p>
        </p:txBody>
      </p:sp>
      <p:pic>
        <p:nvPicPr>
          <p:cNvPr id="77" name="图片 76">
            <a:extLst>
              <a:ext uri="{FF2B5EF4-FFF2-40B4-BE49-F238E27FC236}">
                <a16:creationId xmlns:a16="http://schemas.microsoft.com/office/drawing/2014/main" id="{FA97A274-84C1-6F47-A706-1EEFBF5CD2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2482" y="5006628"/>
            <a:ext cx="314325" cy="600075"/>
          </a:xfrm>
          <a:prstGeom prst="rect">
            <a:avLst/>
          </a:prstGeom>
        </p:spPr>
      </p:pic>
      <p:pic>
        <p:nvPicPr>
          <p:cNvPr id="78" name="图形 77">
            <a:extLst>
              <a:ext uri="{FF2B5EF4-FFF2-40B4-BE49-F238E27FC236}">
                <a16:creationId xmlns:a16="http://schemas.microsoft.com/office/drawing/2014/main" id="{724ED64F-DEA1-44DE-A59A-1249FF8D07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46412" y="5034772"/>
            <a:ext cx="636367" cy="636367"/>
          </a:xfrm>
          <a:prstGeom prst="rect">
            <a:avLst/>
          </a:prstGeom>
        </p:spPr>
      </p:pic>
      <p:sp>
        <p:nvSpPr>
          <p:cNvPr id="79" name="加号 78">
            <a:extLst>
              <a:ext uri="{FF2B5EF4-FFF2-40B4-BE49-F238E27FC236}">
                <a16:creationId xmlns:a16="http://schemas.microsoft.com/office/drawing/2014/main" id="{40611346-FF3A-687B-6B1C-87F46CE0AF7A}"/>
              </a:ext>
            </a:extLst>
          </p:cNvPr>
          <p:cNvSpPr/>
          <p:nvPr/>
        </p:nvSpPr>
        <p:spPr>
          <a:xfrm>
            <a:off x="9515412" y="5214126"/>
            <a:ext cx="226255" cy="247844"/>
          </a:xfrm>
          <a:prstGeom prst="mathPlus">
            <a:avLst>
              <a:gd name="adj1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加号 79">
            <a:extLst>
              <a:ext uri="{FF2B5EF4-FFF2-40B4-BE49-F238E27FC236}">
                <a16:creationId xmlns:a16="http://schemas.microsoft.com/office/drawing/2014/main" id="{7DE31348-B71C-A5CD-0423-D270268B2541}"/>
              </a:ext>
            </a:extLst>
          </p:cNvPr>
          <p:cNvSpPr/>
          <p:nvPr/>
        </p:nvSpPr>
        <p:spPr>
          <a:xfrm>
            <a:off x="10628664" y="5214126"/>
            <a:ext cx="226255" cy="247844"/>
          </a:xfrm>
          <a:prstGeom prst="mathPlus">
            <a:avLst>
              <a:gd name="adj1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3" name="图形 82">
            <a:extLst>
              <a:ext uri="{FF2B5EF4-FFF2-40B4-BE49-F238E27FC236}">
                <a16:creationId xmlns:a16="http://schemas.microsoft.com/office/drawing/2014/main" id="{7170DF36-5FA2-A2E7-83B6-E633D34CF8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30081" y="4959610"/>
            <a:ext cx="711529" cy="711529"/>
          </a:xfrm>
          <a:prstGeom prst="rect">
            <a:avLst/>
          </a:prstGeom>
        </p:spPr>
      </p:pic>
      <p:sp>
        <p:nvSpPr>
          <p:cNvPr id="84" name="文本框 83">
            <a:extLst>
              <a:ext uri="{FF2B5EF4-FFF2-40B4-BE49-F238E27FC236}">
                <a16:creationId xmlns:a16="http://schemas.microsoft.com/office/drawing/2014/main" id="{67B111CD-1A8C-CDD7-B1B8-934B4D3E2074}"/>
              </a:ext>
            </a:extLst>
          </p:cNvPr>
          <p:cNvSpPr txBox="1"/>
          <p:nvPr/>
        </p:nvSpPr>
        <p:spPr>
          <a:xfrm>
            <a:off x="8899450" y="5751829"/>
            <a:ext cx="26664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引入</a:t>
            </a: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HDV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置信度，提升混合交通安全与效率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B3B8AA8-1627-E4AE-61AA-326DE1359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b="1" smtClean="0"/>
              <a:pPr/>
              <a:t>5</a:t>
            </a:fld>
            <a:r>
              <a:rPr lang="en-US" altLang="zh-CN"/>
              <a:t>/17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31267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7FD79-40B6-804C-F7B6-3F848F362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>
            <a:extLst>
              <a:ext uri="{FF2B5EF4-FFF2-40B4-BE49-F238E27FC236}">
                <a16:creationId xmlns:a16="http://schemas.microsoft.com/office/drawing/2014/main" id="{F40BD371-B5AB-52AC-A9DE-2CB74A7CC4A8}"/>
              </a:ext>
            </a:extLst>
          </p:cNvPr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23" name="圆角矩形 4">
              <a:extLst>
                <a:ext uri="{FF2B5EF4-FFF2-40B4-BE49-F238E27FC236}">
                  <a16:creationId xmlns:a16="http://schemas.microsoft.com/office/drawing/2014/main" id="{7D34F923-8585-89AD-2D36-6E18B556AA27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004F0E24-3DAA-A87F-C877-9EBBD84FFD0A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EDDDD10D-DFC2-A6B6-A494-FE9D631E4F63}"/>
              </a:ext>
            </a:extLst>
          </p:cNvPr>
          <p:cNvSpPr txBox="1"/>
          <p:nvPr/>
        </p:nvSpPr>
        <p:spPr>
          <a:xfrm>
            <a:off x="701167" y="144940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0625565E-121D-F5F6-6DC2-47E473988992}"/>
              </a:ext>
            </a:extLst>
          </p:cNvPr>
          <p:cNvGrpSpPr/>
          <p:nvPr/>
        </p:nvGrpSpPr>
        <p:grpSpPr>
          <a:xfrm>
            <a:off x="2584397" y="217491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27" name="圆角矩形 3">
              <a:extLst>
                <a:ext uri="{FF2B5EF4-FFF2-40B4-BE49-F238E27FC236}">
                  <a16:creationId xmlns:a16="http://schemas.microsoft.com/office/drawing/2014/main" id="{D72F0AA0-103C-EDE0-BBDB-9F1861A0E90C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圆角矩形 7">
              <a:extLst>
                <a:ext uri="{FF2B5EF4-FFF2-40B4-BE49-F238E27FC236}">
                  <a16:creationId xmlns:a16="http://schemas.microsoft.com/office/drawing/2014/main" id="{548BC6BE-E544-FD89-D570-12E8F7D5C3E4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11D15453-E0D4-7CEA-2A0F-C2E0D3435D30}"/>
                </a:ext>
              </a:extLst>
            </p:cNvPr>
            <p:cNvSpPr/>
            <p:nvPr/>
          </p:nvSpPr>
          <p:spPr>
            <a:xfrm>
              <a:off x="2828484" y="239783"/>
              <a:ext cx="1760860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Background</a:t>
              </a:r>
            </a:p>
          </p:txBody>
        </p:sp>
      </p:grpSp>
      <p:pic>
        <p:nvPicPr>
          <p:cNvPr id="30" name="图片 29">
            <a:extLst>
              <a:ext uri="{FF2B5EF4-FFF2-40B4-BE49-F238E27FC236}">
                <a16:creationId xmlns:a16="http://schemas.microsoft.com/office/drawing/2014/main" id="{518134D0-C763-8466-9E9C-4F5F1ABBD98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176254"/>
            <a:ext cx="1264639" cy="444778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E699491B-6328-FA75-91BD-BBF8C1C33B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950" y="897337"/>
            <a:ext cx="4522557" cy="3830214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C12E74EE-273C-07F1-91FE-23318D50BFB9}"/>
              </a:ext>
            </a:extLst>
          </p:cNvPr>
          <p:cNvSpPr/>
          <p:nvPr/>
        </p:nvSpPr>
        <p:spPr>
          <a:xfrm>
            <a:off x="361950" y="4867805"/>
            <a:ext cx="11468100" cy="1772704"/>
          </a:xfrm>
          <a:prstGeom prst="roundRect">
            <a:avLst>
              <a:gd name="adj" fmla="val 0"/>
            </a:avLst>
          </a:prstGeom>
          <a:solidFill>
            <a:srgbClr val="F5F7F5"/>
          </a:solidFill>
          <a:ln w="19050">
            <a:solidFill>
              <a:srgbClr val="014924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EE9B54E1-ACD3-B3E5-D7AE-49B731DA4387}"/>
              </a:ext>
            </a:extLst>
          </p:cNvPr>
          <p:cNvSpPr/>
          <p:nvPr/>
        </p:nvSpPr>
        <p:spPr>
          <a:xfrm>
            <a:off x="368288" y="4875997"/>
            <a:ext cx="835823" cy="1754920"/>
          </a:xfrm>
          <a:prstGeom prst="homePlate">
            <a:avLst>
              <a:gd name="adj" fmla="val 30086"/>
            </a:avLst>
          </a:prstGeom>
          <a:solidFill>
            <a:srgbClr val="01492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AEAA3CA-84F7-8FD6-DC64-42BE7AFFCBC5}"/>
              </a:ext>
            </a:extLst>
          </p:cNvPr>
          <p:cNvSpPr txBox="1"/>
          <p:nvPr/>
        </p:nvSpPr>
        <p:spPr>
          <a:xfrm>
            <a:off x="481265" y="4969327"/>
            <a:ext cx="55921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研究目标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81BB6B8-C7A0-CC87-5F21-807E44DB28BF}"/>
              </a:ext>
            </a:extLst>
          </p:cNvPr>
          <p:cNvSpPr txBox="1"/>
          <p:nvPr/>
        </p:nvSpPr>
        <p:spPr>
          <a:xfrm>
            <a:off x="1348815" y="4902652"/>
            <a:ext cx="10212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构建面向混合交通流的交通信号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车辆轨迹协同优化方法，通过考虑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HDV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置信度并融入优化框架中，</a:t>
            </a:r>
            <a:r>
              <a:rPr lang="zh-CN" altLang="en-US" sz="16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实现效率、能耗、舒适性与安全性的综合协调。</a:t>
            </a:r>
            <a:endParaRPr lang="zh-CN" altLang="en-US" sz="1600" b="1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9799987-F9B0-C768-B517-0553C5CC75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6417" y="5525527"/>
            <a:ext cx="526884" cy="520379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F097280A-4212-BEB0-7DFD-E1330481BD1A}"/>
              </a:ext>
            </a:extLst>
          </p:cNvPr>
          <p:cNvSpPr txBox="1"/>
          <p:nvPr/>
        </p:nvSpPr>
        <p:spPr>
          <a:xfrm>
            <a:off x="2164084" y="5601050"/>
            <a:ext cx="19693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HDV</a:t>
            </a:r>
            <a:r>
              <a:rPr lang="zh-CN" altLang="en-US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置信度感知</a:t>
            </a:r>
            <a:endParaRPr lang="zh-CN" altLang="en-US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410766B-D329-CBC9-6D22-0C4EDE6E290C}"/>
              </a:ext>
            </a:extLst>
          </p:cNvPr>
          <p:cNvSpPr/>
          <p:nvPr/>
        </p:nvSpPr>
        <p:spPr>
          <a:xfrm>
            <a:off x="1441681" y="5525527"/>
            <a:ext cx="2773605" cy="520379"/>
          </a:xfrm>
          <a:prstGeom prst="roundRect">
            <a:avLst/>
          </a:prstGeom>
          <a:noFill/>
          <a:ln>
            <a:solidFill>
              <a:srgbClr val="008F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C54A083A-6D64-8645-B652-4DBA8A128D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62083" y="5525527"/>
            <a:ext cx="484072" cy="520379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E1D71EBB-63C1-2277-700B-C2E679958048}"/>
              </a:ext>
            </a:extLst>
          </p:cNvPr>
          <p:cNvSpPr txBox="1"/>
          <p:nvPr/>
        </p:nvSpPr>
        <p:spPr>
          <a:xfrm>
            <a:off x="5900606" y="5601050"/>
            <a:ext cx="19693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DRL</a:t>
            </a:r>
            <a:r>
              <a:rPr lang="zh-CN" altLang="en-US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信号控制</a:t>
            </a:r>
            <a:endParaRPr lang="zh-CN" altLang="en-US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9A8F135B-2698-91F2-B3D0-3C8F7CD20687}"/>
              </a:ext>
            </a:extLst>
          </p:cNvPr>
          <p:cNvSpPr/>
          <p:nvPr/>
        </p:nvSpPr>
        <p:spPr>
          <a:xfrm>
            <a:off x="5045941" y="5525527"/>
            <a:ext cx="2773605" cy="520379"/>
          </a:xfrm>
          <a:prstGeom prst="roundRect">
            <a:avLst/>
          </a:prstGeom>
          <a:noFill/>
          <a:ln>
            <a:solidFill>
              <a:srgbClr val="008F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5" name="图片 64">
            <a:extLst>
              <a:ext uri="{FF2B5EF4-FFF2-40B4-BE49-F238E27FC236}">
                <a16:creationId xmlns:a16="http://schemas.microsoft.com/office/drawing/2014/main" id="{894CD23C-C3E0-18DE-EE85-4B318B13F7E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44937" y="5573930"/>
            <a:ext cx="526884" cy="423573"/>
          </a:xfrm>
          <a:prstGeom prst="rect">
            <a:avLst/>
          </a:prstGeom>
        </p:spPr>
      </p:pic>
      <p:sp>
        <p:nvSpPr>
          <p:cNvPr id="66" name="文本框 65">
            <a:extLst>
              <a:ext uri="{FF2B5EF4-FFF2-40B4-BE49-F238E27FC236}">
                <a16:creationId xmlns:a16="http://schemas.microsoft.com/office/drawing/2014/main" id="{37576618-2609-7A79-29AA-2FE2D6E18C10}"/>
              </a:ext>
            </a:extLst>
          </p:cNvPr>
          <p:cNvSpPr txBox="1"/>
          <p:nvPr/>
        </p:nvSpPr>
        <p:spPr>
          <a:xfrm>
            <a:off x="9523002" y="5601050"/>
            <a:ext cx="19693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MPC</a:t>
            </a:r>
            <a:r>
              <a:rPr lang="zh-CN" altLang="en-US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轨迹优化</a:t>
            </a:r>
            <a:endParaRPr lang="zh-CN" altLang="en-US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DE28D96C-CD55-CFF6-5B0C-771426E867BF}"/>
              </a:ext>
            </a:extLst>
          </p:cNvPr>
          <p:cNvSpPr/>
          <p:nvPr/>
        </p:nvSpPr>
        <p:spPr>
          <a:xfrm>
            <a:off x="8650201" y="5525527"/>
            <a:ext cx="2773605" cy="520379"/>
          </a:xfrm>
          <a:prstGeom prst="roundRect">
            <a:avLst/>
          </a:prstGeom>
          <a:noFill/>
          <a:ln>
            <a:solidFill>
              <a:srgbClr val="008F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70" name="对象 69">
            <a:extLst>
              <a:ext uri="{FF2B5EF4-FFF2-40B4-BE49-F238E27FC236}">
                <a16:creationId xmlns:a16="http://schemas.microsoft.com/office/drawing/2014/main" id="{CC93ACCB-C86E-CCDD-D302-4AE85A32E8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1057643"/>
              </p:ext>
            </p:extLst>
          </p:nvPr>
        </p:nvGraphicFramePr>
        <p:xfrm>
          <a:off x="1481970" y="6208617"/>
          <a:ext cx="2693026" cy="375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38000" imgH="228600" progId="Equation.DSMT4">
                  <p:embed/>
                </p:oleObj>
              </mc:Choice>
              <mc:Fallback>
                <p:oleObj name="Equation" r:id="rId8" imgW="16380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481970" y="6208617"/>
                        <a:ext cx="2693026" cy="3757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F9536D5A-D0B7-AEE1-80AA-9AD79A0ED3C0}"/>
              </a:ext>
            </a:extLst>
          </p:cNvPr>
          <p:cNvCxnSpPr/>
          <p:nvPr/>
        </p:nvCxnSpPr>
        <p:spPr>
          <a:xfrm>
            <a:off x="1441681" y="6143625"/>
            <a:ext cx="2773605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885F8972-9706-6E51-C866-0D80925E58C1}"/>
              </a:ext>
            </a:extLst>
          </p:cNvPr>
          <p:cNvCxnSpPr/>
          <p:nvPr/>
        </p:nvCxnSpPr>
        <p:spPr>
          <a:xfrm>
            <a:off x="5045940" y="6143625"/>
            <a:ext cx="2773605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4" name="对象 73">
            <a:extLst>
              <a:ext uri="{FF2B5EF4-FFF2-40B4-BE49-F238E27FC236}">
                <a16:creationId xmlns:a16="http://schemas.microsoft.com/office/drawing/2014/main" id="{537BE6C8-E16F-B6B4-1810-AEE75FB193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2869795"/>
              </p:ext>
            </p:extLst>
          </p:nvPr>
        </p:nvGraphicFramePr>
        <p:xfrm>
          <a:off x="5170488" y="6135688"/>
          <a:ext cx="2566987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62040" imgH="317160" progId="Equation.DSMT4">
                  <p:embed/>
                </p:oleObj>
              </mc:Choice>
              <mc:Fallback>
                <p:oleObj name="Equation" r:id="rId10" imgW="1562040" imgH="317160" progId="Equation.DSMT4">
                  <p:embed/>
                  <p:pic>
                    <p:nvPicPr>
                      <p:cNvPr id="70" name="对象 69">
                        <a:extLst>
                          <a:ext uri="{FF2B5EF4-FFF2-40B4-BE49-F238E27FC236}">
                            <a16:creationId xmlns:a16="http://schemas.microsoft.com/office/drawing/2014/main" id="{CC93ACCB-C86E-CCDD-D302-4AE85A32E8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170488" y="6135688"/>
                        <a:ext cx="2566987" cy="5222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5AA0491B-3E52-FD53-71B5-E3E58A01EB9B}"/>
              </a:ext>
            </a:extLst>
          </p:cNvPr>
          <p:cNvCxnSpPr/>
          <p:nvPr/>
        </p:nvCxnSpPr>
        <p:spPr>
          <a:xfrm>
            <a:off x="8650200" y="6143625"/>
            <a:ext cx="2773605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6" name="对象 75">
            <a:extLst>
              <a:ext uri="{FF2B5EF4-FFF2-40B4-BE49-F238E27FC236}">
                <a16:creationId xmlns:a16="http://schemas.microsoft.com/office/drawing/2014/main" id="{FA432824-2668-4D40-5450-FF5CEFACB2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4182611"/>
              </p:ext>
            </p:extLst>
          </p:nvPr>
        </p:nvGraphicFramePr>
        <p:xfrm>
          <a:off x="9209088" y="6137275"/>
          <a:ext cx="1628775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90360" imgH="317160" progId="Equation.DSMT4">
                  <p:embed/>
                </p:oleObj>
              </mc:Choice>
              <mc:Fallback>
                <p:oleObj name="Equation" r:id="rId12" imgW="990360" imgH="317160" progId="Equation.DSMT4">
                  <p:embed/>
                  <p:pic>
                    <p:nvPicPr>
                      <p:cNvPr id="74" name="对象 73">
                        <a:extLst>
                          <a:ext uri="{FF2B5EF4-FFF2-40B4-BE49-F238E27FC236}">
                            <a16:creationId xmlns:a16="http://schemas.microsoft.com/office/drawing/2014/main" id="{537BE6C8-E16F-B6B4-1810-AEE75FB193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209088" y="6137275"/>
                        <a:ext cx="1628775" cy="5222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A298C9AF-BA7B-D663-130F-520F74F5DF1C}"/>
              </a:ext>
            </a:extLst>
          </p:cNvPr>
          <p:cNvSpPr/>
          <p:nvPr/>
        </p:nvSpPr>
        <p:spPr>
          <a:xfrm>
            <a:off x="5275279" y="897337"/>
            <a:ext cx="3078886" cy="1811963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B5B397C1-E7FD-2A9A-3589-0015422B2B87}"/>
              </a:ext>
            </a:extLst>
          </p:cNvPr>
          <p:cNvSpPr/>
          <p:nvPr/>
        </p:nvSpPr>
        <p:spPr>
          <a:xfrm>
            <a:off x="8744937" y="897337"/>
            <a:ext cx="3078886" cy="1811963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18EEC87C-0C46-76A0-A078-93987C7D5076}"/>
              </a:ext>
            </a:extLst>
          </p:cNvPr>
          <p:cNvSpPr/>
          <p:nvPr/>
        </p:nvSpPr>
        <p:spPr>
          <a:xfrm>
            <a:off x="5275279" y="2910338"/>
            <a:ext cx="3078886" cy="1811963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2F1C789D-5A51-A744-4EDD-992B040B31BD}"/>
              </a:ext>
            </a:extLst>
          </p:cNvPr>
          <p:cNvSpPr/>
          <p:nvPr/>
        </p:nvSpPr>
        <p:spPr>
          <a:xfrm>
            <a:off x="8744937" y="2910338"/>
            <a:ext cx="3078886" cy="1811963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椭圆 80">
            <a:extLst>
              <a:ext uri="{FF2B5EF4-FFF2-40B4-BE49-F238E27FC236}">
                <a16:creationId xmlns:a16="http://schemas.microsoft.com/office/drawing/2014/main" id="{AA7F782C-956C-9C12-40C6-2ED20C5F9858}"/>
              </a:ext>
            </a:extLst>
          </p:cNvPr>
          <p:cNvSpPr/>
          <p:nvPr/>
        </p:nvSpPr>
        <p:spPr>
          <a:xfrm>
            <a:off x="5415171" y="989240"/>
            <a:ext cx="426115" cy="426115"/>
          </a:xfrm>
          <a:prstGeom prst="ellipse">
            <a:avLst/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BA44F504-5431-8CBC-575E-5D96E6440335}"/>
              </a:ext>
            </a:extLst>
          </p:cNvPr>
          <p:cNvSpPr/>
          <p:nvPr/>
        </p:nvSpPr>
        <p:spPr>
          <a:xfrm>
            <a:off x="8845706" y="989240"/>
            <a:ext cx="426115" cy="426115"/>
          </a:xfrm>
          <a:prstGeom prst="ellipse">
            <a:avLst/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椭圆 82">
            <a:extLst>
              <a:ext uri="{FF2B5EF4-FFF2-40B4-BE49-F238E27FC236}">
                <a16:creationId xmlns:a16="http://schemas.microsoft.com/office/drawing/2014/main" id="{D565B1FC-D267-2D71-17F5-C2E50E7637E3}"/>
              </a:ext>
            </a:extLst>
          </p:cNvPr>
          <p:cNvSpPr/>
          <p:nvPr/>
        </p:nvSpPr>
        <p:spPr>
          <a:xfrm>
            <a:off x="5415171" y="3021985"/>
            <a:ext cx="426115" cy="426115"/>
          </a:xfrm>
          <a:prstGeom prst="ellipse">
            <a:avLst/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DA979699-8FB2-5ECA-2973-530462E38E09}"/>
              </a:ext>
            </a:extLst>
          </p:cNvPr>
          <p:cNvSpPr/>
          <p:nvPr/>
        </p:nvSpPr>
        <p:spPr>
          <a:xfrm>
            <a:off x="8845706" y="3021985"/>
            <a:ext cx="426115" cy="426115"/>
          </a:xfrm>
          <a:prstGeom prst="ellipse">
            <a:avLst/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E69C0E2F-B291-7BE6-6D5A-6A03D060589F}"/>
              </a:ext>
            </a:extLst>
          </p:cNvPr>
          <p:cNvSpPr txBox="1"/>
          <p:nvPr/>
        </p:nvSpPr>
        <p:spPr>
          <a:xfrm>
            <a:off x="5981178" y="1017631"/>
            <a:ext cx="19693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后向安全风险</a:t>
            </a:r>
            <a:endParaRPr lang="zh-CN" altLang="en-US" sz="16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82E5AE27-0381-7F9A-9A41-1BA3C3F992B7}"/>
              </a:ext>
            </a:extLst>
          </p:cNvPr>
          <p:cNvSpPr txBox="1"/>
          <p:nvPr/>
        </p:nvSpPr>
        <p:spPr>
          <a:xfrm>
            <a:off x="9454473" y="1017631"/>
            <a:ext cx="21063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行为差异未被利用</a:t>
            </a:r>
            <a:endParaRPr lang="zh-CN" altLang="en-US" sz="16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1" name="文本框 160">
            <a:extLst>
              <a:ext uri="{FF2B5EF4-FFF2-40B4-BE49-F238E27FC236}">
                <a16:creationId xmlns:a16="http://schemas.microsoft.com/office/drawing/2014/main" id="{EB0B8E01-3B46-F85C-AED2-6E272F257F0C}"/>
              </a:ext>
            </a:extLst>
          </p:cNvPr>
          <p:cNvSpPr txBox="1"/>
          <p:nvPr/>
        </p:nvSpPr>
        <p:spPr>
          <a:xfrm>
            <a:off x="5981178" y="3037165"/>
            <a:ext cx="24737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信号轨迹目标不一致</a:t>
            </a:r>
            <a:endParaRPr lang="zh-CN" altLang="en-US" sz="16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3" name="文本框 162">
            <a:extLst>
              <a:ext uri="{FF2B5EF4-FFF2-40B4-BE49-F238E27FC236}">
                <a16:creationId xmlns:a16="http://schemas.microsoft.com/office/drawing/2014/main" id="{8185D26A-BCEF-8A5C-857E-447A136544EE}"/>
              </a:ext>
            </a:extLst>
          </p:cNvPr>
          <p:cNvSpPr txBox="1"/>
          <p:nvPr/>
        </p:nvSpPr>
        <p:spPr>
          <a:xfrm>
            <a:off x="9454473" y="3037165"/>
            <a:ext cx="25438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不确定性难以融入优化</a:t>
            </a:r>
            <a:endParaRPr lang="zh-CN" altLang="en-US" sz="16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3" name="图片 182">
            <a:extLst>
              <a:ext uri="{FF2B5EF4-FFF2-40B4-BE49-F238E27FC236}">
                <a16:creationId xmlns:a16="http://schemas.microsoft.com/office/drawing/2014/main" id="{7F593A73-90EF-089B-4D40-17371DC341D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31711" y="1596490"/>
            <a:ext cx="819150" cy="857250"/>
          </a:xfrm>
          <a:prstGeom prst="rect">
            <a:avLst/>
          </a:prstGeom>
        </p:spPr>
      </p:pic>
      <p:pic>
        <p:nvPicPr>
          <p:cNvPr id="184" name="图片 183">
            <a:extLst>
              <a:ext uri="{FF2B5EF4-FFF2-40B4-BE49-F238E27FC236}">
                <a16:creationId xmlns:a16="http://schemas.microsoft.com/office/drawing/2014/main" id="{890A1CBB-15FB-6711-6318-DCE86E3C6D1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929567" y="1706758"/>
            <a:ext cx="952500" cy="609600"/>
          </a:xfrm>
          <a:prstGeom prst="rect">
            <a:avLst/>
          </a:prstGeom>
        </p:spPr>
      </p:pic>
      <p:pic>
        <p:nvPicPr>
          <p:cNvPr id="185" name="图片 184">
            <a:extLst>
              <a:ext uri="{FF2B5EF4-FFF2-40B4-BE49-F238E27FC236}">
                <a16:creationId xmlns:a16="http://schemas.microsoft.com/office/drawing/2014/main" id="{58F2DD39-7017-0E5A-A452-3611F90DF94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97175" y="3596731"/>
            <a:ext cx="571500" cy="9429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86" name="墨迹 185">
                <a:extLst>
                  <a:ext uri="{FF2B5EF4-FFF2-40B4-BE49-F238E27FC236}">
                    <a16:creationId xmlns:a16="http://schemas.microsoft.com/office/drawing/2014/main" id="{B4BE3EB5-F380-3D4F-D961-4B3B11AB9EC6}"/>
                  </a:ext>
                </a:extLst>
              </p14:cNvPr>
              <p14:cNvContentPartPr/>
              <p14:nvPr/>
            </p14:nvContentPartPr>
            <p14:xfrm>
              <a:off x="5514630" y="3581295"/>
              <a:ext cx="360" cy="360"/>
            </p14:xfrm>
          </p:contentPart>
        </mc:Choice>
        <mc:Fallback xmlns="">
          <p:pic>
            <p:nvPicPr>
              <p:cNvPr id="186" name="墨迹 185">
                <a:extLst>
                  <a:ext uri="{FF2B5EF4-FFF2-40B4-BE49-F238E27FC236}">
                    <a16:creationId xmlns:a16="http://schemas.microsoft.com/office/drawing/2014/main" id="{B4BE3EB5-F380-3D4F-D961-4B3B11AB9EC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451990" y="3518295"/>
                <a:ext cx="126000" cy="126000"/>
              </a:xfrm>
              <a:prstGeom prst="rect">
                <a:avLst/>
              </a:prstGeom>
            </p:spPr>
          </p:pic>
        </mc:Fallback>
      </mc:AlternateContent>
      <p:pic>
        <p:nvPicPr>
          <p:cNvPr id="187" name="图片 186">
            <a:extLst>
              <a:ext uri="{FF2B5EF4-FFF2-40B4-BE49-F238E27FC236}">
                <a16:creationId xmlns:a16="http://schemas.microsoft.com/office/drawing/2014/main" id="{2AD16127-0B77-2863-3829-AEF832661DA4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951078" y="3687060"/>
            <a:ext cx="742950" cy="704850"/>
          </a:xfrm>
          <a:prstGeom prst="rect">
            <a:avLst/>
          </a:prstGeom>
        </p:spPr>
      </p:pic>
      <p:sp>
        <p:nvSpPr>
          <p:cNvPr id="188" name="文本框 187">
            <a:extLst>
              <a:ext uri="{FF2B5EF4-FFF2-40B4-BE49-F238E27FC236}">
                <a16:creationId xmlns:a16="http://schemas.microsoft.com/office/drawing/2014/main" id="{5A3DFDB4-8F04-01B3-8AC8-A572EBABE848}"/>
              </a:ext>
            </a:extLst>
          </p:cNvPr>
          <p:cNvSpPr txBox="1"/>
          <p:nvPr/>
        </p:nvSpPr>
        <p:spPr>
          <a:xfrm>
            <a:off x="6250860" y="1532773"/>
            <a:ext cx="196933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CAV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为节能或舒适可能提前减速，但后方</a:t>
            </a: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HDV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未必能及时响应，追尾风险增加。</a:t>
            </a:r>
            <a:endParaRPr lang="zh-CN" altLang="en-US" sz="1400" b="1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9" name="文本框 188">
            <a:extLst>
              <a:ext uri="{FF2B5EF4-FFF2-40B4-BE49-F238E27FC236}">
                <a16:creationId xmlns:a16="http://schemas.microsoft.com/office/drawing/2014/main" id="{9BAE745A-D65C-ACA7-597F-494F59F1C41C}"/>
              </a:ext>
            </a:extLst>
          </p:cNvPr>
          <p:cNvSpPr txBox="1"/>
          <p:nvPr/>
        </p:nvSpPr>
        <p:spPr>
          <a:xfrm>
            <a:off x="9835734" y="1532773"/>
            <a:ext cx="196933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不同</a:t>
            </a: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HDV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的跟驰稳定性差异明显，若统一保守建模，会压缩</a:t>
            </a: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CAV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轨迹优化空间。</a:t>
            </a:r>
            <a:endParaRPr lang="zh-CN" altLang="en-US" sz="1400" b="1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0" name="文本框 189">
            <a:extLst>
              <a:ext uri="{FF2B5EF4-FFF2-40B4-BE49-F238E27FC236}">
                <a16:creationId xmlns:a16="http://schemas.microsoft.com/office/drawing/2014/main" id="{FF55CB32-9C09-55AD-D107-73736CA5D520}"/>
              </a:ext>
            </a:extLst>
          </p:cNvPr>
          <p:cNvSpPr txBox="1"/>
          <p:nvPr/>
        </p:nvSpPr>
        <p:spPr>
          <a:xfrm>
            <a:off x="6250860" y="3533934"/>
            <a:ext cx="196933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上层信号关注整体效率，下层轨迹关注单车能耗、舒适性与安全，二者需要协同。</a:t>
            </a:r>
            <a:endParaRPr lang="zh-CN" altLang="en-US" sz="1400" b="1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1" name="文本框 190">
            <a:extLst>
              <a:ext uri="{FF2B5EF4-FFF2-40B4-BE49-F238E27FC236}">
                <a16:creationId xmlns:a16="http://schemas.microsoft.com/office/drawing/2014/main" id="{659A4251-8F4A-C15A-4D95-F2E1843DA0BE}"/>
              </a:ext>
            </a:extLst>
          </p:cNvPr>
          <p:cNvSpPr txBox="1"/>
          <p:nvPr/>
        </p:nvSpPr>
        <p:spPr>
          <a:xfrm>
            <a:off x="9835734" y="3533934"/>
            <a:ext cx="196933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若将</a:t>
            </a: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HDV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未来行为视为确定值会低估风险，若过度保守又会牺牲效率与节能效果。</a:t>
            </a:r>
            <a:endParaRPr lang="zh-CN" altLang="en-US" sz="1400" b="1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C5A8F9-7246-E049-3B6F-B664FC6C2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b="1" smtClean="0"/>
              <a:pPr/>
              <a:t>6</a:t>
            </a:fld>
            <a:r>
              <a:rPr lang="en-US" altLang="zh-CN"/>
              <a:t>/17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8496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0BA02-EABD-2B82-3A1C-8129B1874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AA6ECF8C-2823-5DBC-D741-D95B0B17B5C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98" r="14726" b="48018"/>
          <a:stretch>
            <a:fillRect/>
          </a:stretch>
        </p:blipFill>
        <p:spPr>
          <a:xfrm>
            <a:off x="6321176" y="2686649"/>
            <a:ext cx="5870824" cy="1542449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D4ACFB9C-74F3-889B-8397-941ED202D479}"/>
              </a:ext>
            </a:extLst>
          </p:cNvPr>
          <p:cNvSpPr/>
          <p:nvPr/>
        </p:nvSpPr>
        <p:spPr>
          <a:xfrm>
            <a:off x="2857500" y="2686049"/>
            <a:ext cx="9334500" cy="1543049"/>
          </a:xfrm>
          <a:prstGeom prst="rect">
            <a:avLst/>
          </a:prstGeom>
          <a:gradFill flip="none" rotWithShape="1">
            <a:gsLst>
              <a:gs pos="35000">
                <a:srgbClr val="014924"/>
              </a:gs>
              <a:gs pos="0">
                <a:srgbClr val="014924"/>
              </a:gs>
              <a:gs pos="59000">
                <a:srgbClr val="014924">
                  <a:alpha val="95000"/>
                </a:srgbClr>
              </a:gs>
              <a:gs pos="77000">
                <a:srgbClr val="014924">
                  <a:alpha val="70000"/>
                </a:srgbClr>
              </a:gs>
              <a:gs pos="100000">
                <a:srgbClr val="014924">
                  <a:alpha val="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406FB35-0573-285E-496C-B8EAC43323BE}"/>
              </a:ext>
            </a:extLst>
          </p:cNvPr>
          <p:cNvGrpSpPr/>
          <p:nvPr/>
        </p:nvGrpSpPr>
        <p:grpSpPr>
          <a:xfrm>
            <a:off x="1123950" y="2686050"/>
            <a:ext cx="1543050" cy="1543050"/>
            <a:chOff x="1123950" y="2686050"/>
            <a:chExt cx="1543050" cy="1543050"/>
          </a:xfrm>
          <a:solidFill>
            <a:srgbClr val="014924"/>
          </a:solidFill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88C6EA14-4CB5-343B-0D02-08ED7AB1C857}"/>
                </a:ext>
              </a:extLst>
            </p:cNvPr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A1F6C660-4036-6307-A557-8601D7601EE5}"/>
                </a:ext>
              </a:extLst>
            </p:cNvPr>
            <p:cNvSpPr txBox="1"/>
            <p:nvPr/>
          </p:nvSpPr>
          <p:spPr>
            <a:xfrm>
              <a:off x="1407285" y="2903577"/>
              <a:ext cx="976380" cy="110799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5C5AA2D-ECA8-77B2-1F0D-5661DCF52F97}"/>
              </a:ext>
            </a:extLst>
          </p:cNvPr>
          <p:cNvSpPr txBox="1"/>
          <p:nvPr/>
        </p:nvSpPr>
        <p:spPr>
          <a:xfrm>
            <a:off x="2950335" y="2781038"/>
            <a:ext cx="2646870" cy="83099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研究框架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357E17A-CDD0-C7F0-A585-E2C81CD3DD5B}"/>
              </a:ext>
            </a:extLst>
          </p:cNvPr>
          <p:cNvSpPr/>
          <p:nvPr/>
        </p:nvSpPr>
        <p:spPr>
          <a:xfrm>
            <a:off x="3039173" y="3612031"/>
            <a:ext cx="2469194" cy="369328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Research Framework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E4F7ADD-7FC9-0814-EECF-8E93DBF8D1A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46" b="8830"/>
          <a:stretch>
            <a:fillRect/>
          </a:stretch>
        </p:blipFill>
        <p:spPr>
          <a:xfrm>
            <a:off x="9815333" y="135922"/>
            <a:ext cx="2376667" cy="73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331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1A70A1-50E7-0F22-6106-B77B309BF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6E2AD9E6-7581-B93F-E587-51181B64F009}"/>
              </a:ext>
            </a:extLst>
          </p:cNvPr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5" name="圆角矩形 4">
              <a:extLst>
                <a:ext uri="{FF2B5EF4-FFF2-40B4-BE49-F238E27FC236}">
                  <a16:creationId xmlns:a16="http://schemas.microsoft.com/office/drawing/2014/main" id="{A17C0F8C-17D5-5C8B-47EE-3CD0C8733D78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CB77EE36-FDED-544D-8488-0102F3635710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FF0FAC9D-6650-2EEB-B356-5C71D2CF1457}"/>
              </a:ext>
            </a:extLst>
          </p:cNvPr>
          <p:cNvSpPr txBox="1"/>
          <p:nvPr/>
        </p:nvSpPr>
        <p:spPr>
          <a:xfrm>
            <a:off x="701167" y="144940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研究框架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BF4C1982-3167-60A1-E036-778398B878CC}"/>
              </a:ext>
            </a:extLst>
          </p:cNvPr>
          <p:cNvGrpSpPr/>
          <p:nvPr/>
        </p:nvGrpSpPr>
        <p:grpSpPr>
          <a:xfrm>
            <a:off x="2584397" y="217491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4" name="圆角矩形 3">
              <a:extLst>
                <a:ext uri="{FF2B5EF4-FFF2-40B4-BE49-F238E27FC236}">
                  <a16:creationId xmlns:a16="http://schemas.microsoft.com/office/drawing/2014/main" id="{A469622D-5FDF-8068-8D6D-FEF9CE7CFFEE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>
              <a:extLst>
                <a:ext uri="{FF2B5EF4-FFF2-40B4-BE49-F238E27FC236}">
                  <a16:creationId xmlns:a16="http://schemas.microsoft.com/office/drawing/2014/main" id="{834BF301-F762-5CB8-A89F-0589A703EBFF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36A70CFF-E8B6-0562-1FDD-59FCB0687F82}"/>
                </a:ext>
              </a:extLst>
            </p:cNvPr>
            <p:cNvSpPr/>
            <p:nvPr/>
          </p:nvSpPr>
          <p:spPr>
            <a:xfrm>
              <a:off x="2695067" y="239783"/>
              <a:ext cx="1701804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Framework</a:t>
              </a:r>
            </a:p>
          </p:txBody>
        </p:sp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780E54B9-803B-892E-A9A7-0D682C80DED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176254"/>
            <a:ext cx="1264639" cy="44477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5472CEE-7DB3-7643-4EF1-2432D09F0B70}"/>
              </a:ext>
            </a:extLst>
          </p:cNvPr>
          <p:cNvSpPr txBox="1"/>
          <p:nvPr/>
        </p:nvSpPr>
        <p:spPr>
          <a:xfrm>
            <a:off x="447675" y="858815"/>
            <a:ext cx="5562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考虑</a:t>
            </a:r>
            <a:r>
              <a:rPr lang="en-US" altLang="zh-CN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HDV</a:t>
            </a:r>
            <a:r>
              <a:rPr lang="zh-CN" altLang="en-US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置信度的信号</a:t>
            </a:r>
            <a:r>
              <a:rPr lang="en-US" altLang="zh-CN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轨迹协同优化框架</a:t>
            </a:r>
            <a:endParaRPr lang="zh-CN" altLang="en-US" sz="20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888DE24B-9FA6-CF1B-5355-0E4563EDDFF8}"/>
              </a:ext>
            </a:extLst>
          </p:cNvPr>
          <p:cNvCxnSpPr/>
          <p:nvPr/>
        </p:nvCxnSpPr>
        <p:spPr>
          <a:xfrm>
            <a:off x="552024" y="1277975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A46022D5-895F-7153-8B1E-C7B9D1137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b="1" smtClean="0"/>
              <a:pPr/>
              <a:t>8</a:t>
            </a:fld>
            <a:r>
              <a:rPr lang="en-US" altLang="zh-CN"/>
              <a:t>/17</a:t>
            </a:r>
            <a:endParaRPr lang="zh-CN" altLang="en-US" dirty="0"/>
          </a:p>
        </p:txBody>
      </p:sp>
      <p:pic>
        <p:nvPicPr>
          <p:cNvPr id="19" name="图片 18" descr="考虑HDV置信度的信号-轨迹协同优化研究框架">
            <a:extLst>
              <a:ext uri="{FF2B5EF4-FFF2-40B4-BE49-F238E27FC236}">
                <a16:creationId xmlns:a16="http://schemas.microsoft.com/office/drawing/2014/main" id="{D9E30548-EE86-35FF-FE01-BDA3CE56EF8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788"/>
          <a:stretch>
            <a:fillRect/>
          </a:stretch>
        </p:blipFill>
        <p:spPr>
          <a:xfrm>
            <a:off x="891177" y="1460708"/>
            <a:ext cx="10238195" cy="518353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23020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7616C-3815-E74C-1BEE-D593E340E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28B48607-A048-E57C-B05B-CEC817A0395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98" r="14726" b="48018"/>
          <a:stretch>
            <a:fillRect/>
          </a:stretch>
        </p:blipFill>
        <p:spPr>
          <a:xfrm>
            <a:off x="6321176" y="2686649"/>
            <a:ext cx="5870824" cy="1542449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EBED13BC-F71A-6EBA-189E-AA33B88CA5A8}"/>
              </a:ext>
            </a:extLst>
          </p:cNvPr>
          <p:cNvSpPr/>
          <p:nvPr/>
        </p:nvSpPr>
        <p:spPr>
          <a:xfrm>
            <a:off x="2857500" y="2686049"/>
            <a:ext cx="9334500" cy="1543049"/>
          </a:xfrm>
          <a:prstGeom prst="rect">
            <a:avLst/>
          </a:prstGeom>
          <a:gradFill flip="none" rotWithShape="1">
            <a:gsLst>
              <a:gs pos="35000">
                <a:srgbClr val="014924"/>
              </a:gs>
              <a:gs pos="0">
                <a:srgbClr val="014924"/>
              </a:gs>
              <a:gs pos="59000">
                <a:srgbClr val="014924">
                  <a:alpha val="95000"/>
                </a:srgbClr>
              </a:gs>
              <a:gs pos="77000">
                <a:srgbClr val="014924">
                  <a:alpha val="70000"/>
                </a:srgbClr>
              </a:gs>
              <a:gs pos="100000">
                <a:srgbClr val="014924">
                  <a:alpha val="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BD5F217-64FD-8EAC-0E90-FC9AC7B55C65}"/>
              </a:ext>
            </a:extLst>
          </p:cNvPr>
          <p:cNvGrpSpPr/>
          <p:nvPr/>
        </p:nvGrpSpPr>
        <p:grpSpPr>
          <a:xfrm>
            <a:off x="1123950" y="2686050"/>
            <a:ext cx="1543050" cy="1543050"/>
            <a:chOff x="1123950" y="2686050"/>
            <a:chExt cx="1543050" cy="1543050"/>
          </a:xfrm>
          <a:solidFill>
            <a:srgbClr val="014924"/>
          </a:solidFill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EB223EEF-5C92-97D9-B6EB-A9B8A5E221B9}"/>
                </a:ext>
              </a:extLst>
            </p:cNvPr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ADA1D435-A9DD-F8E0-3741-46EDD0BB62F4}"/>
                </a:ext>
              </a:extLst>
            </p:cNvPr>
            <p:cNvSpPr txBox="1"/>
            <p:nvPr/>
          </p:nvSpPr>
          <p:spPr>
            <a:xfrm>
              <a:off x="1407285" y="2903577"/>
              <a:ext cx="976380" cy="110799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17DF63F0-EDBE-26ED-7A76-D18D5EE83E31}"/>
              </a:ext>
            </a:extLst>
          </p:cNvPr>
          <p:cNvSpPr txBox="1"/>
          <p:nvPr/>
        </p:nvSpPr>
        <p:spPr>
          <a:xfrm>
            <a:off x="2950335" y="2781038"/>
            <a:ext cx="2646870" cy="83099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F8F9424-3439-3D6A-60DA-3BF5D54B255E}"/>
              </a:ext>
            </a:extLst>
          </p:cNvPr>
          <p:cNvSpPr/>
          <p:nvPr/>
        </p:nvSpPr>
        <p:spPr>
          <a:xfrm>
            <a:off x="3033718" y="3612031"/>
            <a:ext cx="2128139" cy="369328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Research Content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E3D6EB9-273C-1D37-572A-BC7FEEED988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46" b="8830"/>
          <a:stretch>
            <a:fillRect/>
          </a:stretch>
        </p:blipFill>
        <p:spPr>
          <a:xfrm>
            <a:off x="9815333" y="135922"/>
            <a:ext cx="2376667" cy="73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433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D86A90-4A2E-9B5B-C2D5-FB438AA10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F55F54FB-02A3-B8F7-7EE7-8CC0AAEFD218}"/>
              </a:ext>
            </a:extLst>
          </p:cNvPr>
          <p:cNvSpPr txBox="1"/>
          <p:nvPr/>
        </p:nvSpPr>
        <p:spPr>
          <a:xfrm>
            <a:off x="701167" y="63461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78BA0FEE-A441-6F7A-2830-DD8A82D1F8B1}"/>
              </a:ext>
            </a:extLst>
          </p:cNvPr>
          <p:cNvGrpSpPr/>
          <p:nvPr/>
        </p:nvGrpSpPr>
        <p:grpSpPr>
          <a:xfrm>
            <a:off x="2584397" y="136012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4" name="圆角矩形 3">
              <a:extLst>
                <a:ext uri="{FF2B5EF4-FFF2-40B4-BE49-F238E27FC236}">
                  <a16:creationId xmlns:a16="http://schemas.microsoft.com/office/drawing/2014/main" id="{1C782CC1-759A-298C-FE12-D0166188F4C2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>
              <a:extLst>
                <a:ext uri="{FF2B5EF4-FFF2-40B4-BE49-F238E27FC236}">
                  <a16:creationId xmlns:a16="http://schemas.microsoft.com/office/drawing/2014/main" id="{C2DEF3FD-0F39-EDA3-A299-881178B10E24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1D2E7CD-8CAA-8C6A-72FB-2F1951F17500}"/>
                </a:ext>
              </a:extLst>
            </p:cNvPr>
            <p:cNvSpPr/>
            <p:nvPr/>
          </p:nvSpPr>
          <p:spPr>
            <a:xfrm>
              <a:off x="2723392" y="239783"/>
              <a:ext cx="1473344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Content</a:t>
              </a:r>
            </a:p>
          </p:txBody>
        </p:sp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53CD5A64-7E14-6AC5-CFA6-2358521BAA1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94775"/>
            <a:ext cx="1264639" cy="444778"/>
          </a:xfrm>
          <a:prstGeom prst="rect">
            <a:avLst/>
          </a:prstGeom>
        </p:spPr>
      </p:pic>
      <p:grpSp>
        <p:nvGrpSpPr>
          <p:cNvPr id="67" name="组合 66">
            <a:extLst>
              <a:ext uri="{FF2B5EF4-FFF2-40B4-BE49-F238E27FC236}">
                <a16:creationId xmlns:a16="http://schemas.microsoft.com/office/drawing/2014/main" id="{87D9E869-65C6-6698-922C-9C35904783B3}"/>
              </a:ext>
            </a:extLst>
          </p:cNvPr>
          <p:cNvGrpSpPr/>
          <p:nvPr/>
        </p:nvGrpSpPr>
        <p:grpSpPr>
          <a:xfrm>
            <a:off x="-254000" y="120204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68" name="圆角矩形 4">
              <a:extLst>
                <a:ext uri="{FF2B5EF4-FFF2-40B4-BE49-F238E27FC236}">
                  <a16:creationId xmlns:a16="http://schemas.microsoft.com/office/drawing/2014/main" id="{AD58CFAF-23D4-C189-3CDB-44A175A2F726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D6F23D4C-EBA6-2CD8-C8B0-C588A36D2763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A9F6F18-C73F-7846-89F2-FDEC32A246ED}"/>
              </a:ext>
            </a:extLst>
          </p:cNvPr>
          <p:cNvSpPr txBox="1"/>
          <p:nvPr/>
        </p:nvSpPr>
        <p:spPr>
          <a:xfrm>
            <a:off x="352425" y="848851"/>
            <a:ext cx="5562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研究对象、场景定义与基本假设</a:t>
            </a:r>
            <a:endParaRPr lang="zh-CN" altLang="en-US" sz="20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6FA61A2E-190C-3840-75C9-A25EE84B1511}"/>
              </a:ext>
            </a:extLst>
          </p:cNvPr>
          <p:cNvCxnSpPr/>
          <p:nvPr/>
        </p:nvCxnSpPr>
        <p:spPr>
          <a:xfrm>
            <a:off x="456774" y="1268011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611E2B79-EB30-471F-18D1-8F8E4550D6F0}"/>
              </a:ext>
            </a:extLst>
          </p:cNvPr>
          <p:cNvSpPr/>
          <p:nvPr/>
        </p:nvSpPr>
        <p:spPr>
          <a:xfrm>
            <a:off x="195034" y="1449580"/>
            <a:ext cx="5900965" cy="4981330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BC7D32D4-5131-DEEB-AFD8-2777BF1341A5}"/>
              </a:ext>
            </a:extLst>
          </p:cNvPr>
          <p:cNvSpPr/>
          <p:nvPr/>
        </p:nvSpPr>
        <p:spPr>
          <a:xfrm>
            <a:off x="6291035" y="1449579"/>
            <a:ext cx="5705931" cy="1723055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E1967C5A-5249-9016-B2FF-466987BB55A0}"/>
              </a:ext>
            </a:extLst>
          </p:cNvPr>
          <p:cNvSpPr/>
          <p:nvPr/>
        </p:nvSpPr>
        <p:spPr>
          <a:xfrm>
            <a:off x="352425" y="1633191"/>
            <a:ext cx="2847975" cy="381000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研究场景：标准十字交叉口</a:t>
            </a:r>
          </a:p>
        </p:txBody>
      </p: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A9268762-C0DF-7B04-35A8-B0337DF835D4}"/>
              </a:ext>
            </a:extLst>
          </p:cNvPr>
          <p:cNvGrpSpPr/>
          <p:nvPr/>
        </p:nvGrpSpPr>
        <p:grpSpPr>
          <a:xfrm>
            <a:off x="920294" y="2122988"/>
            <a:ext cx="4204155" cy="4264674"/>
            <a:chOff x="2667000" y="0"/>
            <a:chExt cx="6877050" cy="6976045"/>
          </a:xfrm>
        </p:grpSpPr>
        <p:pic>
          <p:nvPicPr>
            <p:cNvPr id="78" name="图片 77">
              <a:extLst>
                <a:ext uri="{FF2B5EF4-FFF2-40B4-BE49-F238E27FC236}">
                  <a16:creationId xmlns:a16="http://schemas.microsoft.com/office/drawing/2014/main" id="{40CDAB08-1941-6B0B-DA19-96547D854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67000" y="0"/>
              <a:ext cx="6858000" cy="6858000"/>
            </a:xfrm>
            <a:prstGeom prst="rect">
              <a:avLst/>
            </a:prstGeom>
          </p:spPr>
        </p:pic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ECB0E899-ACD9-517E-E616-5A10FC96EE69}"/>
                </a:ext>
              </a:extLst>
            </p:cNvPr>
            <p:cNvSpPr/>
            <p:nvPr/>
          </p:nvSpPr>
          <p:spPr>
            <a:xfrm>
              <a:off x="2667000" y="0"/>
              <a:ext cx="2328863" cy="225028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603DFDCA-D600-5D66-3164-59AE91F5710B}"/>
                </a:ext>
              </a:extLst>
            </p:cNvPr>
            <p:cNvSpPr/>
            <p:nvPr/>
          </p:nvSpPr>
          <p:spPr>
            <a:xfrm>
              <a:off x="7410224" y="0"/>
              <a:ext cx="2133826" cy="225028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CA3FC720-F2BB-AE6A-2592-8284B7636262}"/>
                </a:ext>
              </a:extLst>
            </p:cNvPr>
            <p:cNvSpPr/>
            <p:nvPr/>
          </p:nvSpPr>
          <p:spPr>
            <a:xfrm>
              <a:off x="2667000" y="4725764"/>
              <a:ext cx="2328863" cy="225028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7379D622-A55E-0425-712F-19A7A7F1E15E}"/>
                </a:ext>
              </a:extLst>
            </p:cNvPr>
            <p:cNvSpPr/>
            <p:nvPr/>
          </p:nvSpPr>
          <p:spPr>
            <a:xfrm>
              <a:off x="7410224" y="4725764"/>
              <a:ext cx="2133826" cy="225028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856FBD4E-D869-D217-0F03-3F2B8964E67A}"/>
                </a:ext>
              </a:extLst>
            </p:cNvPr>
            <p:cNvSpPr/>
            <p:nvPr/>
          </p:nvSpPr>
          <p:spPr>
            <a:xfrm>
              <a:off x="5740400" y="3505200"/>
              <a:ext cx="1625600" cy="1196975"/>
            </a:xfrm>
            <a:prstGeom prst="rect">
              <a:avLst/>
            </a:prstGeom>
            <a:solidFill>
              <a:srgbClr val="5F5F5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F6661C22-3770-B309-5A43-796350CA3560}"/>
                </a:ext>
              </a:extLst>
            </p:cNvPr>
            <p:cNvSpPr/>
            <p:nvPr/>
          </p:nvSpPr>
          <p:spPr>
            <a:xfrm>
              <a:off x="5892165" y="4702175"/>
              <a:ext cx="45719" cy="1168231"/>
            </a:xfrm>
            <a:prstGeom prst="rect">
              <a:avLst/>
            </a:prstGeom>
            <a:solidFill>
              <a:srgbClr val="5F5F5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F2222C78-6FB3-DCAC-DE42-D928C0665DA8}"/>
                </a:ext>
              </a:extLst>
            </p:cNvPr>
            <p:cNvSpPr/>
            <p:nvPr/>
          </p:nvSpPr>
          <p:spPr>
            <a:xfrm>
              <a:off x="6346190" y="4702175"/>
              <a:ext cx="45719" cy="1168231"/>
            </a:xfrm>
            <a:prstGeom prst="rect">
              <a:avLst/>
            </a:prstGeom>
            <a:solidFill>
              <a:srgbClr val="5F5F5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8" name="墨迹 87">
                  <a:extLst>
                    <a:ext uri="{FF2B5EF4-FFF2-40B4-BE49-F238E27FC236}">
                      <a16:creationId xmlns:a16="http://schemas.microsoft.com/office/drawing/2014/main" id="{1AE8D98C-48BD-1E66-B531-F7C3D575B839}"/>
                    </a:ext>
                  </a:extLst>
                </p14:cNvPr>
                <p14:cNvContentPartPr/>
                <p14:nvPr/>
              </p14:nvContentPartPr>
              <p14:xfrm>
                <a:off x="6324420" y="5220915"/>
                <a:ext cx="133200" cy="82440"/>
              </p14:xfrm>
            </p:contentPart>
          </mc:Choice>
          <mc:Fallback xmlns="">
            <p:pic>
              <p:nvPicPr>
                <p:cNvPr id="88" name="墨迹 87">
                  <a:extLst>
                    <a:ext uri="{FF2B5EF4-FFF2-40B4-BE49-F238E27FC236}">
                      <a16:creationId xmlns:a16="http://schemas.microsoft.com/office/drawing/2014/main" id="{1AE8D98C-48BD-1E66-B531-F7C3D575B83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309685" y="5206298"/>
                  <a:ext cx="162080" cy="111089"/>
                </a:xfrm>
                <a:prstGeom prst="rect">
                  <a:avLst/>
                </a:prstGeom>
              </p:spPr>
            </p:pic>
          </mc:Fallback>
        </mc:AlternateContent>
        <p:pic>
          <p:nvPicPr>
            <p:cNvPr id="89" name="图片 88">
              <a:extLst>
                <a:ext uri="{FF2B5EF4-FFF2-40B4-BE49-F238E27FC236}">
                  <a16:creationId xmlns:a16="http://schemas.microsoft.com/office/drawing/2014/main" id="{C254F3A8-ECA6-6977-BB37-01FD8FFD3B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16200000">
              <a:off x="6038442" y="5599932"/>
              <a:ext cx="645957" cy="227673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0" name="墨迹 89">
                <a:extLst>
                  <a:ext uri="{FF2B5EF4-FFF2-40B4-BE49-F238E27FC236}">
                    <a16:creationId xmlns:a16="http://schemas.microsoft.com/office/drawing/2014/main" id="{CC945C61-B29E-BD8E-3636-8DE3E6562767}"/>
                  </a:ext>
                </a:extLst>
              </p14:cNvPr>
              <p14:cNvContentPartPr/>
              <p14:nvPr/>
            </p14:nvContentPartPr>
            <p14:xfrm>
              <a:off x="2864790" y="5566523"/>
              <a:ext cx="74520" cy="77760"/>
            </p14:xfrm>
          </p:contentPart>
        </mc:Choice>
        <mc:Fallback xmlns="">
          <p:pic>
            <p:nvPicPr>
              <p:cNvPr id="90" name="墨迹 89">
                <a:extLst>
                  <a:ext uri="{FF2B5EF4-FFF2-40B4-BE49-F238E27FC236}">
                    <a16:creationId xmlns:a16="http://schemas.microsoft.com/office/drawing/2014/main" id="{CC945C61-B29E-BD8E-3636-8DE3E656276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856150" y="5557883"/>
                <a:ext cx="9216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1" name="墨迹 90">
                <a:extLst>
                  <a:ext uri="{FF2B5EF4-FFF2-40B4-BE49-F238E27FC236}">
                    <a16:creationId xmlns:a16="http://schemas.microsoft.com/office/drawing/2014/main" id="{138DE3FD-CF07-1505-8FFE-C69EF6CB37E7}"/>
                  </a:ext>
                </a:extLst>
              </p14:cNvPr>
              <p14:cNvContentPartPr/>
              <p14:nvPr/>
            </p14:nvContentPartPr>
            <p14:xfrm>
              <a:off x="3119310" y="5685323"/>
              <a:ext cx="50400" cy="320400"/>
            </p14:xfrm>
          </p:contentPart>
        </mc:Choice>
        <mc:Fallback xmlns="">
          <p:pic>
            <p:nvPicPr>
              <p:cNvPr id="91" name="墨迹 90">
                <a:extLst>
                  <a:ext uri="{FF2B5EF4-FFF2-40B4-BE49-F238E27FC236}">
                    <a16:creationId xmlns:a16="http://schemas.microsoft.com/office/drawing/2014/main" id="{138DE3FD-CF07-1505-8FFE-C69EF6CB37E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083310" y="5649323"/>
                <a:ext cx="122040" cy="39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2" name="墨迹 91">
                <a:extLst>
                  <a:ext uri="{FF2B5EF4-FFF2-40B4-BE49-F238E27FC236}">
                    <a16:creationId xmlns:a16="http://schemas.microsoft.com/office/drawing/2014/main" id="{28C62862-29AA-D1A5-4DCF-B3828251D0B0}"/>
                  </a:ext>
                </a:extLst>
              </p14:cNvPr>
              <p14:cNvContentPartPr/>
              <p14:nvPr/>
            </p14:nvContentPartPr>
            <p14:xfrm>
              <a:off x="2905110" y="5581643"/>
              <a:ext cx="360" cy="360"/>
            </p14:xfrm>
          </p:contentPart>
        </mc:Choice>
        <mc:Fallback xmlns="">
          <p:pic>
            <p:nvPicPr>
              <p:cNvPr id="92" name="墨迹 91">
                <a:extLst>
                  <a:ext uri="{FF2B5EF4-FFF2-40B4-BE49-F238E27FC236}">
                    <a16:creationId xmlns:a16="http://schemas.microsoft.com/office/drawing/2014/main" id="{28C62862-29AA-D1A5-4DCF-B3828251D0B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869110" y="5545643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3" name="墨迹 92">
                <a:extLst>
                  <a:ext uri="{FF2B5EF4-FFF2-40B4-BE49-F238E27FC236}">
                    <a16:creationId xmlns:a16="http://schemas.microsoft.com/office/drawing/2014/main" id="{EDC45882-C251-6A48-D397-07152BF9E444}"/>
                  </a:ext>
                </a:extLst>
              </p14:cNvPr>
              <p14:cNvContentPartPr/>
              <p14:nvPr/>
            </p14:nvContentPartPr>
            <p14:xfrm>
              <a:off x="3185550" y="5843363"/>
              <a:ext cx="49680" cy="162360"/>
            </p14:xfrm>
          </p:contentPart>
        </mc:Choice>
        <mc:Fallback xmlns="">
          <p:pic>
            <p:nvPicPr>
              <p:cNvPr id="93" name="墨迹 92">
                <a:extLst>
                  <a:ext uri="{FF2B5EF4-FFF2-40B4-BE49-F238E27FC236}">
                    <a16:creationId xmlns:a16="http://schemas.microsoft.com/office/drawing/2014/main" id="{EDC45882-C251-6A48-D397-07152BF9E44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149910" y="5807363"/>
                <a:ext cx="121320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8" name="墨迹 97">
                <a:extLst>
                  <a:ext uri="{FF2B5EF4-FFF2-40B4-BE49-F238E27FC236}">
                    <a16:creationId xmlns:a16="http://schemas.microsoft.com/office/drawing/2014/main" id="{3F330708-97D7-92BC-B321-0141DE8CB90E}"/>
                  </a:ext>
                </a:extLst>
              </p14:cNvPr>
              <p14:cNvContentPartPr/>
              <p14:nvPr/>
            </p14:nvContentPartPr>
            <p14:xfrm>
              <a:off x="3250350" y="5676323"/>
              <a:ext cx="9720" cy="146520"/>
            </p14:xfrm>
          </p:contentPart>
        </mc:Choice>
        <mc:Fallback xmlns="">
          <p:pic>
            <p:nvPicPr>
              <p:cNvPr id="98" name="墨迹 97">
                <a:extLst>
                  <a:ext uri="{FF2B5EF4-FFF2-40B4-BE49-F238E27FC236}">
                    <a16:creationId xmlns:a16="http://schemas.microsoft.com/office/drawing/2014/main" id="{3F330708-97D7-92BC-B321-0141DE8CB90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241350" y="5667323"/>
                <a:ext cx="27360" cy="164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24B64B98-0770-DBBE-04C5-49A9BED5078E}"/>
              </a:ext>
            </a:extLst>
          </p:cNvPr>
          <p:cNvGrpSpPr/>
          <p:nvPr/>
        </p:nvGrpSpPr>
        <p:grpSpPr>
          <a:xfrm>
            <a:off x="3245310" y="5655443"/>
            <a:ext cx="17280" cy="14400"/>
            <a:chOff x="3245310" y="5655443"/>
            <a:chExt cx="17280" cy="1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99" name="墨迹 98">
                  <a:extLst>
                    <a:ext uri="{FF2B5EF4-FFF2-40B4-BE49-F238E27FC236}">
                      <a16:creationId xmlns:a16="http://schemas.microsoft.com/office/drawing/2014/main" id="{298DCA50-40EE-9B50-FE17-28FEBC17E582}"/>
                    </a:ext>
                  </a:extLst>
                </p14:cNvPr>
                <p14:cNvContentPartPr/>
                <p14:nvPr/>
              </p14:nvContentPartPr>
              <p14:xfrm>
                <a:off x="3245310" y="5655443"/>
                <a:ext cx="720" cy="360"/>
              </p14:xfrm>
            </p:contentPart>
          </mc:Choice>
          <mc:Fallback xmlns="">
            <p:pic>
              <p:nvPicPr>
                <p:cNvPr id="99" name="墨迹 98">
                  <a:extLst>
                    <a:ext uri="{FF2B5EF4-FFF2-40B4-BE49-F238E27FC236}">
                      <a16:creationId xmlns:a16="http://schemas.microsoft.com/office/drawing/2014/main" id="{298DCA50-40EE-9B50-FE17-28FEBC17E58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236670" y="5646443"/>
                  <a:ext cx="183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00" name="墨迹 99">
                  <a:extLst>
                    <a:ext uri="{FF2B5EF4-FFF2-40B4-BE49-F238E27FC236}">
                      <a16:creationId xmlns:a16="http://schemas.microsoft.com/office/drawing/2014/main" id="{C8AB33DC-2FFC-D662-776F-5CE9447438ED}"/>
                    </a:ext>
                  </a:extLst>
                </p14:cNvPr>
                <p14:cNvContentPartPr/>
                <p14:nvPr/>
              </p14:nvContentPartPr>
              <p14:xfrm>
                <a:off x="3255030" y="5669483"/>
                <a:ext cx="360" cy="360"/>
              </p14:xfrm>
            </p:contentPart>
          </mc:Choice>
          <mc:Fallback xmlns="">
            <p:pic>
              <p:nvPicPr>
                <p:cNvPr id="100" name="墨迹 99">
                  <a:extLst>
                    <a:ext uri="{FF2B5EF4-FFF2-40B4-BE49-F238E27FC236}">
                      <a16:creationId xmlns:a16="http://schemas.microsoft.com/office/drawing/2014/main" id="{C8AB33DC-2FFC-D662-776F-5CE9447438E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246030" y="566084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01" name="墨迹 100">
                  <a:extLst>
                    <a:ext uri="{FF2B5EF4-FFF2-40B4-BE49-F238E27FC236}">
                      <a16:creationId xmlns:a16="http://schemas.microsoft.com/office/drawing/2014/main" id="{E2F6AE31-FFA1-A429-3E78-D4DD357BCDCE}"/>
                    </a:ext>
                  </a:extLst>
                </p14:cNvPr>
                <p14:cNvContentPartPr/>
                <p14:nvPr/>
              </p14:nvContentPartPr>
              <p14:xfrm>
                <a:off x="3257190" y="5669483"/>
                <a:ext cx="360" cy="360"/>
              </p14:xfrm>
            </p:contentPart>
          </mc:Choice>
          <mc:Fallback xmlns="">
            <p:pic>
              <p:nvPicPr>
                <p:cNvPr id="101" name="墨迹 100">
                  <a:extLst>
                    <a:ext uri="{FF2B5EF4-FFF2-40B4-BE49-F238E27FC236}">
                      <a16:creationId xmlns:a16="http://schemas.microsoft.com/office/drawing/2014/main" id="{E2F6AE31-FFA1-A429-3E78-D4DD357BCDC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248550" y="566084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02" name="墨迹 101">
                  <a:extLst>
                    <a:ext uri="{FF2B5EF4-FFF2-40B4-BE49-F238E27FC236}">
                      <a16:creationId xmlns:a16="http://schemas.microsoft.com/office/drawing/2014/main" id="{00B55C03-6ED9-89BB-F7B7-134836F71D5D}"/>
                    </a:ext>
                  </a:extLst>
                </p14:cNvPr>
                <p14:cNvContentPartPr/>
                <p14:nvPr/>
              </p14:nvContentPartPr>
              <p14:xfrm>
                <a:off x="3262230" y="5660123"/>
                <a:ext cx="360" cy="360"/>
              </p14:xfrm>
            </p:contentPart>
          </mc:Choice>
          <mc:Fallback xmlns="">
            <p:pic>
              <p:nvPicPr>
                <p:cNvPr id="102" name="墨迹 101">
                  <a:extLst>
                    <a:ext uri="{FF2B5EF4-FFF2-40B4-BE49-F238E27FC236}">
                      <a16:creationId xmlns:a16="http://schemas.microsoft.com/office/drawing/2014/main" id="{00B55C03-6ED9-89BB-F7B7-134836F71D5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253230" y="565112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03" name="墨迹 102">
                  <a:extLst>
                    <a:ext uri="{FF2B5EF4-FFF2-40B4-BE49-F238E27FC236}">
                      <a16:creationId xmlns:a16="http://schemas.microsoft.com/office/drawing/2014/main" id="{3975F41B-8825-AEFA-12DE-3EA17DB0E840}"/>
                    </a:ext>
                  </a:extLst>
                </p14:cNvPr>
                <p14:cNvContentPartPr/>
                <p14:nvPr/>
              </p14:nvContentPartPr>
              <p14:xfrm>
                <a:off x="3259710" y="5657603"/>
                <a:ext cx="360" cy="360"/>
              </p14:xfrm>
            </p:contentPart>
          </mc:Choice>
          <mc:Fallback xmlns="">
            <p:pic>
              <p:nvPicPr>
                <p:cNvPr id="103" name="墨迹 102">
                  <a:extLst>
                    <a:ext uri="{FF2B5EF4-FFF2-40B4-BE49-F238E27FC236}">
                      <a16:creationId xmlns:a16="http://schemas.microsoft.com/office/drawing/2014/main" id="{3975F41B-8825-AEFA-12DE-3EA17DB0E84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251070" y="564896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04" name="墨迹 103">
                  <a:extLst>
                    <a:ext uri="{FF2B5EF4-FFF2-40B4-BE49-F238E27FC236}">
                      <a16:creationId xmlns:a16="http://schemas.microsoft.com/office/drawing/2014/main" id="{0ED51B4A-1E49-72D8-27BE-F39F7DC0D5F7}"/>
                    </a:ext>
                  </a:extLst>
                </p14:cNvPr>
                <p14:cNvContentPartPr/>
                <p14:nvPr/>
              </p14:nvContentPartPr>
              <p14:xfrm>
                <a:off x="3255030" y="5657603"/>
                <a:ext cx="360" cy="360"/>
              </p14:xfrm>
            </p:contentPart>
          </mc:Choice>
          <mc:Fallback xmlns="">
            <p:pic>
              <p:nvPicPr>
                <p:cNvPr id="104" name="墨迹 103">
                  <a:extLst>
                    <a:ext uri="{FF2B5EF4-FFF2-40B4-BE49-F238E27FC236}">
                      <a16:creationId xmlns:a16="http://schemas.microsoft.com/office/drawing/2014/main" id="{0ED51B4A-1E49-72D8-27BE-F39F7DC0D5F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246030" y="564896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07" name="图形 106">
            <a:extLst>
              <a:ext uri="{FF2B5EF4-FFF2-40B4-BE49-F238E27FC236}">
                <a16:creationId xmlns:a16="http://schemas.microsoft.com/office/drawing/2014/main" id="{A9E21EE0-DCC6-7225-3993-62E802ACAF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 l="15858" r="17525"/>
          <a:stretch>
            <a:fillRect/>
          </a:stretch>
        </p:blipFill>
        <p:spPr>
          <a:xfrm rot="5400000">
            <a:off x="1570967" y="4639557"/>
            <a:ext cx="205529" cy="308522"/>
          </a:xfrm>
          <a:prstGeom prst="rect">
            <a:avLst/>
          </a:prstGeom>
        </p:spPr>
      </p:pic>
      <p:pic>
        <p:nvPicPr>
          <p:cNvPr id="110" name="图形 109">
            <a:extLst>
              <a:ext uri="{FF2B5EF4-FFF2-40B4-BE49-F238E27FC236}">
                <a16:creationId xmlns:a16="http://schemas.microsoft.com/office/drawing/2014/main" id="{C21752F7-4529-12E6-15B6-CA4F0A7A82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22461" r="22469"/>
          <a:stretch>
            <a:fillRect/>
          </a:stretch>
        </p:blipFill>
        <p:spPr>
          <a:xfrm rot="5400000">
            <a:off x="1065420" y="4640758"/>
            <a:ext cx="168318" cy="305641"/>
          </a:xfrm>
          <a:prstGeom prst="rect">
            <a:avLst/>
          </a:prstGeom>
        </p:spPr>
      </p:pic>
      <p:pic>
        <p:nvPicPr>
          <p:cNvPr id="111" name="图形 110">
            <a:extLst>
              <a:ext uri="{FF2B5EF4-FFF2-40B4-BE49-F238E27FC236}">
                <a16:creationId xmlns:a16="http://schemas.microsoft.com/office/drawing/2014/main" id="{31B65AC4-3D09-B3C1-7005-BA6B7C0592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22461" r="22469"/>
          <a:stretch>
            <a:fillRect/>
          </a:stretch>
        </p:blipFill>
        <p:spPr>
          <a:xfrm rot="5400000">
            <a:off x="1261550" y="4405312"/>
            <a:ext cx="168318" cy="305641"/>
          </a:xfrm>
          <a:prstGeom prst="rect">
            <a:avLst/>
          </a:prstGeom>
        </p:spPr>
      </p:pic>
      <p:pic>
        <p:nvPicPr>
          <p:cNvPr id="112" name="图形 111">
            <a:extLst>
              <a:ext uri="{FF2B5EF4-FFF2-40B4-BE49-F238E27FC236}">
                <a16:creationId xmlns:a16="http://schemas.microsoft.com/office/drawing/2014/main" id="{627649D0-DEFE-5FCB-76AF-01E318AFEF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 l="15858" r="17525"/>
          <a:stretch>
            <a:fillRect/>
          </a:stretch>
        </p:blipFill>
        <p:spPr>
          <a:xfrm rot="5400000">
            <a:off x="1088683" y="4183384"/>
            <a:ext cx="205529" cy="308522"/>
          </a:xfrm>
          <a:prstGeom prst="rect">
            <a:avLst/>
          </a:prstGeom>
        </p:spPr>
      </p:pic>
      <p:pic>
        <p:nvPicPr>
          <p:cNvPr id="113" name="图形 112">
            <a:extLst>
              <a:ext uri="{FF2B5EF4-FFF2-40B4-BE49-F238E27FC236}">
                <a16:creationId xmlns:a16="http://schemas.microsoft.com/office/drawing/2014/main" id="{8EA835B0-6717-D33E-10BC-AB0E8F27E7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 l="15858" r="17525"/>
          <a:stretch>
            <a:fillRect/>
          </a:stretch>
        </p:blipFill>
        <p:spPr>
          <a:xfrm rot="16200000">
            <a:off x="4614805" y="3962216"/>
            <a:ext cx="205529" cy="308522"/>
          </a:xfrm>
          <a:prstGeom prst="rect">
            <a:avLst/>
          </a:prstGeom>
        </p:spPr>
      </p:pic>
      <p:pic>
        <p:nvPicPr>
          <p:cNvPr id="114" name="图形 113">
            <a:extLst>
              <a:ext uri="{FF2B5EF4-FFF2-40B4-BE49-F238E27FC236}">
                <a16:creationId xmlns:a16="http://schemas.microsoft.com/office/drawing/2014/main" id="{A6B926CD-C45F-8B2C-609D-829C5E0DC3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22461" r="22469"/>
          <a:stretch>
            <a:fillRect/>
          </a:stretch>
        </p:blipFill>
        <p:spPr>
          <a:xfrm rot="16200000">
            <a:off x="4326328" y="3743609"/>
            <a:ext cx="168318" cy="305641"/>
          </a:xfrm>
          <a:prstGeom prst="rect">
            <a:avLst/>
          </a:prstGeom>
        </p:spPr>
      </p:pic>
      <p:pic>
        <p:nvPicPr>
          <p:cNvPr id="115" name="图形 114">
            <a:extLst>
              <a:ext uri="{FF2B5EF4-FFF2-40B4-BE49-F238E27FC236}">
                <a16:creationId xmlns:a16="http://schemas.microsoft.com/office/drawing/2014/main" id="{F3B7EBAD-4235-7DA3-34CE-18E9B0493B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 l="15858" r="17525"/>
          <a:stretch>
            <a:fillRect/>
          </a:stretch>
        </p:blipFill>
        <p:spPr>
          <a:xfrm>
            <a:off x="3301983" y="5595322"/>
            <a:ext cx="205529" cy="308522"/>
          </a:xfrm>
          <a:prstGeom prst="rect">
            <a:avLst/>
          </a:prstGeom>
        </p:spPr>
      </p:pic>
      <p:pic>
        <p:nvPicPr>
          <p:cNvPr id="116" name="图形 115">
            <a:extLst>
              <a:ext uri="{FF2B5EF4-FFF2-40B4-BE49-F238E27FC236}">
                <a16:creationId xmlns:a16="http://schemas.microsoft.com/office/drawing/2014/main" id="{A25D8621-D807-654B-214E-D90679AD97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22461" r="22469"/>
          <a:stretch>
            <a:fillRect/>
          </a:stretch>
        </p:blipFill>
        <p:spPr>
          <a:xfrm>
            <a:off x="3085802" y="5425676"/>
            <a:ext cx="168318" cy="305641"/>
          </a:xfrm>
          <a:prstGeom prst="rect">
            <a:avLst/>
          </a:prstGeom>
        </p:spPr>
      </p:pic>
      <p:pic>
        <p:nvPicPr>
          <p:cNvPr id="117" name="图形 116">
            <a:extLst>
              <a:ext uri="{FF2B5EF4-FFF2-40B4-BE49-F238E27FC236}">
                <a16:creationId xmlns:a16="http://schemas.microsoft.com/office/drawing/2014/main" id="{F3FEDE4B-9F3E-174C-D76C-A0EE40E766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22461" r="22469"/>
          <a:stretch>
            <a:fillRect/>
          </a:stretch>
        </p:blipFill>
        <p:spPr>
          <a:xfrm>
            <a:off x="3556166" y="5401339"/>
            <a:ext cx="168318" cy="305641"/>
          </a:xfrm>
          <a:prstGeom prst="rect">
            <a:avLst/>
          </a:prstGeom>
        </p:spPr>
      </p:pic>
      <p:pic>
        <p:nvPicPr>
          <p:cNvPr id="118" name="图形 117">
            <a:extLst>
              <a:ext uri="{FF2B5EF4-FFF2-40B4-BE49-F238E27FC236}">
                <a16:creationId xmlns:a16="http://schemas.microsoft.com/office/drawing/2014/main" id="{8FBFCFD1-56B6-4F27-DD48-537F7E7D84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22461" r="22469"/>
          <a:stretch>
            <a:fillRect/>
          </a:stretch>
        </p:blipFill>
        <p:spPr>
          <a:xfrm>
            <a:off x="3556166" y="5903844"/>
            <a:ext cx="168318" cy="305641"/>
          </a:xfrm>
          <a:prstGeom prst="rect">
            <a:avLst/>
          </a:prstGeom>
        </p:spPr>
      </p:pic>
      <p:pic>
        <p:nvPicPr>
          <p:cNvPr id="119" name="图形 118">
            <a:extLst>
              <a:ext uri="{FF2B5EF4-FFF2-40B4-BE49-F238E27FC236}">
                <a16:creationId xmlns:a16="http://schemas.microsoft.com/office/drawing/2014/main" id="{D91A4C16-0B7C-9C99-62E4-E286193E8F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 l="15858" r="17525"/>
          <a:stretch>
            <a:fillRect/>
          </a:stretch>
        </p:blipFill>
        <p:spPr>
          <a:xfrm rot="10800000">
            <a:off x="2385050" y="2742028"/>
            <a:ext cx="205529" cy="308522"/>
          </a:xfrm>
          <a:prstGeom prst="rect">
            <a:avLst/>
          </a:prstGeom>
        </p:spPr>
      </p:pic>
      <p:pic>
        <p:nvPicPr>
          <p:cNvPr id="120" name="图形 119">
            <a:extLst>
              <a:ext uri="{FF2B5EF4-FFF2-40B4-BE49-F238E27FC236}">
                <a16:creationId xmlns:a16="http://schemas.microsoft.com/office/drawing/2014/main" id="{1604B73F-0EEF-03D5-FF64-1D51297CD4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22461" r="22469"/>
          <a:stretch>
            <a:fillRect/>
          </a:stretch>
        </p:blipFill>
        <p:spPr>
          <a:xfrm rot="10800000">
            <a:off x="2639233" y="2548045"/>
            <a:ext cx="168318" cy="305641"/>
          </a:xfrm>
          <a:prstGeom prst="rect">
            <a:avLst/>
          </a:prstGeom>
        </p:spPr>
      </p:pic>
      <p:pic>
        <p:nvPicPr>
          <p:cNvPr id="121" name="图形 120">
            <a:extLst>
              <a:ext uri="{FF2B5EF4-FFF2-40B4-BE49-F238E27FC236}">
                <a16:creationId xmlns:a16="http://schemas.microsoft.com/office/drawing/2014/main" id="{D821C5EC-5D99-8793-90BE-53CD39F962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 l="15858" r="17525"/>
          <a:stretch>
            <a:fillRect/>
          </a:stretch>
        </p:blipFill>
        <p:spPr>
          <a:xfrm rot="10800000">
            <a:off x="2385050" y="2240472"/>
            <a:ext cx="205529" cy="308522"/>
          </a:xfrm>
          <a:prstGeom prst="rect">
            <a:avLst/>
          </a:prstGeom>
        </p:spPr>
      </p:pic>
      <p:pic>
        <p:nvPicPr>
          <p:cNvPr id="122" name="图形 121">
            <a:extLst>
              <a:ext uri="{FF2B5EF4-FFF2-40B4-BE49-F238E27FC236}">
                <a16:creationId xmlns:a16="http://schemas.microsoft.com/office/drawing/2014/main" id="{0385A22E-F248-81AD-869F-8919D8FED8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 l="15858" r="17525"/>
          <a:stretch>
            <a:fillRect/>
          </a:stretch>
        </p:blipFill>
        <p:spPr>
          <a:xfrm rot="10800000">
            <a:off x="2859109" y="2502299"/>
            <a:ext cx="205529" cy="308522"/>
          </a:xfrm>
          <a:prstGeom prst="rect">
            <a:avLst/>
          </a:prstGeom>
        </p:spPr>
      </p:pic>
      <p:pic>
        <p:nvPicPr>
          <p:cNvPr id="123" name="图形 122">
            <a:extLst>
              <a:ext uri="{FF2B5EF4-FFF2-40B4-BE49-F238E27FC236}">
                <a16:creationId xmlns:a16="http://schemas.microsoft.com/office/drawing/2014/main" id="{73507C60-86D7-10AC-601C-1A758883F1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22461" r="22469"/>
          <a:stretch>
            <a:fillRect/>
          </a:stretch>
        </p:blipFill>
        <p:spPr>
          <a:xfrm rot="5400000">
            <a:off x="527657" y="2501621"/>
            <a:ext cx="250060" cy="454073"/>
          </a:xfrm>
          <a:prstGeom prst="rect">
            <a:avLst/>
          </a:prstGeom>
        </p:spPr>
      </p:pic>
      <p:pic>
        <p:nvPicPr>
          <p:cNvPr id="124" name="图形 123">
            <a:extLst>
              <a:ext uri="{FF2B5EF4-FFF2-40B4-BE49-F238E27FC236}">
                <a16:creationId xmlns:a16="http://schemas.microsoft.com/office/drawing/2014/main" id="{191B4D2E-EE58-470A-7DBE-69E3881605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 l="15858" r="17525"/>
          <a:stretch>
            <a:fillRect/>
          </a:stretch>
        </p:blipFill>
        <p:spPr>
          <a:xfrm rot="5400000">
            <a:off x="489792" y="2158199"/>
            <a:ext cx="305343" cy="458354"/>
          </a:xfrm>
          <a:prstGeom prst="rect">
            <a:avLst/>
          </a:prstGeom>
        </p:spPr>
      </p:pic>
      <p:pic>
        <p:nvPicPr>
          <p:cNvPr id="125" name="图片 124">
            <a:extLst>
              <a:ext uri="{FF2B5EF4-FFF2-40B4-BE49-F238E27FC236}">
                <a16:creationId xmlns:a16="http://schemas.microsoft.com/office/drawing/2014/main" id="{6B245757-7333-B041-1D99-6297731957C0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936082" y="3963628"/>
            <a:ext cx="314325" cy="600075"/>
          </a:xfrm>
          <a:prstGeom prst="rect">
            <a:avLst/>
          </a:prstGeom>
        </p:spPr>
      </p:pic>
      <p:cxnSp>
        <p:nvCxnSpPr>
          <p:cNvPr id="127" name="直接连接符 126">
            <a:extLst>
              <a:ext uri="{FF2B5EF4-FFF2-40B4-BE49-F238E27FC236}">
                <a16:creationId xmlns:a16="http://schemas.microsoft.com/office/drawing/2014/main" id="{1549A465-9040-9976-4F20-71B9129C067D}"/>
              </a:ext>
            </a:extLst>
          </p:cNvPr>
          <p:cNvCxnSpPr/>
          <p:nvPr/>
        </p:nvCxnSpPr>
        <p:spPr>
          <a:xfrm>
            <a:off x="1938385" y="4219242"/>
            <a:ext cx="0" cy="778332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" name="直接连接符 127">
            <a:extLst>
              <a:ext uri="{FF2B5EF4-FFF2-40B4-BE49-F238E27FC236}">
                <a16:creationId xmlns:a16="http://schemas.microsoft.com/office/drawing/2014/main" id="{A10C1CAD-5281-3FCB-E6DD-3EFF125C6035}"/>
              </a:ext>
            </a:extLst>
          </p:cNvPr>
          <p:cNvCxnSpPr/>
          <p:nvPr/>
        </p:nvCxnSpPr>
        <p:spPr>
          <a:xfrm>
            <a:off x="4160885" y="3490220"/>
            <a:ext cx="0" cy="778332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直接连接符 128">
            <a:extLst>
              <a:ext uri="{FF2B5EF4-FFF2-40B4-BE49-F238E27FC236}">
                <a16:creationId xmlns:a16="http://schemas.microsoft.com/office/drawing/2014/main" id="{459BC7F5-91CB-C9B3-E3E2-EEB307A13C5E}"/>
              </a:ext>
            </a:extLst>
          </p:cNvPr>
          <p:cNvCxnSpPr>
            <a:cxnSpLocks/>
          </p:cNvCxnSpPr>
          <p:nvPr/>
        </p:nvCxnSpPr>
        <p:spPr>
          <a:xfrm flipH="1">
            <a:off x="3034210" y="5401339"/>
            <a:ext cx="731340" cy="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直接连接符 131">
            <a:extLst>
              <a:ext uri="{FF2B5EF4-FFF2-40B4-BE49-F238E27FC236}">
                <a16:creationId xmlns:a16="http://schemas.microsoft.com/office/drawing/2014/main" id="{05D417B0-AD00-7942-6B83-216D5B0F87B4}"/>
              </a:ext>
            </a:extLst>
          </p:cNvPr>
          <p:cNvCxnSpPr>
            <a:cxnSpLocks/>
          </p:cNvCxnSpPr>
          <p:nvPr/>
        </p:nvCxnSpPr>
        <p:spPr>
          <a:xfrm flipH="1">
            <a:off x="2358296" y="3104580"/>
            <a:ext cx="731340" cy="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" name="直接连接符 132">
            <a:extLst>
              <a:ext uri="{FF2B5EF4-FFF2-40B4-BE49-F238E27FC236}">
                <a16:creationId xmlns:a16="http://schemas.microsoft.com/office/drawing/2014/main" id="{C83725E9-359C-54F1-42FB-C8B36D62098D}"/>
              </a:ext>
            </a:extLst>
          </p:cNvPr>
          <p:cNvCxnSpPr>
            <a:cxnSpLocks/>
          </p:cNvCxnSpPr>
          <p:nvPr/>
        </p:nvCxnSpPr>
        <p:spPr>
          <a:xfrm flipH="1">
            <a:off x="456774" y="3048000"/>
            <a:ext cx="414867" cy="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CC614054-9946-1500-85BE-805FC3A11CB1}"/>
              </a:ext>
            </a:extLst>
          </p:cNvPr>
          <p:cNvCxnSpPr/>
          <p:nvPr/>
        </p:nvCxnSpPr>
        <p:spPr>
          <a:xfrm>
            <a:off x="299553" y="5106154"/>
            <a:ext cx="1638832" cy="0"/>
          </a:xfrm>
          <a:prstGeom prst="straightConnector1">
            <a:avLst/>
          </a:prstGeom>
          <a:ln w="28575">
            <a:solidFill>
              <a:srgbClr val="014924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箭头连接符 136">
            <a:extLst>
              <a:ext uri="{FF2B5EF4-FFF2-40B4-BE49-F238E27FC236}">
                <a16:creationId xmlns:a16="http://schemas.microsoft.com/office/drawing/2014/main" id="{1FD9E8E6-0E4A-45B1-6E9C-6144EC92F6C5}"/>
              </a:ext>
            </a:extLst>
          </p:cNvPr>
          <p:cNvCxnSpPr/>
          <p:nvPr/>
        </p:nvCxnSpPr>
        <p:spPr>
          <a:xfrm>
            <a:off x="4160885" y="3419946"/>
            <a:ext cx="1638832" cy="0"/>
          </a:xfrm>
          <a:prstGeom prst="straightConnector1">
            <a:avLst/>
          </a:prstGeom>
          <a:ln w="28575">
            <a:solidFill>
              <a:srgbClr val="014924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接箭头连接符 137">
            <a:extLst>
              <a:ext uri="{FF2B5EF4-FFF2-40B4-BE49-F238E27FC236}">
                <a16:creationId xmlns:a16="http://schemas.microsoft.com/office/drawing/2014/main" id="{6C2C03DF-EF1F-6473-4528-9BF086A49F57}"/>
              </a:ext>
            </a:extLst>
          </p:cNvPr>
          <p:cNvCxnSpPr>
            <a:cxnSpLocks/>
          </p:cNvCxnSpPr>
          <p:nvPr/>
        </p:nvCxnSpPr>
        <p:spPr>
          <a:xfrm>
            <a:off x="2206406" y="2049541"/>
            <a:ext cx="0" cy="1090613"/>
          </a:xfrm>
          <a:prstGeom prst="straightConnector1">
            <a:avLst/>
          </a:prstGeom>
          <a:ln w="28575">
            <a:solidFill>
              <a:srgbClr val="014924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箭头连接符 140">
            <a:extLst>
              <a:ext uri="{FF2B5EF4-FFF2-40B4-BE49-F238E27FC236}">
                <a16:creationId xmlns:a16="http://schemas.microsoft.com/office/drawing/2014/main" id="{B7E75977-E05A-FBB5-4873-8BA82B625908}"/>
              </a:ext>
            </a:extLst>
          </p:cNvPr>
          <p:cNvCxnSpPr>
            <a:cxnSpLocks/>
          </p:cNvCxnSpPr>
          <p:nvPr/>
        </p:nvCxnSpPr>
        <p:spPr>
          <a:xfrm>
            <a:off x="3935618" y="5365094"/>
            <a:ext cx="0" cy="1065816"/>
          </a:xfrm>
          <a:prstGeom prst="straightConnector1">
            <a:avLst/>
          </a:prstGeom>
          <a:ln w="28575">
            <a:solidFill>
              <a:srgbClr val="014924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接连接符 143">
            <a:extLst>
              <a:ext uri="{FF2B5EF4-FFF2-40B4-BE49-F238E27FC236}">
                <a16:creationId xmlns:a16="http://schemas.microsoft.com/office/drawing/2014/main" id="{18EA48A4-3C81-D208-3EC2-E45A5547817D}"/>
              </a:ext>
            </a:extLst>
          </p:cNvPr>
          <p:cNvCxnSpPr/>
          <p:nvPr/>
        </p:nvCxnSpPr>
        <p:spPr>
          <a:xfrm>
            <a:off x="5799717" y="3328987"/>
            <a:ext cx="0" cy="172049"/>
          </a:xfrm>
          <a:prstGeom prst="line">
            <a:avLst/>
          </a:prstGeom>
          <a:ln w="19050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接连接符 144">
            <a:extLst>
              <a:ext uri="{FF2B5EF4-FFF2-40B4-BE49-F238E27FC236}">
                <a16:creationId xmlns:a16="http://schemas.microsoft.com/office/drawing/2014/main" id="{C851AE2F-C324-9E15-F010-5722836BC901}"/>
              </a:ext>
            </a:extLst>
          </p:cNvPr>
          <p:cNvCxnSpPr/>
          <p:nvPr/>
        </p:nvCxnSpPr>
        <p:spPr>
          <a:xfrm>
            <a:off x="4160885" y="3328987"/>
            <a:ext cx="0" cy="172049"/>
          </a:xfrm>
          <a:prstGeom prst="line">
            <a:avLst/>
          </a:prstGeom>
          <a:ln w="19050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连接符 145">
            <a:extLst>
              <a:ext uri="{FF2B5EF4-FFF2-40B4-BE49-F238E27FC236}">
                <a16:creationId xmlns:a16="http://schemas.microsoft.com/office/drawing/2014/main" id="{9E0222B3-2950-3733-3C11-D63BAEF60E49}"/>
              </a:ext>
            </a:extLst>
          </p:cNvPr>
          <p:cNvCxnSpPr>
            <a:cxnSpLocks/>
          </p:cNvCxnSpPr>
          <p:nvPr/>
        </p:nvCxnSpPr>
        <p:spPr>
          <a:xfrm>
            <a:off x="1938385" y="5020129"/>
            <a:ext cx="0" cy="172049"/>
          </a:xfrm>
          <a:prstGeom prst="line">
            <a:avLst/>
          </a:prstGeom>
          <a:ln w="19050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接连接符 146">
            <a:extLst>
              <a:ext uri="{FF2B5EF4-FFF2-40B4-BE49-F238E27FC236}">
                <a16:creationId xmlns:a16="http://schemas.microsoft.com/office/drawing/2014/main" id="{1A270A5F-9444-B0CC-F311-9D78D5F1291A}"/>
              </a:ext>
            </a:extLst>
          </p:cNvPr>
          <p:cNvCxnSpPr/>
          <p:nvPr/>
        </p:nvCxnSpPr>
        <p:spPr>
          <a:xfrm>
            <a:off x="294838" y="5020129"/>
            <a:ext cx="0" cy="172049"/>
          </a:xfrm>
          <a:prstGeom prst="line">
            <a:avLst/>
          </a:prstGeom>
          <a:ln w="19050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5B3BBD9A-8628-661B-DB6C-75E8F40F92EA}"/>
              </a:ext>
            </a:extLst>
          </p:cNvPr>
          <p:cNvCxnSpPr>
            <a:cxnSpLocks/>
          </p:cNvCxnSpPr>
          <p:nvPr/>
        </p:nvCxnSpPr>
        <p:spPr>
          <a:xfrm flipH="1">
            <a:off x="3871913" y="5365094"/>
            <a:ext cx="132737" cy="0"/>
          </a:xfrm>
          <a:prstGeom prst="line">
            <a:avLst/>
          </a:prstGeom>
          <a:ln w="19050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接连接符 151">
            <a:extLst>
              <a:ext uri="{FF2B5EF4-FFF2-40B4-BE49-F238E27FC236}">
                <a16:creationId xmlns:a16="http://schemas.microsoft.com/office/drawing/2014/main" id="{971A3672-7F2B-3E68-60BB-41AE9BF93629}"/>
              </a:ext>
            </a:extLst>
          </p:cNvPr>
          <p:cNvCxnSpPr>
            <a:cxnSpLocks/>
          </p:cNvCxnSpPr>
          <p:nvPr/>
        </p:nvCxnSpPr>
        <p:spPr>
          <a:xfrm flipH="1">
            <a:off x="3871913" y="6430910"/>
            <a:ext cx="132737" cy="0"/>
          </a:xfrm>
          <a:prstGeom prst="line">
            <a:avLst/>
          </a:prstGeom>
          <a:ln w="19050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连接符 152">
            <a:extLst>
              <a:ext uri="{FF2B5EF4-FFF2-40B4-BE49-F238E27FC236}">
                <a16:creationId xmlns:a16="http://schemas.microsoft.com/office/drawing/2014/main" id="{CD60E3D2-CA00-3EE0-8B89-6F7BD98F3B94}"/>
              </a:ext>
            </a:extLst>
          </p:cNvPr>
          <p:cNvCxnSpPr>
            <a:cxnSpLocks/>
          </p:cNvCxnSpPr>
          <p:nvPr/>
        </p:nvCxnSpPr>
        <p:spPr>
          <a:xfrm flipH="1">
            <a:off x="2140037" y="3140154"/>
            <a:ext cx="132737" cy="0"/>
          </a:xfrm>
          <a:prstGeom prst="line">
            <a:avLst/>
          </a:prstGeom>
          <a:ln w="19050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连接符 153">
            <a:extLst>
              <a:ext uri="{FF2B5EF4-FFF2-40B4-BE49-F238E27FC236}">
                <a16:creationId xmlns:a16="http://schemas.microsoft.com/office/drawing/2014/main" id="{29F54FFC-6202-6098-8B3E-5D717F9CEE46}"/>
              </a:ext>
            </a:extLst>
          </p:cNvPr>
          <p:cNvCxnSpPr>
            <a:cxnSpLocks/>
          </p:cNvCxnSpPr>
          <p:nvPr/>
        </p:nvCxnSpPr>
        <p:spPr>
          <a:xfrm flipH="1">
            <a:off x="2140037" y="2049541"/>
            <a:ext cx="132737" cy="0"/>
          </a:xfrm>
          <a:prstGeom prst="line">
            <a:avLst/>
          </a:prstGeom>
          <a:ln w="19050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箭头连接符 155">
            <a:extLst>
              <a:ext uri="{FF2B5EF4-FFF2-40B4-BE49-F238E27FC236}">
                <a16:creationId xmlns:a16="http://schemas.microsoft.com/office/drawing/2014/main" id="{D13F9C6E-CDC0-73D3-D4B1-76464B88A2BF}"/>
              </a:ext>
            </a:extLst>
          </p:cNvPr>
          <p:cNvCxnSpPr>
            <a:cxnSpLocks/>
          </p:cNvCxnSpPr>
          <p:nvPr/>
        </p:nvCxnSpPr>
        <p:spPr>
          <a:xfrm>
            <a:off x="482984" y="3320216"/>
            <a:ext cx="396740" cy="0"/>
          </a:xfrm>
          <a:prstGeom prst="straightConnector1">
            <a:avLst/>
          </a:prstGeom>
          <a:ln w="28575">
            <a:solidFill>
              <a:srgbClr val="014924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接连接符 156">
            <a:extLst>
              <a:ext uri="{FF2B5EF4-FFF2-40B4-BE49-F238E27FC236}">
                <a16:creationId xmlns:a16="http://schemas.microsoft.com/office/drawing/2014/main" id="{DFB8A0E1-BA55-447B-824B-0FD66FE478F1}"/>
              </a:ext>
            </a:extLst>
          </p:cNvPr>
          <p:cNvCxnSpPr>
            <a:cxnSpLocks/>
          </p:cNvCxnSpPr>
          <p:nvPr/>
        </p:nvCxnSpPr>
        <p:spPr>
          <a:xfrm>
            <a:off x="879724" y="3234191"/>
            <a:ext cx="0" cy="172049"/>
          </a:xfrm>
          <a:prstGeom prst="line">
            <a:avLst/>
          </a:prstGeom>
          <a:ln w="19050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接连接符 157">
            <a:extLst>
              <a:ext uri="{FF2B5EF4-FFF2-40B4-BE49-F238E27FC236}">
                <a16:creationId xmlns:a16="http://schemas.microsoft.com/office/drawing/2014/main" id="{8D51E26A-34CE-8BE3-B616-EA874514A5E7}"/>
              </a:ext>
            </a:extLst>
          </p:cNvPr>
          <p:cNvCxnSpPr>
            <a:cxnSpLocks/>
          </p:cNvCxnSpPr>
          <p:nvPr/>
        </p:nvCxnSpPr>
        <p:spPr>
          <a:xfrm>
            <a:off x="478269" y="3234191"/>
            <a:ext cx="0" cy="172049"/>
          </a:xfrm>
          <a:prstGeom prst="line">
            <a:avLst/>
          </a:prstGeom>
          <a:ln w="19050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文本框 161">
            <a:extLst>
              <a:ext uri="{FF2B5EF4-FFF2-40B4-BE49-F238E27FC236}">
                <a16:creationId xmlns:a16="http://schemas.microsoft.com/office/drawing/2014/main" id="{6677920A-7F5F-A423-1978-8484D654A80E}"/>
              </a:ext>
            </a:extLst>
          </p:cNvPr>
          <p:cNvSpPr txBox="1"/>
          <p:nvPr/>
        </p:nvSpPr>
        <p:spPr>
          <a:xfrm>
            <a:off x="1021585" y="2250094"/>
            <a:ext cx="65281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CAV</a:t>
            </a:r>
            <a:endParaRPr lang="zh-CN" altLang="en-US" sz="1200" b="1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4" name="文本框 163">
            <a:extLst>
              <a:ext uri="{FF2B5EF4-FFF2-40B4-BE49-F238E27FC236}">
                <a16:creationId xmlns:a16="http://schemas.microsoft.com/office/drawing/2014/main" id="{4D38FFFA-A405-0C43-1FD7-88A9B8475034}"/>
              </a:ext>
            </a:extLst>
          </p:cNvPr>
          <p:cNvSpPr txBox="1"/>
          <p:nvPr/>
        </p:nvSpPr>
        <p:spPr>
          <a:xfrm>
            <a:off x="1021585" y="2597526"/>
            <a:ext cx="65281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HDV</a:t>
            </a:r>
            <a:endParaRPr lang="zh-CN" altLang="en-US" sz="1200" b="1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5" name="文本框 164">
            <a:extLst>
              <a:ext uri="{FF2B5EF4-FFF2-40B4-BE49-F238E27FC236}">
                <a16:creationId xmlns:a16="http://schemas.microsoft.com/office/drawing/2014/main" id="{14BC8570-E856-0CC7-5DF8-2ECE36E0AE9D}"/>
              </a:ext>
            </a:extLst>
          </p:cNvPr>
          <p:cNvSpPr txBox="1"/>
          <p:nvPr/>
        </p:nvSpPr>
        <p:spPr>
          <a:xfrm>
            <a:off x="1021584" y="2895636"/>
            <a:ext cx="8068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停车线</a:t>
            </a:r>
            <a:endParaRPr lang="zh-CN" altLang="en-US" sz="1200" b="1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6" name="文本框 165">
            <a:extLst>
              <a:ext uri="{FF2B5EF4-FFF2-40B4-BE49-F238E27FC236}">
                <a16:creationId xmlns:a16="http://schemas.microsoft.com/office/drawing/2014/main" id="{837332C5-B001-79CC-D3E6-A08683EB1025}"/>
              </a:ext>
            </a:extLst>
          </p:cNvPr>
          <p:cNvSpPr txBox="1"/>
          <p:nvPr/>
        </p:nvSpPr>
        <p:spPr>
          <a:xfrm>
            <a:off x="1021584" y="3181716"/>
            <a:ext cx="13228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控制区长度</a:t>
            </a:r>
            <a:endParaRPr lang="zh-CN" altLang="en-US" sz="1200" b="1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7" name="矩形: 圆角 166">
            <a:extLst>
              <a:ext uri="{FF2B5EF4-FFF2-40B4-BE49-F238E27FC236}">
                <a16:creationId xmlns:a16="http://schemas.microsoft.com/office/drawing/2014/main" id="{F3200B8C-B8E9-698E-9B95-9D3602F9BBC3}"/>
              </a:ext>
            </a:extLst>
          </p:cNvPr>
          <p:cNvSpPr/>
          <p:nvPr/>
        </p:nvSpPr>
        <p:spPr>
          <a:xfrm>
            <a:off x="4004650" y="1633192"/>
            <a:ext cx="1943476" cy="964334"/>
          </a:xfrm>
          <a:prstGeom prst="roundRect">
            <a:avLst/>
          </a:prstGeom>
          <a:noFill/>
          <a:ln>
            <a:solidFill>
              <a:srgbClr val="014924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8" name="文本框 167">
            <a:extLst>
              <a:ext uri="{FF2B5EF4-FFF2-40B4-BE49-F238E27FC236}">
                <a16:creationId xmlns:a16="http://schemas.microsoft.com/office/drawing/2014/main" id="{EBB578A8-EA55-0E73-3193-5880E876AE56}"/>
              </a:ext>
            </a:extLst>
          </p:cNvPr>
          <p:cNvSpPr txBox="1"/>
          <p:nvPr/>
        </p:nvSpPr>
        <p:spPr>
          <a:xfrm>
            <a:off x="4160885" y="1982622"/>
            <a:ext cx="18226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车辆通过停车线后，不再进行轨迹控制</a:t>
            </a:r>
            <a:endParaRPr lang="zh-CN" altLang="en-US" sz="1400" b="1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9" name="图片 168">
            <a:extLst>
              <a:ext uri="{FF2B5EF4-FFF2-40B4-BE49-F238E27FC236}">
                <a16:creationId xmlns:a16="http://schemas.microsoft.com/office/drawing/2014/main" id="{39DE58E9-991A-102B-1381-B1FD49451936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798478" y="1697162"/>
            <a:ext cx="314325" cy="285750"/>
          </a:xfrm>
          <a:prstGeom prst="rect">
            <a:avLst/>
          </a:prstGeom>
        </p:spPr>
      </p:pic>
      <p:sp>
        <p:nvSpPr>
          <p:cNvPr id="170" name="矩形: 圆角 169">
            <a:extLst>
              <a:ext uri="{FF2B5EF4-FFF2-40B4-BE49-F238E27FC236}">
                <a16:creationId xmlns:a16="http://schemas.microsoft.com/office/drawing/2014/main" id="{CE5E9F00-41AE-21CF-FF6E-4847F79AFFF0}"/>
              </a:ext>
            </a:extLst>
          </p:cNvPr>
          <p:cNvSpPr/>
          <p:nvPr/>
        </p:nvSpPr>
        <p:spPr>
          <a:xfrm>
            <a:off x="6470255" y="1601622"/>
            <a:ext cx="1650704" cy="381000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研究对象</a:t>
            </a:r>
          </a:p>
        </p:txBody>
      </p:sp>
      <p:sp>
        <p:nvSpPr>
          <p:cNvPr id="171" name="椭圆 170">
            <a:extLst>
              <a:ext uri="{FF2B5EF4-FFF2-40B4-BE49-F238E27FC236}">
                <a16:creationId xmlns:a16="http://schemas.microsoft.com/office/drawing/2014/main" id="{3EC0DC02-01A9-6D0B-7DE3-4B835AB078A3}"/>
              </a:ext>
            </a:extLst>
          </p:cNvPr>
          <p:cNvSpPr/>
          <p:nvPr/>
        </p:nvSpPr>
        <p:spPr>
          <a:xfrm>
            <a:off x="6411634" y="1579064"/>
            <a:ext cx="426115" cy="426115"/>
          </a:xfrm>
          <a:prstGeom prst="ellipse">
            <a:avLst/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72" name="对象 171">
            <a:extLst>
              <a:ext uri="{FF2B5EF4-FFF2-40B4-BE49-F238E27FC236}">
                <a16:creationId xmlns:a16="http://schemas.microsoft.com/office/drawing/2014/main" id="{26590CA0-EB63-A8D5-9D92-E0901BBB1C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4145439"/>
              </p:ext>
            </p:extLst>
          </p:nvPr>
        </p:nvGraphicFramePr>
        <p:xfrm>
          <a:off x="7827875" y="2115359"/>
          <a:ext cx="2603493" cy="3809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562040" imgH="228600" progId="Equation.DSMT4">
                  <p:embed/>
                </p:oleObj>
              </mc:Choice>
              <mc:Fallback>
                <p:oleObj name="Equation" r:id="rId30" imgW="15620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7827875" y="2115359"/>
                        <a:ext cx="2603493" cy="3809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3" name="文本框 172">
            <a:extLst>
              <a:ext uri="{FF2B5EF4-FFF2-40B4-BE49-F238E27FC236}">
                <a16:creationId xmlns:a16="http://schemas.microsoft.com/office/drawing/2014/main" id="{74451CBB-23D9-448A-7ACA-95BC336187C0}"/>
              </a:ext>
            </a:extLst>
          </p:cNvPr>
          <p:cNvSpPr txBox="1"/>
          <p:nvPr/>
        </p:nvSpPr>
        <p:spPr>
          <a:xfrm>
            <a:off x="6411635" y="2572886"/>
            <a:ext cx="50755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：控制区内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CAV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集合，参与轨迹优化</a:t>
            </a:r>
            <a:endParaRPr lang="en-US" altLang="zh-CN" sz="14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：控制区内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HDV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集合，不直接控制，但微调跟驰模型</a:t>
            </a:r>
          </a:p>
        </p:txBody>
      </p:sp>
      <p:graphicFrame>
        <p:nvGraphicFramePr>
          <p:cNvPr id="174" name="对象 173">
            <a:extLst>
              <a:ext uri="{FF2B5EF4-FFF2-40B4-BE49-F238E27FC236}">
                <a16:creationId xmlns:a16="http://schemas.microsoft.com/office/drawing/2014/main" id="{BB12C1C5-F7C9-C8DB-C35F-DA0F962293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8951091"/>
              </p:ext>
            </p:extLst>
          </p:nvPr>
        </p:nvGraphicFramePr>
        <p:xfrm>
          <a:off x="6639313" y="2614648"/>
          <a:ext cx="602219" cy="2711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507960" imgH="228600" progId="Equation.DSMT4">
                  <p:embed/>
                </p:oleObj>
              </mc:Choice>
              <mc:Fallback>
                <p:oleObj name="Equation" r:id="rId32" imgW="507960" imgH="228600" progId="Equation.DSMT4">
                  <p:embed/>
                  <p:pic>
                    <p:nvPicPr>
                      <p:cNvPr id="172" name="对象 171">
                        <a:extLst>
                          <a:ext uri="{FF2B5EF4-FFF2-40B4-BE49-F238E27FC236}">
                            <a16:creationId xmlns:a16="http://schemas.microsoft.com/office/drawing/2014/main" id="{26590CA0-EB63-A8D5-9D92-E0901BBB1C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6639313" y="2614648"/>
                        <a:ext cx="602219" cy="2711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" name="对象 174">
            <a:extLst>
              <a:ext uri="{FF2B5EF4-FFF2-40B4-BE49-F238E27FC236}">
                <a16:creationId xmlns:a16="http://schemas.microsoft.com/office/drawing/2014/main" id="{D6ACC68A-C52B-8780-9F62-8C66CA961C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358201"/>
              </p:ext>
            </p:extLst>
          </p:nvPr>
        </p:nvGraphicFramePr>
        <p:xfrm>
          <a:off x="6639312" y="2843027"/>
          <a:ext cx="602219" cy="2642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520560" imgH="228600" progId="Equation.DSMT4">
                  <p:embed/>
                </p:oleObj>
              </mc:Choice>
              <mc:Fallback>
                <p:oleObj name="Equation" r:id="rId34" imgW="520560" imgH="228600" progId="Equation.DSMT4">
                  <p:embed/>
                  <p:pic>
                    <p:nvPicPr>
                      <p:cNvPr id="174" name="对象 173">
                        <a:extLst>
                          <a:ext uri="{FF2B5EF4-FFF2-40B4-BE49-F238E27FC236}">
                            <a16:creationId xmlns:a16="http://schemas.microsoft.com/office/drawing/2014/main" id="{BB12C1C5-F7C9-C8DB-C35F-DA0F96229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6639312" y="2843027"/>
                        <a:ext cx="602219" cy="2642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6" name="矩形: 圆角 175">
            <a:extLst>
              <a:ext uri="{FF2B5EF4-FFF2-40B4-BE49-F238E27FC236}">
                <a16:creationId xmlns:a16="http://schemas.microsoft.com/office/drawing/2014/main" id="{062F182E-5AB6-46B3-1235-24037EE806BF}"/>
              </a:ext>
            </a:extLst>
          </p:cNvPr>
          <p:cNvSpPr/>
          <p:nvPr/>
        </p:nvSpPr>
        <p:spPr>
          <a:xfrm>
            <a:off x="6291035" y="3291971"/>
            <a:ext cx="5705931" cy="1705604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7" name="矩形: 圆角 176">
            <a:extLst>
              <a:ext uri="{FF2B5EF4-FFF2-40B4-BE49-F238E27FC236}">
                <a16:creationId xmlns:a16="http://schemas.microsoft.com/office/drawing/2014/main" id="{E5BA16F3-DAAF-3145-1DA7-0A3EA66D59DC}"/>
              </a:ext>
            </a:extLst>
          </p:cNvPr>
          <p:cNvSpPr/>
          <p:nvPr/>
        </p:nvSpPr>
        <p:spPr>
          <a:xfrm>
            <a:off x="6470255" y="3444013"/>
            <a:ext cx="1650704" cy="381000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控制区定义</a:t>
            </a:r>
          </a:p>
        </p:txBody>
      </p:sp>
      <p:sp>
        <p:nvSpPr>
          <p:cNvPr id="178" name="椭圆 177">
            <a:extLst>
              <a:ext uri="{FF2B5EF4-FFF2-40B4-BE49-F238E27FC236}">
                <a16:creationId xmlns:a16="http://schemas.microsoft.com/office/drawing/2014/main" id="{F53AA60E-1FAB-ADBD-13BF-D342C37FE681}"/>
              </a:ext>
            </a:extLst>
          </p:cNvPr>
          <p:cNvSpPr/>
          <p:nvPr/>
        </p:nvSpPr>
        <p:spPr>
          <a:xfrm>
            <a:off x="6411634" y="3421455"/>
            <a:ext cx="426115" cy="426115"/>
          </a:xfrm>
          <a:prstGeom prst="ellipse">
            <a:avLst/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79" name="对象 178">
            <a:extLst>
              <a:ext uri="{FF2B5EF4-FFF2-40B4-BE49-F238E27FC236}">
                <a16:creationId xmlns:a16="http://schemas.microsoft.com/office/drawing/2014/main" id="{41D62922-2BE9-4F8C-B189-91E25D67CE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5960783"/>
              </p:ext>
            </p:extLst>
          </p:nvPr>
        </p:nvGraphicFramePr>
        <p:xfrm>
          <a:off x="8039100" y="3746500"/>
          <a:ext cx="2181225" cy="80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1307880" imgH="482400" progId="Equation.DSMT4">
                  <p:embed/>
                </p:oleObj>
              </mc:Choice>
              <mc:Fallback>
                <p:oleObj name="Equation" r:id="rId36" imgW="1307880" imgH="482400" progId="Equation.DSMT4">
                  <p:embed/>
                  <p:pic>
                    <p:nvPicPr>
                      <p:cNvPr id="172" name="对象 171">
                        <a:extLst>
                          <a:ext uri="{FF2B5EF4-FFF2-40B4-BE49-F238E27FC236}">
                            <a16:creationId xmlns:a16="http://schemas.microsoft.com/office/drawing/2014/main" id="{26590CA0-EB63-A8D5-9D92-E0901BBB1C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8039100" y="3746500"/>
                        <a:ext cx="2181225" cy="804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0" name="文本框 179">
            <a:extLst>
              <a:ext uri="{FF2B5EF4-FFF2-40B4-BE49-F238E27FC236}">
                <a16:creationId xmlns:a16="http://schemas.microsoft.com/office/drawing/2014/main" id="{678A0A6C-4119-97BA-2DAF-FC40C2F010C1}"/>
              </a:ext>
            </a:extLst>
          </p:cNvPr>
          <p:cNvSpPr txBox="1"/>
          <p:nvPr/>
        </p:nvSpPr>
        <p:spPr>
          <a:xfrm>
            <a:off x="6411635" y="4564638"/>
            <a:ext cx="50755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在控制区内进行状态感知和轨迹优化</a:t>
            </a:r>
          </a:p>
        </p:txBody>
      </p:sp>
      <p:sp>
        <p:nvSpPr>
          <p:cNvPr id="183" name="矩形: 圆角 182">
            <a:extLst>
              <a:ext uri="{FF2B5EF4-FFF2-40B4-BE49-F238E27FC236}">
                <a16:creationId xmlns:a16="http://schemas.microsoft.com/office/drawing/2014/main" id="{41CA7D57-65C8-C86A-0D70-07DAD89D8BC1}"/>
              </a:ext>
            </a:extLst>
          </p:cNvPr>
          <p:cNvSpPr/>
          <p:nvPr/>
        </p:nvSpPr>
        <p:spPr>
          <a:xfrm>
            <a:off x="6291035" y="5116912"/>
            <a:ext cx="5705931" cy="1313998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4" name="矩形: 圆角 183">
            <a:extLst>
              <a:ext uri="{FF2B5EF4-FFF2-40B4-BE49-F238E27FC236}">
                <a16:creationId xmlns:a16="http://schemas.microsoft.com/office/drawing/2014/main" id="{488777BF-AA98-A870-EEAB-293AB35156C1}"/>
              </a:ext>
            </a:extLst>
          </p:cNvPr>
          <p:cNvSpPr/>
          <p:nvPr/>
        </p:nvSpPr>
        <p:spPr>
          <a:xfrm>
            <a:off x="6470255" y="5239574"/>
            <a:ext cx="1650704" cy="381000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基本假设</a:t>
            </a:r>
          </a:p>
        </p:txBody>
      </p:sp>
      <p:sp>
        <p:nvSpPr>
          <p:cNvPr id="185" name="椭圆 184">
            <a:extLst>
              <a:ext uri="{FF2B5EF4-FFF2-40B4-BE49-F238E27FC236}">
                <a16:creationId xmlns:a16="http://schemas.microsoft.com/office/drawing/2014/main" id="{EC042E95-398C-C9EB-E110-90DD3ED82665}"/>
              </a:ext>
            </a:extLst>
          </p:cNvPr>
          <p:cNvSpPr/>
          <p:nvPr/>
        </p:nvSpPr>
        <p:spPr>
          <a:xfrm>
            <a:off x="6411634" y="5217016"/>
            <a:ext cx="426115" cy="426115"/>
          </a:xfrm>
          <a:prstGeom prst="ellipse">
            <a:avLst/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7" name="文本框 186">
            <a:extLst>
              <a:ext uri="{FF2B5EF4-FFF2-40B4-BE49-F238E27FC236}">
                <a16:creationId xmlns:a16="http://schemas.microsoft.com/office/drawing/2014/main" id="{1F045CF9-2F38-F73B-4E54-F68C09115142}"/>
              </a:ext>
            </a:extLst>
          </p:cNvPr>
          <p:cNvSpPr txBox="1"/>
          <p:nvPr/>
        </p:nvSpPr>
        <p:spPr>
          <a:xfrm>
            <a:off x="6411634" y="5737200"/>
            <a:ext cx="27504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仅考虑纵向运动控制</a:t>
            </a:r>
          </a:p>
        </p:txBody>
      </p:sp>
      <p:sp>
        <p:nvSpPr>
          <p:cNvPr id="188" name="文本框 187">
            <a:extLst>
              <a:ext uri="{FF2B5EF4-FFF2-40B4-BE49-F238E27FC236}">
                <a16:creationId xmlns:a16="http://schemas.microsoft.com/office/drawing/2014/main" id="{EF60C911-6AEB-91D4-56D2-5F6436055830}"/>
              </a:ext>
            </a:extLst>
          </p:cNvPr>
          <p:cNvSpPr txBox="1"/>
          <p:nvPr/>
        </p:nvSpPr>
        <p:spPr>
          <a:xfrm>
            <a:off x="6411634" y="6044977"/>
            <a:ext cx="27504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暂不考虑横向变道和超车</a:t>
            </a:r>
          </a:p>
        </p:txBody>
      </p:sp>
      <p:sp>
        <p:nvSpPr>
          <p:cNvPr id="189" name="文本框 188">
            <a:extLst>
              <a:ext uri="{FF2B5EF4-FFF2-40B4-BE49-F238E27FC236}">
                <a16:creationId xmlns:a16="http://schemas.microsoft.com/office/drawing/2014/main" id="{D2F53B2F-C255-0304-B5C0-109F88CE8943}"/>
              </a:ext>
            </a:extLst>
          </p:cNvPr>
          <p:cNvSpPr txBox="1"/>
          <p:nvPr/>
        </p:nvSpPr>
        <p:spPr>
          <a:xfrm>
            <a:off x="8935175" y="5554159"/>
            <a:ext cx="275047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车辆状态信息和信号灯信息可由</a:t>
            </a: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V2V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V2I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直接获取</a:t>
            </a:r>
            <a:endParaRPr lang="en-US" altLang="zh-CN" sz="14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右转车流不受信号灯控制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77998D5-EB7A-1B37-AEDA-CCEB0880A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b="1" smtClean="0"/>
              <a:pPr/>
              <a:t>10</a:t>
            </a:fld>
            <a:r>
              <a:rPr lang="en-US" altLang="zh-CN"/>
              <a:t>/17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553842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5D2604-9DDE-AC75-D7F1-CFB1A153F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图片 219">
            <a:extLst>
              <a:ext uri="{FF2B5EF4-FFF2-40B4-BE49-F238E27FC236}">
                <a16:creationId xmlns:a16="http://schemas.microsoft.com/office/drawing/2014/main" id="{ED41D443-BF5A-BEB0-C8C7-D0622DFE7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600" y="5116912"/>
            <a:ext cx="4467831" cy="119398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BA081C0-9FAE-F23E-EE82-89FE5562F701}"/>
              </a:ext>
            </a:extLst>
          </p:cNvPr>
          <p:cNvSpPr txBox="1"/>
          <p:nvPr/>
        </p:nvSpPr>
        <p:spPr>
          <a:xfrm>
            <a:off x="701167" y="63461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6EFB31DB-0F87-89BD-36D9-395AC754618C}"/>
              </a:ext>
            </a:extLst>
          </p:cNvPr>
          <p:cNvGrpSpPr/>
          <p:nvPr/>
        </p:nvGrpSpPr>
        <p:grpSpPr>
          <a:xfrm>
            <a:off x="2584397" y="136012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4" name="圆角矩形 3">
              <a:extLst>
                <a:ext uri="{FF2B5EF4-FFF2-40B4-BE49-F238E27FC236}">
                  <a16:creationId xmlns:a16="http://schemas.microsoft.com/office/drawing/2014/main" id="{CF94CA18-884F-A176-2D9D-753AB45847F4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>
              <a:extLst>
                <a:ext uri="{FF2B5EF4-FFF2-40B4-BE49-F238E27FC236}">
                  <a16:creationId xmlns:a16="http://schemas.microsoft.com/office/drawing/2014/main" id="{D078F9C0-93FC-332A-DC05-18736C6207F7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116DD23-8DA0-7CE7-76B3-334861B57080}"/>
                </a:ext>
              </a:extLst>
            </p:cNvPr>
            <p:cNvSpPr/>
            <p:nvPr/>
          </p:nvSpPr>
          <p:spPr>
            <a:xfrm>
              <a:off x="2723392" y="239783"/>
              <a:ext cx="1473344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Content</a:t>
              </a:r>
            </a:p>
          </p:txBody>
        </p:sp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C16331F5-8088-EA8D-AB3C-2C97FF99905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94775"/>
            <a:ext cx="1264639" cy="444778"/>
          </a:xfrm>
          <a:prstGeom prst="rect">
            <a:avLst/>
          </a:prstGeom>
        </p:spPr>
      </p:pic>
      <p:grpSp>
        <p:nvGrpSpPr>
          <p:cNvPr id="67" name="组合 66">
            <a:extLst>
              <a:ext uri="{FF2B5EF4-FFF2-40B4-BE49-F238E27FC236}">
                <a16:creationId xmlns:a16="http://schemas.microsoft.com/office/drawing/2014/main" id="{2210D272-AC22-CA36-7B9E-FFFF05782318}"/>
              </a:ext>
            </a:extLst>
          </p:cNvPr>
          <p:cNvGrpSpPr/>
          <p:nvPr/>
        </p:nvGrpSpPr>
        <p:grpSpPr>
          <a:xfrm>
            <a:off x="-254000" y="120204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68" name="圆角矩形 4">
              <a:extLst>
                <a:ext uri="{FF2B5EF4-FFF2-40B4-BE49-F238E27FC236}">
                  <a16:creationId xmlns:a16="http://schemas.microsoft.com/office/drawing/2014/main" id="{6AC43D42-FCB6-963D-36D1-533F3C84304E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DB247D6C-E72A-2313-C63A-CC753F09A2C4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A8EAAB05-2D57-CE03-36FD-965E590E865A}"/>
              </a:ext>
            </a:extLst>
          </p:cNvPr>
          <p:cNvSpPr txBox="1"/>
          <p:nvPr/>
        </p:nvSpPr>
        <p:spPr>
          <a:xfrm>
            <a:off x="352425" y="848851"/>
            <a:ext cx="5562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车辆状态采集与基础变量定义</a:t>
            </a:r>
            <a:endParaRPr lang="zh-CN" altLang="en-US" sz="20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578FA0F5-16F2-379F-81B5-367E2F756520}"/>
              </a:ext>
            </a:extLst>
          </p:cNvPr>
          <p:cNvCxnSpPr/>
          <p:nvPr/>
        </p:nvCxnSpPr>
        <p:spPr>
          <a:xfrm>
            <a:off x="456774" y="1268011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7DC90279-BA88-907F-DE09-30B61897D0F6}"/>
              </a:ext>
            </a:extLst>
          </p:cNvPr>
          <p:cNvSpPr/>
          <p:nvPr/>
        </p:nvSpPr>
        <p:spPr>
          <a:xfrm>
            <a:off x="195034" y="1449580"/>
            <a:ext cx="5900965" cy="4981330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BF30BDB7-2C42-85F6-D577-4CF20C3D1412}"/>
              </a:ext>
            </a:extLst>
          </p:cNvPr>
          <p:cNvSpPr/>
          <p:nvPr/>
        </p:nvSpPr>
        <p:spPr>
          <a:xfrm>
            <a:off x="6291035" y="1449579"/>
            <a:ext cx="5705931" cy="1723055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F0E644FE-B851-6E04-DFE0-DF4C777BB90C}"/>
              </a:ext>
            </a:extLst>
          </p:cNvPr>
          <p:cNvSpPr/>
          <p:nvPr/>
        </p:nvSpPr>
        <p:spPr>
          <a:xfrm>
            <a:off x="352425" y="1633191"/>
            <a:ext cx="1720819" cy="381000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状态采集流程</a:t>
            </a:r>
          </a:p>
        </p:txBody>
      </p:sp>
      <p:sp>
        <p:nvSpPr>
          <p:cNvPr id="170" name="矩形: 圆角 169">
            <a:extLst>
              <a:ext uri="{FF2B5EF4-FFF2-40B4-BE49-F238E27FC236}">
                <a16:creationId xmlns:a16="http://schemas.microsoft.com/office/drawing/2014/main" id="{4E27591F-91EB-52CA-6F49-E7493C3D2371}"/>
              </a:ext>
            </a:extLst>
          </p:cNvPr>
          <p:cNvSpPr/>
          <p:nvPr/>
        </p:nvSpPr>
        <p:spPr>
          <a:xfrm>
            <a:off x="6470254" y="1601622"/>
            <a:ext cx="2003789" cy="381000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车辆纵向位置</a:t>
            </a:r>
          </a:p>
        </p:txBody>
      </p:sp>
      <p:sp>
        <p:nvSpPr>
          <p:cNvPr id="171" name="椭圆 170">
            <a:extLst>
              <a:ext uri="{FF2B5EF4-FFF2-40B4-BE49-F238E27FC236}">
                <a16:creationId xmlns:a16="http://schemas.microsoft.com/office/drawing/2014/main" id="{6E29EAAF-2630-B3E4-1AE0-1CC8082CCF78}"/>
              </a:ext>
            </a:extLst>
          </p:cNvPr>
          <p:cNvSpPr/>
          <p:nvPr/>
        </p:nvSpPr>
        <p:spPr>
          <a:xfrm>
            <a:off x="6411634" y="1579064"/>
            <a:ext cx="426115" cy="426115"/>
          </a:xfrm>
          <a:prstGeom prst="ellipse">
            <a:avLst/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72" name="对象 171">
            <a:extLst>
              <a:ext uri="{FF2B5EF4-FFF2-40B4-BE49-F238E27FC236}">
                <a16:creationId xmlns:a16="http://schemas.microsoft.com/office/drawing/2014/main" id="{840C4981-E893-74D3-6B45-2B215EC68C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893238"/>
              </p:ext>
            </p:extLst>
          </p:nvPr>
        </p:nvGraphicFramePr>
        <p:xfrm>
          <a:off x="7141703" y="2065678"/>
          <a:ext cx="714759" cy="366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69800" imgH="241200" progId="Equation.DSMT4">
                  <p:embed/>
                </p:oleObj>
              </mc:Choice>
              <mc:Fallback>
                <p:oleObj name="Equation" r:id="rId5" imgW="469800" imgH="241200" progId="Equation.DSMT4">
                  <p:embed/>
                  <p:pic>
                    <p:nvPicPr>
                      <p:cNvPr id="172" name="对象 171">
                        <a:extLst>
                          <a:ext uri="{FF2B5EF4-FFF2-40B4-BE49-F238E27FC236}">
                            <a16:creationId xmlns:a16="http://schemas.microsoft.com/office/drawing/2014/main" id="{26590CA0-EB63-A8D5-9D92-E0901BBB1C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141703" y="2065678"/>
                        <a:ext cx="714759" cy="3660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6" name="矩形: 圆角 175">
            <a:extLst>
              <a:ext uri="{FF2B5EF4-FFF2-40B4-BE49-F238E27FC236}">
                <a16:creationId xmlns:a16="http://schemas.microsoft.com/office/drawing/2014/main" id="{2731F9DF-6DBF-905D-E88D-896BF75E2DAC}"/>
              </a:ext>
            </a:extLst>
          </p:cNvPr>
          <p:cNvSpPr/>
          <p:nvPr/>
        </p:nvSpPr>
        <p:spPr>
          <a:xfrm>
            <a:off x="6291035" y="3291971"/>
            <a:ext cx="5705931" cy="1705604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7" name="矩形: 圆角 176">
            <a:extLst>
              <a:ext uri="{FF2B5EF4-FFF2-40B4-BE49-F238E27FC236}">
                <a16:creationId xmlns:a16="http://schemas.microsoft.com/office/drawing/2014/main" id="{ED7A230A-065C-3EA2-23CC-1737DAC6C2FF}"/>
              </a:ext>
            </a:extLst>
          </p:cNvPr>
          <p:cNvSpPr/>
          <p:nvPr/>
        </p:nvSpPr>
        <p:spPr>
          <a:xfrm>
            <a:off x="6470255" y="3444013"/>
            <a:ext cx="1481610" cy="381000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车头间距</a:t>
            </a:r>
          </a:p>
        </p:txBody>
      </p:sp>
      <p:sp>
        <p:nvSpPr>
          <p:cNvPr id="178" name="椭圆 177">
            <a:extLst>
              <a:ext uri="{FF2B5EF4-FFF2-40B4-BE49-F238E27FC236}">
                <a16:creationId xmlns:a16="http://schemas.microsoft.com/office/drawing/2014/main" id="{D8C3284D-9BEA-B9A1-8EB0-80B00F5E560D}"/>
              </a:ext>
            </a:extLst>
          </p:cNvPr>
          <p:cNvSpPr/>
          <p:nvPr/>
        </p:nvSpPr>
        <p:spPr>
          <a:xfrm>
            <a:off x="6411634" y="3421455"/>
            <a:ext cx="426115" cy="426115"/>
          </a:xfrm>
          <a:prstGeom prst="ellipse">
            <a:avLst/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3" name="矩形: 圆角 182">
            <a:extLst>
              <a:ext uri="{FF2B5EF4-FFF2-40B4-BE49-F238E27FC236}">
                <a16:creationId xmlns:a16="http://schemas.microsoft.com/office/drawing/2014/main" id="{0E5F024E-FA68-8C2C-12CE-AE64AA4458E2}"/>
              </a:ext>
            </a:extLst>
          </p:cNvPr>
          <p:cNvSpPr/>
          <p:nvPr/>
        </p:nvSpPr>
        <p:spPr>
          <a:xfrm>
            <a:off x="6291035" y="5116912"/>
            <a:ext cx="5705931" cy="1313998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4" name="矩形: 圆角 183">
            <a:extLst>
              <a:ext uri="{FF2B5EF4-FFF2-40B4-BE49-F238E27FC236}">
                <a16:creationId xmlns:a16="http://schemas.microsoft.com/office/drawing/2014/main" id="{4EF0FC4F-676D-79F3-8DA6-ED4C7D14BE7A}"/>
              </a:ext>
            </a:extLst>
          </p:cNvPr>
          <p:cNvSpPr/>
          <p:nvPr/>
        </p:nvSpPr>
        <p:spPr>
          <a:xfrm>
            <a:off x="6470255" y="5239574"/>
            <a:ext cx="2003788" cy="381000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后方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HDV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识别</a:t>
            </a:r>
          </a:p>
        </p:txBody>
      </p:sp>
      <p:sp>
        <p:nvSpPr>
          <p:cNvPr id="185" name="椭圆 184">
            <a:extLst>
              <a:ext uri="{FF2B5EF4-FFF2-40B4-BE49-F238E27FC236}">
                <a16:creationId xmlns:a16="http://schemas.microsoft.com/office/drawing/2014/main" id="{01C4338F-D12A-9D3D-B88F-E57ABE652574}"/>
              </a:ext>
            </a:extLst>
          </p:cNvPr>
          <p:cNvSpPr/>
          <p:nvPr/>
        </p:nvSpPr>
        <p:spPr>
          <a:xfrm>
            <a:off x="6411634" y="5217016"/>
            <a:ext cx="426115" cy="426115"/>
          </a:xfrm>
          <a:prstGeom prst="ellipse">
            <a:avLst/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6D2B330-464B-40CB-F33D-50EAE48372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419" y="2317024"/>
            <a:ext cx="1257300" cy="2124075"/>
          </a:xfrm>
          <a:prstGeom prst="rect">
            <a:avLst/>
          </a:prstGeom>
        </p:spPr>
      </p:pic>
      <p:sp>
        <p:nvSpPr>
          <p:cNvPr id="3" name="箭头: 右 2">
            <a:extLst>
              <a:ext uri="{FF2B5EF4-FFF2-40B4-BE49-F238E27FC236}">
                <a16:creationId xmlns:a16="http://schemas.microsoft.com/office/drawing/2014/main" id="{2909BF6F-BC78-6C56-4779-781205DD7D75}"/>
              </a:ext>
            </a:extLst>
          </p:cNvPr>
          <p:cNvSpPr/>
          <p:nvPr/>
        </p:nvSpPr>
        <p:spPr>
          <a:xfrm>
            <a:off x="1708726" y="3290887"/>
            <a:ext cx="302916" cy="276225"/>
          </a:xfrm>
          <a:prstGeom prst="rightArrow">
            <a:avLst/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376483FA-6296-7567-1F23-60AE373C5F0A}"/>
              </a:ext>
            </a:extLst>
          </p:cNvPr>
          <p:cNvSpPr/>
          <p:nvPr/>
        </p:nvSpPr>
        <p:spPr>
          <a:xfrm>
            <a:off x="2109401" y="2108871"/>
            <a:ext cx="3805624" cy="776946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F81C9D6-11BC-718F-A385-7D2A45E783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96636" y="2248708"/>
            <a:ext cx="3657600" cy="495300"/>
          </a:xfrm>
          <a:prstGeom prst="rect">
            <a:avLst/>
          </a:prstGeom>
        </p:spPr>
      </p:pic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2321DED-04A3-DF7A-E2C1-6E0A3E16A8E4}"/>
              </a:ext>
            </a:extLst>
          </p:cNvPr>
          <p:cNvSpPr/>
          <p:nvPr/>
        </p:nvSpPr>
        <p:spPr>
          <a:xfrm>
            <a:off x="2109401" y="3107254"/>
            <a:ext cx="3805624" cy="1553646"/>
          </a:xfrm>
          <a:prstGeom prst="roundRect">
            <a:avLst>
              <a:gd name="adj" fmla="val 5635"/>
            </a:avLst>
          </a:prstGeom>
          <a:noFill/>
          <a:ln>
            <a:solidFill>
              <a:schemeClr val="tx1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1D0CC17-F83A-D87F-E083-2825A8C25762}"/>
              </a:ext>
            </a:extLst>
          </p:cNvPr>
          <p:cNvSpPr/>
          <p:nvPr/>
        </p:nvSpPr>
        <p:spPr>
          <a:xfrm>
            <a:off x="2109401" y="3107254"/>
            <a:ext cx="3805624" cy="276225"/>
          </a:xfrm>
          <a:prstGeom prst="roundRect">
            <a:avLst>
              <a:gd name="adj" fmla="val 15628"/>
            </a:avLst>
          </a:prstGeom>
          <a:solidFill>
            <a:srgbClr val="014924"/>
          </a:solidFill>
          <a:ln>
            <a:solidFill>
              <a:schemeClr val="tx1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运行时车辆状态表（每个仿真步长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ED87E885-AAB0-8F51-29C1-20B7B9C5E4F1}"/>
              </a:ext>
            </a:extLst>
          </p:cNvPr>
          <p:cNvCxnSpPr/>
          <p:nvPr/>
        </p:nvCxnSpPr>
        <p:spPr>
          <a:xfrm>
            <a:off x="2109401" y="3606800"/>
            <a:ext cx="38056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72EA5428-94F4-5A0E-7523-6D0BCC572183}"/>
              </a:ext>
            </a:extLst>
          </p:cNvPr>
          <p:cNvCxnSpPr/>
          <p:nvPr/>
        </p:nvCxnSpPr>
        <p:spPr>
          <a:xfrm>
            <a:off x="2109401" y="3853920"/>
            <a:ext cx="38056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A6367389-77BE-57FF-BF7B-5BCB2AFF4713}"/>
              </a:ext>
            </a:extLst>
          </p:cNvPr>
          <p:cNvCxnSpPr/>
          <p:nvPr/>
        </p:nvCxnSpPr>
        <p:spPr>
          <a:xfrm>
            <a:off x="2109401" y="4114270"/>
            <a:ext cx="38056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EE823C22-BAD1-AD60-1B7F-3DFEF2A8F15D}"/>
              </a:ext>
            </a:extLst>
          </p:cNvPr>
          <p:cNvCxnSpPr/>
          <p:nvPr/>
        </p:nvCxnSpPr>
        <p:spPr>
          <a:xfrm>
            <a:off x="2109401" y="4380970"/>
            <a:ext cx="38056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470BA3A9-D08E-3980-EDDE-76883F07AC4F}"/>
              </a:ext>
            </a:extLst>
          </p:cNvPr>
          <p:cNvCxnSpPr>
            <a:cxnSpLocks/>
          </p:cNvCxnSpPr>
          <p:nvPr/>
        </p:nvCxnSpPr>
        <p:spPr>
          <a:xfrm>
            <a:off x="2424762" y="3383479"/>
            <a:ext cx="0" cy="12774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800ABD66-0165-D5F1-7B2E-715263D27E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5774305"/>
              </p:ext>
            </p:extLst>
          </p:nvPr>
        </p:nvGraphicFramePr>
        <p:xfrm>
          <a:off x="2157706" y="3396220"/>
          <a:ext cx="230899" cy="1777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15640" imgH="164880" progId="Equation.DSMT4">
                  <p:embed/>
                </p:oleObj>
              </mc:Choice>
              <mc:Fallback>
                <p:oleObj name="Equation" r:id="rId9" imgW="215640" imgH="164880" progId="Equation.DSMT4">
                  <p:embed/>
                  <p:pic>
                    <p:nvPicPr>
                      <p:cNvPr id="172" name="对象 171">
                        <a:extLst>
                          <a:ext uri="{FF2B5EF4-FFF2-40B4-BE49-F238E27FC236}">
                            <a16:creationId xmlns:a16="http://schemas.microsoft.com/office/drawing/2014/main" id="{840C4981-E893-74D3-6B45-2B215EC68C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157706" y="3396220"/>
                        <a:ext cx="230899" cy="1777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828FC5A7-95A6-E1BC-92EA-83B9CBC04E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4245655"/>
              </p:ext>
            </p:extLst>
          </p:nvPr>
        </p:nvGraphicFramePr>
        <p:xfrm>
          <a:off x="2827761" y="3362325"/>
          <a:ext cx="341313" cy="24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17160" imgH="228600" progId="Equation.DSMT4">
                  <p:embed/>
                </p:oleObj>
              </mc:Choice>
              <mc:Fallback>
                <p:oleObj name="Equation" r:id="rId11" imgW="317160" imgH="22860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800ABD66-0165-D5F1-7B2E-715263D27E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827761" y="3362325"/>
                        <a:ext cx="341313" cy="246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文本框 26">
            <a:extLst>
              <a:ext uri="{FF2B5EF4-FFF2-40B4-BE49-F238E27FC236}">
                <a16:creationId xmlns:a16="http://schemas.microsoft.com/office/drawing/2014/main" id="{E78B2DC7-AB73-D359-3A6E-D4803D5D21F4}"/>
              </a:ext>
            </a:extLst>
          </p:cNvPr>
          <p:cNvSpPr txBox="1"/>
          <p:nvPr/>
        </p:nvSpPr>
        <p:spPr>
          <a:xfrm>
            <a:off x="2388605" y="3358737"/>
            <a:ext cx="46930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类型</a:t>
            </a:r>
          </a:p>
        </p:txBody>
      </p:sp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EDCFD4FD-D2D3-CDBF-4E8B-8E203570BC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0392774"/>
              </p:ext>
            </p:extLst>
          </p:nvPr>
        </p:nvGraphicFramePr>
        <p:xfrm>
          <a:off x="3212533" y="3362325"/>
          <a:ext cx="328612" cy="24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04560" imgH="228600" progId="Equation.DSMT4">
                  <p:embed/>
                </p:oleObj>
              </mc:Choice>
              <mc:Fallback>
                <p:oleObj name="Equation" r:id="rId13" imgW="304560" imgH="22860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828FC5A7-95A6-E1BC-92EA-83B9CBC04E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212533" y="3362325"/>
                        <a:ext cx="328612" cy="246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D1CC563A-A734-7F50-EAE4-AA8DD0BCAF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2673844"/>
              </p:ext>
            </p:extLst>
          </p:nvPr>
        </p:nvGraphicFramePr>
        <p:xfrm>
          <a:off x="3608033" y="3362325"/>
          <a:ext cx="341313" cy="24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17160" imgH="228600" progId="Equation.DSMT4">
                  <p:embed/>
                </p:oleObj>
              </mc:Choice>
              <mc:Fallback>
                <p:oleObj name="Equation" r:id="rId15" imgW="317160" imgH="228600" progId="Equation.DSMT4">
                  <p:embed/>
                  <p:pic>
                    <p:nvPicPr>
                      <p:cNvPr id="28" name="对象 27">
                        <a:extLst>
                          <a:ext uri="{FF2B5EF4-FFF2-40B4-BE49-F238E27FC236}">
                            <a16:creationId xmlns:a16="http://schemas.microsoft.com/office/drawing/2014/main" id="{EDCFD4FD-D2D3-CDBF-4E8B-8E203570BC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608033" y="3362325"/>
                        <a:ext cx="341313" cy="246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F1F6BEB4-11C0-D175-AF42-E948523E22D3}"/>
              </a:ext>
            </a:extLst>
          </p:cNvPr>
          <p:cNvCxnSpPr>
            <a:cxnSpLocks/>
          </p:cNvCxnSpPr>
          <p:nvPr/>
        </p:nvCxnSpPr>
        <p:spPr>
          <a:xfrm>
            <a:off x="2803381" y="3383479"/>
            <a:ext cx="0" cy="12774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36821DEA-36DE-D2FD-E083-B98C009C959F}"/>
              </a:ext>
            </a:extLst>
          </p:cNvPr>
          <p:cNvCxnSpPr>
            <a:cxnSpLocks/>
          </p:cNvCxnSpPr>
          <p:nvPr/>
        </p:nvCxnSpPr>
        <p:spPr>
          <a:xfrm>
            <a:off x="3174486" y="3383479"/>
            <a:ext cx="0" cy="12774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1B988FD6-BE9A-06F2-2AB5-CCE8CB0CCE2A}"/>
              </a:ext>
            </a:extLst>
          </p:cNvPr>
          <p:cNvCxnSpPr>
            <a:cxnSpLocks/>
          </p:cNvCxnSpPr>
          <p:nvPr/>
        </p:nvCxnSpPr>
        <p:spPr>
          <a:xfrm>
            <a:off x="3571875" y="3383479"/>
            <a:ext cx="0" cy="12774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8BD760C4-2CF4-25A1-2C56-8C93CF3C4CC4}"/>
              </a:ext>
            </a:extLst>
          </p:cNvPr>
          <p:cNvCxnSpPr>
            <a:cxnSpLocks/>
          </p:cNvCxnSpPr>
          <p:nvPr/>
        </p:nvCxnSpPr>
        <p:spPr>
          <a:xfrm>
            <a:off x="3951727" y="3383479"/>
            <a:ext cx="0" cy="12774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ECD0CAD2-597A-D22D-2736-638103E61597}"/>
              </a:ext>
            </a:extLst>
          </p:cNvPr>
          <p:cNvSpPr txBox="1"/>
          <p:nvPr/>
        </p:nvSpPr>
        <p:spPr>
          <a:xfrm>
            <a:off x="3948095" y="3358737"/>
            <a:ext cx="46930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Lane</a:t>
            </a:r>
            <a:endParaRPr lang="zh-CN" altLang="en-US" sz="11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5273B2DC-B3B9-0B45-8B95-4EBEDFDD8D6C}"/>
              </a:ext>
            </a:extLst>
          </p:cNvPr>
          <p:cNvCxnSpPr>
            <a:cxnSpLocks/>
          </p:cNvCxnSpPr>
          <p:nvPr/>
        </p:nvCxnSpPr>
        <p:spPr>
          <a:xfrm>
            <a:off x="4394640" y="3383479"/>
            <a:ext cx="0" cy="12774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文本框 86">
            <a:extLst>
              <a:ext uri="{FF2B5EF4-FFF2-40B4-BE49-F238E27FC236}">
                <a16:creationId xmlns:a16="http://schemas.microsoft.com/office/drawing/2014/main" id="{E92DE9A8-115C-FCCF-6A34-91137944A23B}"/>
              </a:ext>
            </a:extLst>
          </p:cNvPr>
          <p:cNvSpPr txBox="1"/>
          <p:nvPr/>
        </p:nvSpPr>
        <p:spPr>
          <a:xfrm>
            <a:off x="4394640" y="3358737"/>
            <a:ext cx="6131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Leader</a:t>
            </a:r>
            <a:endParaRPr lang="zh-CN" altLang="en-US" sz="11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2963E47D-5474-C4AA-5495-6A113F9A7F49}"/>
              </a:ext>
            </a:extLst>
          </p:cNvPr>
          <p:cNvCxnSpPr>
            <a:cxnSpLocks/>
          </p:cNvCxnSpPr>
          <p:nvPr/>
        </p:nvCxnSpPr>
        <p:spPr>
          <a:xfrm>
            <a:off x="4949471" y="3383479"/>
            <a:ext cx="0" cy="12774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E6CE8630-A661-20EC-4A86-322F23421FDD}"/>
              </a:ext>
            </a:extLst>
          </p:cNvPr>
          <p:cNvSpPr txBox="1"/>
          <p:nvPr/>
        </p:nvSpPr>
        <p:spPr>
          <a:xfrm>
            <a:off x="4930421" y="3358737"/>
            <a:ext cx="6131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Rear</a:t>
            </a:r>
            <a:endParaRPr lang="zh-CN" altLang="en-US" sz="11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DB714C5E-3D92-4B02-3A9B-113E8AD01687}"/>
              </a:ext>
            </a:extLst>
          </p:cNvPr>
          <p:cNvCxnSpPr>
            <a:cxnSpLocks/>
          </p:cNvCxnSpPr>
          <p:nvPr/>
        </p:nvCxnSpPr>
        <p:spPr>
          <a:xfrm>
            <a:off x="5363809" y="3383479"/>
            <a:ext cx="0" cy="12774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文本框 96">
            <a:extLst>
              <a:ext uri="{FF2B5EF4-FFF2-40B4-BE49-F238E27FC236}">
                <a16:creationId xmlns:a16="http://schemas.microsoft.com/office/drawing/2014/main" id="{0C8B7799-9AC2-86F9-C6CC-EF43554628D2}"/>
              </a:ext>
            </a:extLst>
          </p:cNvPr>
          <p:cNvSpPr txBox="1"/>
          <p:nvPr/>
        </p:nvSpPr>
        <p:spPr>
          <a:xfrm>
            <a:off x="5350147" y="3358737"/>
            <a:ext cx="6131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Gap</a:t>
            </a:r>
            <a:endParaRPr lang="zh-CN" altLang="en-US" sz="11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29F22F07-CFC2-DEED-5E24-A67CE8A20CF6}"/>
              </a:ext>
            </a:extLst>
          </p:cNvPr>
          <p:cNvCxnSpPr>
            <a:cxnSpLocks/>
          </p:cNvCxnSpPr>
          <p:nvPr/>
        </p:nvCxnSpPr>
        <p:spPr>
          <a:xfrm>
            <a:off x="5744809" y="3383479"/>
            <a:ext cx="0" cy="12774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文本框 107">
            <a:extLst>
              <a:ext uri="{FF2B5EF4-FFF2-40B4-BE49-F238E27FC236}">
                <a16:creationId xmlns:a16="http://schemas.microsoft.com/office/drawing/2014/main" id="{136A1F57-B0D3-C6BA-3A61-AA0E5C072295}"/>
              </a:ext>
            </a:extLst>
          </p:cNvPr>
          <p:cNvSpPr txBox="1"/>
          <p:nvPr/>
        </p:nvSpPr>
        <p:spPr>
          <a:xfrm>
            <a:off x="2157706" y="3592310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2883DBA2-115F-1065-62D2-6AD5316EE0E4}"/>
              </a:ext>
            </a:extLst>
          </p:cNvPr>
          <p:cNvSpPr txBox="1"/>
          <p:nvPr/>
        </p:nvSpPr>
        <p:spPr>
          <a:xfrm>
            <a:off x="2157706" y="3846557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57565C27-4636-99EA-2D05-6A1F151BF051}"/>
              </a:ext>
            </a:extLst>
          </p:cNvPr>
          <p:cNvSpPr txBox="1"/>
          <p:nvPr/>
        </p:nvSpPr>
        <p:spPr>
          <a:xfrm>
            <a:off x="2157706" y="4118538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721B7B91-DBC2-F4B8-D83E-6EFB16B61E78}"/>
              </a:ext>
            </a:extLst>
          </p:cNvPr>
          <p:cNvSpPr txBox="1"/>
          <p:nvPr/>
        </p:nvSpPr>
        <p:spPr>
          <a:xfrm>
            <a:off x="2117793" y="4361260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6AE451AE-16BD-D1F6-3750-A81F9B466CE7}"/>
              </a:ext>
            </a:extLst>
          </p:cNvPr>
          <p:cNvSpPr txBox="1"/>
          <p:nvPr/>
        </p:nvSpPr>
        <p:spPr>
          <a:xfrm>
            <a:off x="2475006" y="4361260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0CC55A8E-ED00-B055-2D9B-904FAEFE177D}"/>
              </a:ext>
            </a:extLst>
          </p:cNvPr>
          <p:cNvSpPr txBox="1"/>
          <p:nvPr/>
        </p:nvSpPr>
        <p:spPr>
          <a:xfrm>
            <a:off x="2851851" y="4361260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A4E2306E-E0E0-1B3D-E975-FD608E266B24}"/>
              </a:ext>
            </a:extLst>
          </p:cNvPr>
          <p:cNvSpPr txBox="1"/>
          <p:nvPr/>
        </p:nvSpPr>
        <p:spPr>
          <a:xfrm>
            <a:off x="3238601" y="4361260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4DED9E21-1807-E0FC-0E78-514A430EC864}"/>
              </a:ext>
            </a:extLst>
          </p:cNvPr>
          <p:cNvSpPr txBox="1"/>
          <p:nvPr/>
        </p:nvSpPr>
        <p:spPr>
          <a:xfrm>
            <a:off x="3622828" y="4361260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CF83810C-D5E6-40B4-1417-93A7F615051C}"/>
              </a:ext>
            </a:extLst>
          </p:cNvPr>
          <p:cNvSpPr txBox="1"/>
          <p:nvPr/>
        </p:nvSpPr>
        <p:spPr>
          <a:xfrm>
            <a:off x="4027363" y="4361260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C2F3E8DF-6786-6774-1CBC-097667F555B9}"/>
              </a:ext>
            </a:extLst>
          </p:cNvPr>
          <p:cNvSpPr txBox="1"/>
          <p:nvPr/>
        </p:nvSpPr>
        <p:spPr>
          <a:xfrm>
            <a:off x="4523484" y="4361260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61C25EA8-E2BC-622F-344C-DF6C2D28BFA4}"/>
              </a:ext>
            </a:extLst>
          </p:cNvPr>
          <p:cNvSpPr txBox="1"/>
          <p:nvPr/>
        </p:nvSpPr>
        <p:spPr>
          <a:xfrm>
            <a:off x="5027516" y="4361260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2B710D4E-26CE-B76A-CC30-D87B2C8DA852}"/>
              </a:ext>
            </a:extLst>
          </p:cNvPr>
          <p:cNvSpPr txBox="1"/>
          <p:nvPr/>
        </p:nvSpPr>
        <p:spPr>
          <a:xfrm>
            <a:off x="5428248" y="4361260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77F388F1-2AA4-4B7F-3C17-AE55115ADCC1}"/>
              </a:ext>
            </a:extLst>
          </p:cNvPr>
          <p:cNvSpPr txBox="1"/>
          <p:nvPr/>
        </p:nvSpPr>
        <p:spPr>
          <a:xfrm>
            <a:off x="5687882" y="4361260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F69C4887-5AE9-A049-B749-986619B901E8}"/>
              </a:ext>
            </a:extLst>
          </p:cNvPr>
          <p:cNvSpPr txBox="1"/>
          <p:nvPr/>
        </p:nvSpPr>
        <p:spPr>
          <a:xfrm>
            <a:off x="2368509" y="3601104"/>
            <a:ext cx="48056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CAV</a:t>
            </a:r>
            <a:endParaRPr lang="zh-CN" altLang="en-US" sz="11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5" name="文本框 154">
            <a:extLst>
              <a:ext uri="{FF2B5EF4-FFF2-40B4-BE49-F238E27FC236}">
                <a16:creationId xmlns:a16="http://schemas.microsoft.com/office/drawing/2014/main" id="{00A56945-7957-C968-034C-9D963C437121}"/>
              </a:ext>
            </a:extLst>
          </p:cNvPr>
          <p:cNvSpPr txBox="1"/>
          <p:nvPr/>
        </p:nvSpPr>
        <p:spPr>
          <a:xfrm>
            <a:off x="2368509" y="3851787"/>
            <a:ext cx="5484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HDV</a:t>
            </a:r>
            <a:endParaRPr lang="zh-CN" altLang="en-US" sz="11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8858A403-E2A4-33CE-BD1C-B811C21713A4}"/>
              </a:ext>
            </a:extLst>
          </p:cNvPr>
          <p:cNvSpPr txBox="1"/>
          <p:nvPr/>
        </p:nvSpPr>
        <p:spPr>
          <a:xfrm>
            <a:off x="2368509" y="4118538"/>
            <a:ext cx="55381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HDV</a:t>
            </a:r>
            <a:endParaRPr lang="zh-CN" altLang="en-US" sz="11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0" name="文本框 159">
            <a:extLst>
              <a:ext uri="{FF2B5EF4-FFF2-40B4-BE49-F238E27FC236}">
                <a16:creationId xmlns:a16="http://schemas.microsoft.com/office/drawing/2014/main" id="{1B75960F-CED8-8D35-1670-9D2EDD6BE574}"/>
              </a:ext>
            </a:extLst>
          </p:cNvPr>
          <p:cNvSpPr txBox="1"/>
          <p:nvPr/>
        </p:nvSpPr>
        <p:spPr>
          <a:xfrm>
            <a:off x="2851851" y="4071706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1" name="文本框 160">
            <a:extLst>
              <a:ext uri="{FF2B5EF4-FFF2-40B4-BE49-F238E27FC236}">
                <a16:creationId xmlns:a16="http://schemas.microsoft.com/office/drawing/2014/main" id="{8F01752F-85C9-CF07-A131-F91095A06AD9}"/>
              </a:ext>
            </a:extLst>
          </p:cNvPr>
          <p:cNvSpPr txBox="1"/>
          <p:nvPr/>
        </p:nvSpPr>
        <p:spPr>
          <a:xfrm>
            <a:off x="3238601" y="4071706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3" name="文本框 162">
            <a:extLst>
              <a:ext uri="{FF2B5EF4-FFF2-40B4-BE49-F238E27FC236}">
                <a16:creationId xmlns:a16="http://schemas.microsoft.com/office/drawing/2014/main" id="{209F13BB-CC13-49E9-53D0-210E80C35220}"/>
              </a:ext>
            </a:extLst>
          </p:cNvPr>
          <p:cNvSpPr txBox="1"/>
          <p:nvPr/>
        </p:nvSpPr>
        <p:spPr>
          <a:xfrm>
            <a:off x="3622828" y="4071706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1" name="文本框 180">
            <a:extLst>
              <a:ext uri="{FF2B5EF4-FFF2-40B4-BE49-F238E27FC236}">
                <a16:creationId xmlns:a16="http://schemas.microsoft.com/office/drawing/2014/main" id="{0473E508-8F46-7C11-9126-5B73FF86B16B}"/>
              </a:ext>
            </a:extLst>
          </p:cNvPr>
          <p:cNvSpPr txBox="1"/>
          <p:nvPr/>
        </p:nvSpPr>
        <p:spPr>
          <a:xfrm>
            <a:off x="4027363" y="4071706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2" name="文本框 181">
            <a:extLst>
              <a:ext uri="{FF2B5EF4-FFF2-40B4-BE49-F238E27FC236}">
                <a16:creationId xmlns:a16="http://schemas.microsoft.com/office/drawing/2014/main" id="{A9BE42DC-B28A-8DCF-0044-094890FC285A}"/>
              </a:ext>
            </a:extLst>
          </p:cNvPr>
          <p:cNvSpPr txBox="1"/>
          <p:nvPr/>
        </p:nvSpPr>
        <p:spPr>
          <a:xfrm>
            <a:off x="5428248" y="4071706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11D82C33-771C-9515-05FA-FDED447D9141}"/>
              </a:ext>
            </a:extLst>
          </p:cNvPr>
          <p:cNvSpPr txBox="1"/>
          <p:nvPr/>
        </p:nvSpPr>
        <p:spPr>
          <a:xfrm>
            <a:off x="5687882" y="4071706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0" name="文本框 189">
            <a:extLst>
              <a:ext uri="{FF2B5EF4-FFF2-40B4-BE49-F238E27FC236}">
                <a16:creationId xmlns:a16="http://schemas.microsoft.com/office/drawing/2014/main" id="{1CEE7587-737C-2014-91E1-782C62099DBA}"/>
              </a:ext>
            </a:extLst>
          </p:cNvPr>
          <p:cNvSpPr txBox="1"/>
          <p:nvPr/>
        </p:nvSpPr>
        <p:spPr>
          <a:xfrm>
            <a:off x="2851851" y="3805926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1" name="文本框 190">
            <a:extLst>
              <a:ext uri="{FF2B5EF4-FFF2-40B4-BE49-F238E27FC236}">
                <a16:creationId xmlns:a16="http://schemas.microsoft.com/office/drawing/2014/main" id="{2EED41CB-7AAE-91AD-40BB-45FFD2FF4BFC}"/>
              </a:ext>
            </a:extLst>
          </p:cNvPr>
          <p:cNvSpPr txBox="1"/>
          <p:nvPr/>
        </p:nvSpPr>
        <p:spPr>
          <a:xfrm>
            <a:off x="3238601" y="3805926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2" name="文本框 191">
            <a:extLst>
              <a:ext uri="{FF2B5EF4-FFF2-40B4-BE49-F238E27FC236}">
                <a16:creationId xmlns:a16="http://schemas.microsoft.com/office/drawing/2014/main" id="{C9CFD042-BB71-5359-9DED-4BFEB1E22EB9}"/>
              </a:ext>
            </a:extLst>
          </p:cNvPr>
          <p:cNvSpPr txBox="1"/>
          <p:nvPr/>
        </p:nvSpPr>
        <p:spPr>
          <a:xfrm>
            <a:off x="3622828" y="3805926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3" name="文本框 192">
            <a:extLst>
              <a:ext uri="{FF2B5EF4-FFF2-40B4-BE49-F238E27FC236}">
                <a16:creationId xmlns:a16="http://schemas.microsoft.com/office/drawing/2014/main" id="{CDB256DF-707C-C837-B11D-09DE40F15C13}"/>
              </a:ext>
            </a:extLst>
          </p:cNvPr>
          <p:cNvSpPr txBox="1"/>
          <p:nvPr/>
        </p:nvSpPr>
        <p:spPr>
          <a:xfrm>
            <a:off x="4027363" y="3805926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4" name="文本框 193">
            <a:extLst>
              <a:ext uri="{FF2B5EF4-FFF2-40B4-BE49-F238E27FC236}">
                <a16:creationId xmlns:a16="http://schemas.microsoft.com/office/drawing/2014/main" id="{4B699BB5-23D0-0E3E-FA0E-2B9DAAE8D62D}"/>
              </a:ext>
            </a:extLst>
          </p:cNvPr>
          <p:cNvSpPr txBox="1"/>
          <p:nvPr/>
        </p:nvSpPr>
        <p:spPr>
          <a:xfrm>
            <a:off x="5428248" y="3805926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5" name="文本框 194">
            <a:extLst>
              <a:ext uri="{FF2B5EF4-FFF2-40B4-BE49-F238E27FC236}">
                <a16:creationId xmlns:a16="http://schemas.microsoft.com/office/drawing/2014/main" id="{82374291-AF37-3C90-6814-F4DF1AA4EEA3}"/>
              </a:ext>
            </a:extLst>
          </p:cNvPr>
          <p:cNvSpPr txBox="1"/>
          <p:nvPr/>
        </p:nvSpPr>
        <p:spPr>
          <a:xfrm>
            <a:off x="5687882" y="3805926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6" name="文本框 195">
            <a:extLst>
              <a:ext uri="{FF2B5EF4-FFF2-40B4-BE49-F238E27FC236}">
                <a16:creationId xmlns:a16="http://schemas.microsoft.com/office/drawing/2014/main" id="{977B04E9-369D-8CFC-449F-A92B8D2D5C5F}"/>
              </a:ext>
            </a:extLst>
          </p:cNvPr>
          <p:cNvSpPr txBox="1"/>
          <p:nvPr/>
        </p:nvSpPr>
        <p:spPr>
          <a:xfrm>
            <a:off x="2851851" y="3562233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7" name="文本框 196">
            <a:extLst>
              <a:ext uri="{FF2B5EF4-FFF2-40B4-BE49-F238E27FC236}">
                <a16:creationId xmlns:a16="http://schemas.microsoft.com/office/drawing/2014/main" id="{2C56C131-DF3E-D753-265A-B5A15FC021EF}"/>
              </a:ext>
            </a:extLst>
          </p:cNvPr>
          <p:cNvSpPr txBox="1"/>
          <p:nvPr/>
        </p:nvSpPr>
        <p:spPr>
          <a:xfrm>
            <a:off x="3238601" y="3562233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8" name="文本框 197">
            <a:extLst>
              <a:ext uri="{FF2B5EF4-FFF2-40B4-BE49-F238E27FC236}">
                <a16:creationId xmlns:a16="http://schemas.microsoft.com/office/drawing/2014/main" id="{E132229E-AC95-7CA7-BDC9-EE9E5FA26662}"/>
              </a:ext>
            </a:extLst>
          </p:cNvPr>
          <p:cNvSpPr txBox="1"/>
          <p:nvPr/>
        </p:nvSpPr>
        <p:spPr>
          <a:xfrm>
            <a:off x="3622828" y="3562233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9" name="文本框 198">
            <a:extLst>
              <a:ext uri="{FF2B5EF4-FFF2-40B4-BE49-F238E27FC236}">
                <a16:creationId xmlns:a16="http://schemas.microsoft.com/office/drawing/2014/main" id="{2110965D-AA69-1935-346D-2BCAA02D2AB8}"/>
              </a:ext>
            </a:extLst>
          </p:cNvPr>
          <p:cNvSpPr txBox="1"/>
          <p:nvPr/>
        </p:nvSpPr>
        <p:spPr>
          <a:xfrm>
            <a:off x="4027363" y="3562233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0" name="文本框 199">
            <a:extLst>
              <a:ext uri="{FF2B5EF4-FFF2-40B4-BE49-F238E27FC236}">
                <a16:creationId xmlns:a16="http://schemas.microsoft.com/office/drawing/2014/main" id="{A14A05DF-D6AC-C766-F51E-7691DE9A8E3C}"/>
              </a:ext>
            </a:extLst>
          </p:cNvPr>
          <p:cNvSpPr txBox="1"/>
          <p:nvPr/>
        </p:nvSpPr>
        <p:spPr>
          <a:xfrm>
            <a:off x="5428248" y="3562233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1" name="文本框 200">
            <a:extLst>
              <a:ext uri="{FF2B5EF4-FFF2-40B4-BE49-F238E27FC236}">
                <a16:creationId xmlns:a16="http://schemas.microsoft.com/office/drawing/2014/main" id="{430D92F5-AE34-58A6-367C-CDDDD55D105C}"/>
              </a:ext>
            </a:extLst>
          </p:cNvPr>
          <p:cNvSpPr txBox="1"/>
          <p:nvPr/>
        </p:nvSpPr>
        <p:spPr>
          <a:xfrm>
            <a:off x="5687882" y="3562233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2" name="文本框 201">
            <a:extLst>
              <a:ext uri="{FF2B5EF4-FFF2-40B4-BE49-F238E27FC236}">
                <a16:creationId xmlns:a16="http://schemas.microsoft.com/office/drawing/2014/main" id="{D8391CE8-10E0-9057-1ECA-F1110CA51DE9}"/>
              </a:ext>
            </a:extLst>
          </p:cNvPr>
          <p:cNvSpPr txBox="1"/>
          <p:nvPr/>
        </p:nvSpPr>
        <p:spPr>
          <a:xfrm>
            <a:off x="5687882" y="3334740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3" name="文本框 202">
            <a:extLst>
              <a:ext uri="{FF2B5EF4-FFF2-40B4-BE49-F238E27FC236}">
                <a16:creationId xmlns:a16="http://schemas.microsoft.com/office/drawing/2014/main" id="{EA61BE13-32C6-8185-8E73-57BDBEC418BA}"/>
              </a:ext>
            </a:extLst>
          </p:cNvPr>
          <p:cNvSpPr txBox="1"/>
          <p:nvPr/>
        </p:nvSpPr>
        <p:spPr>
          <a:xfrm>
            <a:off x="4557538" y="3599065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6" name="文本框 205">
            <a:extLst>
              <a:ext uri="{FF2B5EF4-FFF2-40B4-BE49-F238E27FC236}">
                <a16:creationId xmlns:a16="http://schemas.microsoft.com/office/drawing/2014/main" id="{26E5E0ED-8E31-86A0-5A97-67D1EA537A2D}"/>
              </a:ext>
            </a:extLst>
          </p:cNvPr>
          <p:cNvSpPr txBox="1"/>
          <p:nvPr/>
        </p:nvSpPr>
        <p:spPr>
          <a:xfrm>
            <a:off x="4543458" y="3858619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7" name="文本框 206">
            <a:extLst>
              <a:ext uri="{FF2B5EF4-FFF2-40B4-BE49-F238E27FC236}">
                <a16:creationId xmlns:a16="http://schemas.microsoft.com/office/drawing/2014/main" id="{56CB6F84-7E65-AF68-04DA-FFA065B04B97}"/>
              </a:ext>
            </a:extLst>
          </p:cNvPr>
          <p:cNvSpPr txBox="1"/>
          <p:nvPr/>
        </p:nvSpPr>
        <p:spPr>
          <a:xfrm>
            <a:off x="5066599" y="3845003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8" name="文本框 207">
            <a:extLst>
              <a:ext uri="{FF2B5EF4-FFF2-40B4-BE49-F238E27FC236}">
                <a16:creationId xmlns:a16="http://schemas.microsoft.com/office/drawing/2014/main" id="{3E1F5164-34B3-CC17-5C24-15D8F1DE98C1}"/>
              </a:ext>
            </a:extLst>
          </p:cNvPr>
          <p:cNvSpPr txBox="1"/>
          <p:nvPr/>
        </p:nvSpPr>
        <p:spPr>
          <a:xfrm>
            <a:off x="5058622" y="4118538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9" name="文本框 208">
            <a:extLst>
              <a:ext uri="{FF2B5EF4-FFF2-40B4-BE49-F238E27FC236}">
                <a16:creationId xmlns:a16="http://schemas.microsoft.com/office/drawing/2014/main" id="{291F7076-38CA-1307-2FFB-A71E2C607B18}"/>
              </a:ext>
            </a:extLst>
          </p:cNvPr>
          <p:cNvSpPr txBox="1"/>
          <p:nvPr/>
        </p:nvSpPr>
        <p:spPr>
          <a:xfrm>
            <a:off x="4519365" y="4109506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—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0" name="文本框 209">
            <a:extLst>
              <a:ext uri="{FF2B5EF4-FFF2-40B4-BE49-F238E27FC236}">
                <a16:creationId xmlns:a16="http://schemas.microsoft.com/office/drawing/2014/main" id="{930BFE66-06C9-4925-D1C5-0A6282AF94A4}"/>
              </a:ext>
            </a:extLst>
          </p:cNvPr>
          <p:cNvSpPr txBox="1"/>
          <p:nvPr/>
        </p:nvSpPr>
        <p:spPr>
          <a:xfrm>
            <a:off x="5014850" y="3584098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—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1" name="箭头: 右 210">
            <a:extLst>
              <a:ext uri="{FF2B5EF4-FFF2-40B4-BE49-F238E27FC236}">
                <a16:creationId xmlns:a16="http://schemas.microsoft.com/office/drawing/2014/main" id="{732F5525-6CCC-3280-A985-FC699F492036}"/>
              </a:ext>
            </a:extLst>
          </p:cNvPr>
          <p:cNvSpPr/>
          <p:nvPr/>
        </p:nvSpPr>
        <p:spPr>
          <a:xfrm rot="5400000">
            <a:off x="2620308" y="2914327"/>
            <a:ext cx="197865" cy="168280"/>
          </a:xfrm>
          <a:prstGeom prst="rightArrow">
            <a:avLst>
              <a:gd name="adj1" fmla="val 25862"/>
              <a:gd name="adj2" fmla="val 42241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2" name="箭头: 右 211">
            <a:extLst>
              <a:ext uri="{FF2B5EF4-FFF2-40B4-BE49-F238E27FC236}">
                <a16:creationId xmlns:a16="http://schemas.microsoft.com/office/drawing/2014/main" id="{46B50433-D414-DBA0-5815-1FF396012A44}"/>
              </a:ext>
            </a:extLst>
          </p:cNvPr>
          <p:cNvSpPr/>
          <p:nvPr/>
        </p:nvSpPr>
        <p:spPr>
          <a:xfrm rot="5400000">
            <a:off x="3130153" y="2914328"/>
            <a:ext cx="197865" cy="168280"/>
          </a:xfrm>
          <a:prstGeom prst="rightArrow">
            <a:avLst>
              <a:gd name="adj1" fmla="val 25862"/>
              <a:gd name="adj2" fmla="val 42241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3" name="箭头: 右 212">
            <a:extLst>
              <a:ext uri="{FF2B5EF4-FFF2-40B4-BE49-F238E27FC236}">
                <a16:creationId xmlns:a16="http://schemas.microsoft.com/office/drawing/2014/main" id="{EE2BA46F-7773-1970-F765-55E1B8163B99}"/>
              </a:ext>
            </a:extLst>
          </p:cNvPr>
          <p:cNvSpPr/>
          <p:nvPr/>
        </p:nvSpPr>
        <p:spPr>
          <a:xfrm rot="5400000">
            <a:off x="3688786" y="2914329"/>
            <a:ext cx="197865" cy="168280"/>
          </a:xfrm>
          <a:prstGeom prst="rightArrow">
            <a:avLst>
              <a:gd name="adj1" fmla="val 25862"/>
              <a:gd name="adj2" fmla="val 42241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4" name="箭头: 右 213">
            <a:extLst>
              <a:ext uri="{FF2B5EF4-FFF2-40B4-BE49-F238E27FC236}">
                <a16:creationId xmlns:a16="http://schemas.microsoft.com/office/drawing/2014/main" id="{5E176CC1-7609-746E-E944-E895FEC80979}"/>
              </a:ext>
            </a:extLst>
          </p:cNvPr>
          <p:cNvSpPr/>
          <p:nvPr/>
        </p:nvSpPr>
        <p:spPr>
          <a:xfrm rot="5400000">
            <a:off x="4194543" y="2914330"/>
            <a:ext cx="197865" cy="168280"/>
          </a:xfrm>
          <a:prstGeom prst="rightArrow">
            <a:avLst>
              <a:gd name="adj1" fmla="val 25862"/>
              <a:gd name="adj2" fmla="val 42241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5" name="箭头: 右 214">
            <a:extLst>
              <a:ext uri="{FF2B5EF4-FFF2-40B4-BE49-F238E27FC236}">
                <a16:creationId xmlns:a16="http://schemas.microsoft.com/office/drawing/2014/main" id="{7F5B4CB1-B2E9-A60A-2EFF-6B97422D44CD}"/>
              </a:ext>
            </a:extLst>
          </p:cNvPr>
          <p:cNvSpPr/>
          <p:nvPr/>
        </p:nvSpPr>
        <p:spPr>
          <a:xfrm rot="5400000">
            <a:off x="4686438" y="2914331"/>
            <a:ext cx="197865" cy="168280"/>
          </a:xfrm>
          <a:prstGeom prst="rightArrow">
            <a:avLst>
              <a:gd name="adj1" fmla="val 25862"/>
              <a:gd name="adj2" fmla="val 42241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6" name="箭头: 右 215">
            <a:extLst>
              <a:ext uri="{FF2B5EF4-FFF2-40B4-BE49-F238E27FC236}">
                <a16:creationId xmlns:a16="http://schemas.microsoft.com/office/drawing/2014/main" id="{72B77796-A78A-5FA6-4AEE-0FED14E7CC98}"/>
              </a:ext>
            </a:extLst>
          </p:cNvPr>
          <p:cNvSpPr/>
          <p:nvPr/>
        </p:nvSpPr>
        <p:spPr>
          <a:xfrm rot="5400000">
            <a:off x="5180736" y="2914332"/>
            <a:ext cx="197865" cy="168280"/>
          </a:xfrm>
          <a:prstGeom prst="rightArrow">
            <a:avLst>
              <a:gd name="adj1" fmla="val 25862"/>
              <a:gd name="adj2" fmla="val 42241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8" name="直接连接符 217">
            <a:extLst>
              <a:ext uri="{FF2B5EF4-FFF2-40B4-BE49-F238E27FC236}">
                <a16:creationId xmlns:a16="http://schemas.microsoft.com/office/drawing/2014/main" id="{4E471BE2-C744-0422-284C-B6CB4FD52686}"/>
              </a:ext>
            </a:extLst>
          </p:cNvPr>
          <p:cNvCxnSpPr/>
          <p:nvPr/>
        </p:nvCxnSpPr>
        <p:spPr>
          <a:xfrm>
            <a:off x="390419" y="4872415"/>
            <a:ext cx="5524606" cy="0"/>
          </a:xfrm>
          <a:prstGeom prst="line">
            <a:avLst/>
          </a:prstGeom>
          <a:ln w="19050">
            <a:solidFill>
              <a:srgbClr val="01492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文本框 218">
            <a:extLst>
              <a:ext uri="{FF2B5EF4-FFF2-40B4-BE49-F238E27FC236}">
                <a16:creationId xmlns:a16="http://schemas.microsoft.com/office/drawing/2014/main" id="{55943A2F-2651-76B5-2043-3A8985F62347}"/>
              </a:ext>
            </a:extLst>
          </p:cNvPr>
          <p:cNvSpPr txBox="1"/>
          <p:nvPr/>
        </p:nvSpPr>
        <p:spPr>
          <a:xfrm>
            <a:off x="367873" y="4963023"/>
            <a:ext cx="16437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车道与位置示意</a:t>
            </a:r>
          </a:p>
        </p:txBody>
      </p:sp>
      <p:pic>
        <p:nvPicPr>
          <p:cNvPr id="221" name="图片 220">
            <a:extLst>
              <a:ext uri="{FF2B5EF4-FFF2-40B4-BE49-F238E27FC236}">
                <a16:creationId xmlns:a16="http://schemas.microsoft.com/office/drawing/2014/main" id="{26C180F5-C335-5FDA-E828-0DA4F2F6BFC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610831" y="1756267"/>
            <a:ext cx="2190750" cy="1247775"/>
          </a:xfrm>
          <a:prstGeom prst="rect">
            <a:avLst/>
          </a:prstGeom>
        </p:spPr>
      </p:pic>
      <p:sp>
        <p:nvSpPr>
          <p:cNvPr id="222" name="矩形: 圆角 221">
            <a:extLst>
              <a:ext uri="{FF2B5EF4-FFF2-40B4-BE49-F238E27FC236}">
                <a16:creationId xmlns:a16="http://schemas.microsoft.com/office/drawing/2014/main" id="{38839D72-20AA-6789-C9DE-055E9E72AEE9}"/>
              </a:ext>
            </a:extLst>
          </p:cNvPr>
          <p:cNvSpPr/>
          <p:nvPr/>
        </p:nvSpPr>
        <p:spPr>
          <a:xfrm>
            <a:off x="6470253" y="2108871"/>
            <a:ext cx="546183" cy="295487"/>
          </a:xfrm>
          <a:prstGeom prst="roundRect">
            <a:avLst>
              <a:gd name="adj" fmla="val 31978"/>
            </a:avLst>
          </a:prstGeom>
          <a:solidFill>
            <a:srgbClr val="DBE6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</a:p>
        </p:txBody>
      </p:sp>
      <p:graphicFrame>
        <p:nvGraphicFramePr>
          <p:cNvPr id="224" name="对象 223">
            <a:extLst>
              <a:ext uri="{FF2B5EF4-FFF2-40B4-BE49-F238E27FC236}">
                <a16:creationId xmlns:a16="http://schemas.microsoft.com/office/drawing/2014/main" id="{25486C9A-486A-9FC8-5D68-4799A1EFA4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07208"/>
              </p:ext>
            </p:extLst>
          </p:nvPr>
        </p:nvGraphicFramePr>
        <p:xfrm>
          <a:off x="7141703" y="2419350"/>
          <a:ext cx="1989137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307880" imgH="241200" progId="Equation.DSMT4">
                  <p:embed/>
                </p:oleObj>
              </mc:Choice>
              <mc:Fallback>
                <p:oleObj name="Equation" r:id="rId18" imgW="1307880" imgH="241200" progId="Equation.DSMT4">
                  <p:embed/>
                  <p:pic>
                    <p:nvPicPr>
                      <p:cNvPr id="172" name="对象 171">
                        <a:extLst>
                          <a:ext uri="{FF2B5EF4-FFF2-40B4-BE49-F238E27FC236}">
                            <a16:creationId xmlns:a16="http://schemas.microsoft.com/office/drawing/2014/main" id="{840C4981-E893-74D3-6B45-2B215EC68C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7141703" y="2419350"/>
                        <a:ext cx="1989137" cy="365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" name="矩形: 圆角 224">
            <a:extLst>
              <a:ext uri="{FF2B5EF4-FFF2-40B4-BE49-F238E27FC236}">
                <a16:creationId xmlns:a16="http://schemas.microsoft.com/office/drawing/2014/main" id="{367F2DA5-DF22-C7A2-F0B6-A4A3FE69AA72}"/>
              </a:ext>
            </a:extLst>
          </p:cNvPr>
          <p:cNvSpPr/>
          <p:nvPr/>
        </p:nvSpPr>
        <p:spPr>
          <a:xfrm>
            <a:off x="6470253" y="2462255"/>
            <a:ext cx="546183" cy="295487"/>
          </a:xfrm>
          <a:prstGeom prst="roundRect">
            <a:avLst>
              <a:gd name="adj" fmla="val 31978"/>
            </a:avLst>
          </a:prstGeom>
          <a:solidFill>
            <a:srgbClr val="DBE6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公式</a:t>
            </a:r>
          </a:p>
        </p:txBody>
      </p:sp>
      <p:sp>
        <p:nvSpPr>
          <p:cNvPr id="226" name="矩形: 圆角 225">
            <a:extLst>
              <a:ext uri="{FF2B5EF4-FFF2-40B4-BE49-F238E27FC236}">
                <a16:creationId xmlns:a16="http://schemas.microsoft.com/office/drawing/2014/main" id="{BD40D47D-CEE2-432B-63B5-84EE52DE996F}"/>
              </a:ext>
            </a:extLst>
          </p:cNvPr>
          <p:cNvSpPr/>
          <p:nvPr/>
        </p:nvSpPr>
        <p:spPr>
          <a:xfrm>
            <a:off x="6470253" y="2818191"/>
            <a:ext cx="546183" cy="295487"/>
          </a:xfrm>
          <a:prstGeom prst="roundRect">
            <a:avLst>
              <a:gd name="adj" fmla="val 31978"/>
            </a:avLst>
          </a:prstGeom>
          <a:solidFill>
            <a:srgbClr val="DBE6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</a:t>
            </a:r>
          </a:p>
        </p:txBody>
      </p:sp>
      <p:sp>
        <p:nvSpPr>
          <p:cNvPr id="227" name="文本框 226">
            <a:extLst>
              <a:ext uri="{FF2B5EF4-FFF2-40B4-BE49-F238E27FC236}">
                <a16:creationId xmlns:a16="http://schemas.microsoft.com/office/drawing/2014/main" id="{08BF8DB2-96C6-D6AA-3305-48F3110A32D8}"/>
              </a:ext>
            </a:extLst>
          </p:cNvPr>
          <p:cNvSpPr txBox="1"/>
          <p:nvPr/>
        </p:nvSpPr>
        <p:spPr>
          <a:xfrm>
            <a:off x="7090919" y="2818160"/>
            <a:ext cx="24584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车辆前保险杠到停止线的距离</a:t>
            </a:r>
          </a:p>
        </p:txBody>
      </p:sp>
      <p:pic>
        <p:nvPicPr>
          <p:cNvPr id="228" name="图片 227">
            <a:extLst>
              <a:ext uri="{FF2B5EF4-FFF2-40B4-BE49-F238E27FC236}">
                <a16:creationId xmlns:a16="http://schemas.microsoft.com/office/drawing/2014/main" id="{B81236C6-2469-6F0F-AE91-4A41E3605B3E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716994" y="3506598"/>
            <a:ext cx="2205234" cy="1154302"/>
          </a:xfrm>
          <a:prstGeom prst="rect">
            <a:avLst/>
          </a:prstGeom>
        </p:spPr>
      </p:pic>
      <p:graphicFrame>
        <p:nvGraphicFramePr>
          <p:cNvPr id="229" name="对象 228">
            <a:extLst>
              <a:ext uri="{FF2B5EF4-FFF2-40B4-BE49-F238E27FC236}">
                <a16:creationId xmlns:a16="http://schemas.microsoft.com/office/drawing/2014/main" id="{518EBE19-3675-2130-8681-35C921FDA8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7390542"/>
              </p:ext>
            </p:extLst>
          </p:nvPr>
        </p:nvGraphicFramePr>
        <p:xfrm>
          <a:off x="7141703" y="3883025"/>
          <a:ext cx="50165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330120" imgH="228600" progId="Equation.DSMT4">
                  <p:embed/>
                </p:oleObj>
              </mc:Choice>
              <mc:Fallback>
                <p:oleObj name="Equation" r:id="rId21" imgW="330120" imgH="228600" progId="Equation.DSMT4">
                  <p:embed/>
                  <p:pic>
                    <p:nvPicPr>
                      <p:cNvPr id="172" name="对象 171">
                        <a:extLst>
                          <a:ext uri="{FF2B5EF4-FFF2-40B4-BE49-F238E27FC236}">
                            <a16:creationId xmlns:a16="http://schemas.microsoft.com/office/drawing/2014/main" id="{840C4981-E893-74D3-6B45-2B215EC68C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141703" y="3883025"/>
                        <a:ext cx="501650" cy="346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0" name="矩形: 圆角 229">
            <a:extLst>
              <a:ext uri="{FF2B5EF4-FFF2-40B4-BE49-F238E27FC236}">
                <a16:creationId xmlns:a16="http://schemas.microsoft.com/office/drawing/2014/main" id="{CB5E8844-D481-FFC5-61A1-364707C74299}"/>
              </a:ext>
            </a:extLst>
          </p:cNvPr>
          <p:cNvSpPr/>
          <p:nvPr/>
        </p:nvSpPr>
        <p:spPr>
          <a:xfrm>
            <a:off x="6470253" y="3916768"/>
            <a:ext cx="546183" cy="295487"/>
          </a:xfrm>
          <a:prstGeom prst="roundRect">
            <a:avLst>
              <a:gd name="adj" fmla="val 31978"/>
            </a:avLst>
          </a:prstGeom>
          <a:solidFill>
            <a:srgbClr val="DBE6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</a:p>
        </p:txBody>
      </p:sp>
      <p:graphicFrame>
        <p:nvGraphicFramePr>
          <p:cNvPr id="231" name="对象 230">
            <a:extLst>
              <a:ext uri="{FF2B5EF4-FFF2-40B4-BE49-F238E27FC236}">
                <a16:creationId xmlns:a16="http://schemas.microsoft.com/office/drawing/2014/main" id="{E9CB29E2-B609-0AAD-8EEC-A0CAC083BB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1449467"/>
              </p:ext>
            </p:extLst>
          </p:nvPr>
        </p:nvGraphicFramePr>
        <p:xfrm>
          <a:off x="7141703" y="4302193"/>
          <a:ext cx="2510503" cy="277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057400" imgH="228600" progId="Equation.DSMT4">
                  <p:embed/>
                </p:oleObj>
              </mc:Choice>
              <mc:Fallback>
                <p:oleObj name="Equation" r:id="rId23" imgW="2057400" imgH="228600" progId="Equation.DSMT4">
                  <p:embed/>
                  <p:pic>
                    <p:nvPicPr>
                      <p:cNvPr id="224" name="对象 223">
                        <a:extLst>
                          <a:ext uri="{FF2B5EF4-FFF2-40B4-BE49-F238E27FC236}">
                            <a16:creationId xmlns:a16="http://schemas.microsoft.com/office/drawing/2014/main" id="{25486C9A-486A-9FC8-5D68-4799A1EFA4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141703" y="4302193"/>
                        <a:ext cx="2510503" cy="2778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2" name="矩形: 圆角 231">
            <a:extLst>
              <a:ext uri="{FF2B5EF4-FFF2-40B4-BE49-F238E27FC236}">
                <a16:creationId xmlns:a16="http://schemas.microsoft.com/office/drawing/2014/main" id="{530171F0-31C4-32B3-0BB0-D0D7279F2F58}"/>
              </a:ext>
            </a:extLst>
          </p:cNvPr>
          <p:cNvSpPr/>
          <p:nvPr/>
        </p:nvSpPr>
        <p:spPr>
          <a:xfrm>
            <a:off x="6470253" y="4270152"/>
            <a:ext cx="546183" cy="295487"/>
          </a:xfrm>
          <a:prstGeom prst="roundRect">
            <a:avLst>
              <a:gd name="adj" fmla="val 31978"/>
            </a:avLst>
          </a:prstGeom>
          <a:solidFill>
            <a:srgbClr val="DBE6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公式</a:t>
            </a:r>
          </a:p>
        </p:txBody>
      </p:sp>
      <p:sp>
        <p:nvSpPr>
          <p:cNvPr id="233" name="矩形: 圆角 232">
            <a:extLst>
              <a:ext uri="{FF2B5EF4-FFF2-40B4-BE49-F238E27FC236}">
                <a16:creationId xmlns:a16="http://schemas.microsoft.com/office/drawing/2014/main" id="{8051512E-3C1D-FDC8-B079-71FC2B8598FB}"/>
              </a:ext>
            </a:extLst>
          </p:cNvPr>
          <p:cNvSpPr/>
          <p:nvPr/>
        </p:nvSpPr>
        <p:spPr>
          <a:xfrm>
            <a:off x="6470253" y="4626088"/>
            <a:ext cx="546183" cy="295487"/>
          </a:xfrm>
          <a:prstGeom prst="roundRect">
            <a:avLst>
              <a:gd name="adj" fmla="val 31978"/>
            </a:avLst>
          </a:prstGeom>
          <a:solidFill>
            <a:srgbClr val="DBE6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</a:t>
            </a:r>
          </a:p>
        </p:txBody>
      </p:sp>
      <p:sp>
        <p:nvSpPr>
          <p:cNvPr id="234" name="文本框 233">
            <a:extLst>
              <a:ext uri="{FF2B5EF4-FFF2-40B4-BE49-F238E27FC236}">
                <a16:creationId xmlns:a16="http://schemas.microsoft.com/office/drawing/2014/main" id="{BA8FF7E1-A59E-A7E1-8084-8410BCC141CC}"/>
              </a:ext>
            </a:extLst>
          </p:cNvPr>
          <p:cNvSpPr txBox="1"/>
          <p:nvPr/>
        </p:nvSpPr>
        <p:spPr>
          <a:xfrm>
            <a:off x="7141703" y="4626057"/>
            <a:ext cx="32119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SUMO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返回的间距加上最小间距加上车长</a:t>
            </a:r>
          </a:p>
        </p:txBody>
      </p:sp>
      <p:pic>
        <p:nvPicPr>
          <p:cNvPr id="236" name="图片 235">
            <a:extLst>
              <a:ext uri="{FF2B5EF4-FFF2-40B4-BE49-F238E27FC236}">
                <a16:creationId xmlns:a16="http://schemas.microsoft.com/office/drawing/2014/main" id="{8D0E5400-98F0-6328-7643-68C426552E19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708750" y="5547218"/>
            <a:ext cx="657225" cy="333375"/>
          </a:xfrm>
          <a:prstGeom prst="rect">
            <a:avLst/>
          </a:prstGeom>
        </p:spPr>
      </p:pic>
      <p:pic>
        <p:nvPicPr>
          <p:cNvPr id="237" name="图片 236">
            <a:extLst>
              <a:ext uri="{FF2B5EF4-FFF2-40B4-BE49-F238E27FC236}">
                <a16:creationId xmlns:a16="http://schemas.microsoft.com/office/drawing/2014/main" id="{AA1BE49D-CC90-07FA-C072-3822E77485EF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601200" y="5566268"/>
            <a:ext cx="685800" cy="314325"/>
          </a:xfrm>
          <a:prstGeom prst="rect">
            <a:avLst/>
          </a:prstGeom>
        </p:spPr>
      </p:pic>
      <p:cxnSp>
        <p:nvCxnSpPr>
          <p:cNvPr id="239" name="直接连接符 238">
            <a:extLst>
              <a:ext uri="{FF2B5EF4-FFF2-40B4-BE49-F238E27FC236}">
                <a16:creationId xmlns:a16="http://schemas.microsoft.com/office/drawing/2014/main" id="{C8CFC8C8-8040-0B7E-F18C-DBDCA2ABB538}"/>
              </a:ext>
            </a:extLst>
          </p:cNvPr>
          <p:cNvCxnSpPr/>
          <p:nvPr/>
        </p:nvCxnSpPr>
        <p:spPr>
          <a:xfrm>
            <a:off x="9239250" y="5883275"/>
            <a:ext cx="253365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0" name="文本框 239">
            <a:extLst>
              <a:ext uri="{FF2B5EF4-FFF2-40B4-BE49-F238E27FC236}">
                <a16:creationId xmlns:a16="http://schemas.microsoft.com/office/drawing/2014/main" id="{CEF7A1B9-6C59-F742-0377-79FF26C4A9BF}"/>
              </a:ext>
            </a:extLst>
          </p:cNvPr>
          <p:cNvSpPr txBox="1"/>
          <p:nvPr/>
        </p:nvSpPr>
        <p:spPr>
          <a:xfrm>
            <a:off x="9634537" y="5905169"/>
            <a:ext cx="83105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HDV </a:t>
            </a:r>
            <a:r>
              <a:rPr lang="en-US" altLang="zh-CN" sz="11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41" name="文本框 240">
            <a:extLst>
              <a:ext uri="{FF2B5EF4-FFF2-40B4-BE49-F238E27FC236}">
                <a16:creationId xmlns:a16="http://schemas.microsoft.com/office/drawing/2014/main" id="{D6179489-CFFB-6A65-DE11-70CBBD078124}"/>
              </a:ext>
            </a:extLst>
          </p:cNvPr>
          <p:cNvSpPr txBox="1"/>
          <p:nvPr/>
        </p:nvSpPr>
        <p:spPr>
          <a:xfrm>
            <a:off x="10733656" y="5905169"/>
            <a:ext cx="83105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CAV </a:t>
            </a:r>
            <a:r>
              <a:rPr lang="en-US" altLang="zh-CN" sz="11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243" name="直接箭头连接符 242">
            <a:extLst>
              <a:ext uri="{FF2B5EF4-FFF2-40B4-BE49-F238E27FC236}">
                <a16:creationId xmlns:a16="http://schemas.microsoft.com/office/drawing/2014/main" id="{FE5DB0F3-7C9D-507C-1486-A52AE46FE57E}"/>
              </a:ext>
            </a:extLst>
          </p:cNvPr>
          <p:cNvCxnSpPr/>
          <p:nvPr/>
        </p:nvCxnSpPr>
        <p:spPr>
          <a:xfrm flipH="1">
            <a:off x="10222706" y="5491163"/>
            <a:ext cx="7239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4" name="文本框 243">
            <a:extLst>
              <a:ext uri="{FF2B5EF4-FFF2-40B4-BE49-F238E27FC236}">
                <a16:creationId xmlns:a16="http://schemas.microsoft.com/office/drawing/2014/main" id="{40E97AF8-8735-D5AC-496E-CBFD46496194}"/>
              </a:ext>
            </a:extLst>
          </p:cNvPr>
          <p:cNvSpPr txBox="1"/>
          <p:nvPr/>
        </p:nvSpPr>
        <p:spPr>
          <a:xfrm>
            <a:off x="10222704" y="5217016"/>
            <a:ext cx="94535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Rear(t) = </a:t>
            </a:r>
            <a:r>
              <a:rPr lang="en-US" altLang="zh-CN" sz="11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45" name="矩形: 圆角 244">
            <a:extLst>
              <a:ext uri="{FF2B5EF4-FFF2-40B4-BE49-F238E27FC236}">
                <a16:creationId xmlns:a16="http://schemas.microsoft.com/office/drawing/2014/main" id="{B660B9D1-DDB1-54C8-89D8-EC4AD9767BC5}"/>
              </a:ext>
            </a:extLst>
          </p:cNvPr>
          <p:cNvSpPr/>
          <p:nvPr/>
        </p:nvSpPr>
        <p:spPr>
          <a:xfrm>
            <a:off x="6470253" y="5796348"/>
            <a:ext cx="546183" cy="295487"/>
          </a:xfrm>
          <a:prstGeom prst="roundRect">
            <a:avLst>
              <a:gd name="adj" fmla="val 31978"/>
            </a:avLst>
          </a:prstGeom>
          <a:solidFill>
            <a:srgbClr val="DBE6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</a:t>
            </a:r>
          </a:p>
        </p:txBody>
      </p:sp>
      <p:sp>
        <p:nvSpPr>
          <p:cNvPr id="246" name="文本框 245">
            <a:extLst>
              <a:ext uri="{FF2B5EF4-FFF2-40B4-BE49-F238E27FC236}">
                <a16:creationId xmlns:a16="http://schemas.microsoft.com/office/drawing/2014/main" id="{538D78C8-CC8F-708E-11FA-E441AC830302}"/>
              </a:ext>
            </a:extLst>
          </p:cNvPr>
          <p:cNvSpPr txBox="1"/>
          <p:nvPr/>
        </p:nvSpPr>
        <p:spPr>
          <a:xfrm>
            <a:off x="7141703" y="5665689"/>
            <a:ext cx="20975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若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CAV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后车识别为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HDV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，此时激活基于机会约束的后向安全约束</a:t>
            </a:r>
            <a:endParaRPr lang="zh-CN" altLang="en-US" sz="12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21238C77-0551-2F61-1604-EB5E6BC2B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b="1" smtClean="0"/>
              <a:pPr/>
              <a:t>11</a:t>
            </a:fld>
            <a:r>
              <a:rPr lang="en-US" altLang="zh-CN"/>
              <a:t>/17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09671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879479-AFB7-FB85-63E2-B2DB0C940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文本框 76">
            <a:extLst>
              <a:ext uri="{FF2B5EF4-FFF2-40B4-BE49-F238E27FC236}">
                <a16:creationId xmlns:a16="http://schemas.microsoft.com/office/drawing/2014/main" id="{EA08AA61-0AE9-8151-4B8C-852FDBEE27EB}"/>
              </a:ext>
            </a:extLst>
          </p:cNvPr>
          <p:cNvSpPr txBox="1"/>
          <p:nvPr/>
        </p:nvSpPr>
        <p:spPr>
          <a:xfrm>
            <a:off x="8313737" y="5727233"/>
            <a:ext cx="24584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HDV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历史轨迹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buffer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56219AF2-A8FE-7F8A-6B71-7EAB1297DEF5}"/>
              </a:ext>
            </a:extLst>
          </p:cNvPr>
          <p:cNvSpPr txBox="1"/>
          <p:nvPr/>
        </p:nvSpPr>
        <p:spPr>
          <a:xfrm>
            <a:off x="8313737" y="6013595"/>
            <a:ext cx="24584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：跟驰距离阈值</a:t>
            </a: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4C319E92-BDF2-7E79-F06A-B7D868CEC590}"/>
              </a:ext>
            </a:extLst>
          </p:cNvPr>
          <p:cNvSpPr txBox="1"/>
          <p:nvPr/>
        </p:nvSpPr>
        <p:spPr>
          <a:xfrm>
            <a:off x="8313737" y="6290312"/>
            <a:ext cx="24584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：更新时间间隔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217F635-E23F-5D66-7398-9461FA554D7E}"/>
              </a:ext>
            </a:extLst>
          </p:cNvPr>
          <p:cNvSpPr txBox="1"/>
          <p:nvPr/>
        </p:nvSpPr>
        <p:spPr>
          <a:xfrm>
            <a:off x="701167" y="63461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35BDA494-0656-E165-8FB7-729AEDFCC4A5}"/>
              </a:ext>
            </a:extLst>
          </p:cNvPr>
          <p:cNvGrpSpPr/>
          <p:nvPr/>
        </p:nvGrpSpPr>
        <p:grpSpPr>
          <a:xfrm>
            <a:off x="2584397" y="136012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4" name="圆角矩形 3">
              <a:extLst>
                <a:ext uri="{FF2B5EF4-FFF2-40B4-BE49-F238E27FC236}">
                  <a16:creationId xmlns:a16="http://schemas.microsoft.com/office/drawing/2014/main" id="{B5DF2B37-FD34-F6E2-CFBA-A5C44F801468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>
              <a:extLst>
                <a:ext uri="{FF2B5EF4-FFF2-40B4-BE49-F238E27FC236}">
                  <a16:creationId xmlns:a16="http://schemas.microsoft.com/office/drawing/2014/main" id="{211C833B-29B0-624A-3377-92BB351F57EF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DE2840D6-4B48-4304-4358-4317196E3A8C}"/>
                </a:ext>
              </a:extLst>
            </p:cNvPr>
            <p:cNvSpPr/>
            <p:nvPr/>
          </p:nvSpPr>
          <p:spPr>
            <a:xfrm>
              <a:off x="2723392" y="239783"/>
              <a:ext cx="1473344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Content</a:t>
              </a:r>
            </a:p>
          </p:txBody>
        </p:sp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07479A0A-DE6F-4DF0-9F48-8F5C145BD60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94775"/>
            <a:ext cx="1264639" cy="444778"/>
          </a:xfrm>
          <a:prstGeom prst="rect">
            <a:avLst/>
          </a:prstGeom>
        </p:spPr>
      </p:pic>
      <p:grpSp>
        <p:nvGrpSpPr>
          <p:cNvPr id="67" name="组合 66">
            <a:extLst>
              <a:ext uri="{FF2B5EF4-FFF2-40B4-BE49-F238E27FC236}">
                <a16:creationId xmlns:a16="http://schemas.microsoft.com/office/drawing/2014/main" id="{D263B9F0-2D09-048F-93F1-11D85122A531}"/>
              </a:ext>
            </a:extLst>
          </p:cNvPr>
          <p:cNvGrpSpPr/>
          <p:nvPr/>
        </p:nvGrpSpPr>
        <p:grpSpPr>
          <a:xfrm>
            <a:off x="-254000" y="120204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68" name="圆角矩形 4">
              <a:extLst>
                <a:ext uri="{FF2B5EF4-FFF2-40B4-BE49-F238E27FC236}">
                  <a16:creationId xmlns:a16="http://schemas.microsoft.com/office/drawing/2014/main" id="{91023BF3-72B5-5A35-8456-58E30757EF80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9FB53FF6-68A0-DC6A-689C-02220F26F63B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1735F61E-62F3-DDFD-EB59-6BA880916B3A}"/>
              </a:ext>
            </a:extLst>
          </p:cNvPr>
          <p:cNvSpPr txBox="1"/>
          <p:nvPr/>
        </p:nvSpPr>
        <p:spPr>
          <a:xfrm>
            <a:off x="352425" y="848851"/>
            <a:ext cx="5562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HDV</a:t>
            </a:r>
            <a:r>
              <a:rPr lang="zh-CN" altLang="en-US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置信度计算模型</a:t>
            </a:r>
            <a:endParaRPr lang="zh-CN" altLang="en-US" sz="20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6E024D35-B31B-8C00-E2BA-945EBABEE5A2}"/>
              </a:ext>
            </a:extLst>
          </p:cNvPr>
          <p:cNvCxnSpPr/>
          <p:nvPr/>
        </p:nvCxnSpPr>
        <p:spPr>
          <a:xfrm>
            <a:off x="456774" y="1268011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38388182-55C8-53C9-D02B-4C5704A6F0A8}"/>
              </a:ext>
            </a:extLst>
          </p:cNvPr>
          <p:cNvSpPr/>
          <p:nvPr/>
        </p:nvSpPr>
        <p:spPr>
          <a:xfrm>
            <a:off x="195034" y="2533670"/>
            <a:ext cx="3308657" cy="3015064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9AC5F562-3AC2-1D24-ED8D-F3290CF32E83}"/>
              </a:ext>
            </a:extLst>
          </p:cNvPr>
          <p:cNvSpPr/>
          <p:nvPr/>
        </p:nvSpPr>
        <p:spPr>
          <a:xfrm>
            <a:off x="352426" y="2675974"/>
            <a:ext cx="1078022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观测特征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5EA35DF5-C46B-A727-9AD7-DB4729C466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25" y="1294822"/>
            <a:ext cx="11401425" cy="1133475"/>
          </a:xfrm>
          <a:prstGeom prst="rect">
            <a:avLst/>
          </a:prstGeom>
        </p:spPr>
      </p:pic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5E5962C3-C87D-0166-7597-FC3EBF6127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7859771"/>
              </p:ext>
            </p:extLst>
          </p:nvPr>
        </p:nvGraphicFramePr>
        <p:xfrm>
          <a:off x="477378" y="3075033"/>
          <a:ext cx="2529541" cy="29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70000" imgH="241200" progId="Equation.DSMT4">
                  <p:embed/>
                </p:oleObj>
              </mc:Choice>
              <mc:Fallback>
                <p:oleObj name="Equation" r:id="rId5" imgW="2070000" imgH="241200" progId="Equation.DSMT4">
                  <p:embed/>
                  <p:pic>
                    <p:nvPicPr>
                      <p:cNvPr id="229" name="对象 228">
                        <a:extLst>
                          <a:ext uri="{FF2B5EF4-FFF2-40B4-BE49-F238E27FC236}">
                            <a16:creationId xmlns:a16="http://schemas.microsoft.com/office/drawing/2014/main" id="{518EBE19-3675-2130-8681-35C921FDA8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7378" y="3075033"/>
                        <a:ext cx="2529541" cy="2936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D17C12DF-B721-2600-E46A-724C71CA53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121696"/>
              </p:ext>
            </p:extLst>
          </p:nvPr>
        </p:nvGraphicFramePr>
        <p:xfrm>
          <a:off x="477378" y="3417970"/>
          <a:ext cx="2512941" cy="278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057400" imgH="228600" progId="Equation.DSMT4">
                  <p:embed/>
                </p:oleObj>
              </mc:Choice>
              <mc:Fallback>
                <p:oleObj name="Equation" r:id="rId7" imgW="2057400" imgH="22860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5E5962C3-C87D-0166-7597-FC3EBF6127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7378" y="3417970"/>
                        <a:ext cx="2512941" cy="2783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078ED05E-E79A-6D73-B6FC-C308C16D49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1478910"/>
              </p:ext>
            </p:extLst>
          </p:nvPr>
        </p:nvGraphicFramePr>
        <p:xfrm>
          <a:off x="477378" y="3740560"/>
          <a:ext cx="2326513" cy="5248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904760" imgH="431640" progId="Equation.DSMT4">
                  <p:embed/>
                </p:oleObj>
              </mc:Choice>
              <mc:Fallback>
                <p:oleObj name="Equation" r:id="rId9" imgW="1904760" imgH="43164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D17C12DF-B721-2600-E46A-724C71CA53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77378" y="3740560"/>
                        <a:ext cx="2326513" cy="5248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36E9CFC7-0A43-BDF8-BD29-A7D3C9CE00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8436258"/>
              </p:ext>
            </p:extLst>
          </p:nvPr>
        </p:nvGraphicFramePr>
        <p:xfrm>
          <a:off x="477379" y="4309591"/>
          <a:ext cx="2852596" cy="11415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336760" imgH="939600" progId="Equation.DSMT4">
                  <p:embed/>
                </p:oleObj>
              </mc:Choice>
              <mc:Fallback>
                <p:oleObj name="Equation" r:id="rId11" imgW="2336760" imgH="939600" progId="Equation.DSMT4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078ED05E-E79A-6D73-B6FC-C308C16D49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77379" y="4309591"/>
                        <a:ext cx="2852596" cy="11415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: 圆角 1">
            <a:extLst>
              <a:ext uri="{FF2B5EF4-FFF2-40B4-BE49-F238E27FC236}">
                <a16:creationId xmlns:a16="http://schemas.microsoft.com/office/drawing/2014/main" id="{78A2A0D3-891A-9C46-62DB-4549B8370503}"/>
              </a:ext>
            </a:extLst>
          </p:cNvPr>
          <p:cNvSpPr/>
          <p:nvPr/>
        </p:nvSpPr>
        <p:spPr>
          <a:xfrm>
            <a:off x="3994649" y="2533670"/>
            <a:ext cx="3308657" cy="3015064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4E569F5D-9315-E92C-4408-5C93AA31AAC8}"/>
              </a:ext>
            </a:extLst>
          </p:cNvPr>
          <p:cNvSpPr/>
          <p:nvPr/>
        </p:nvSpPr>
        <p:spPr>
          <a:xfrm>
            <a:off x="4152040" y="2675974"/>
            <a:ext cx="1570133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类条件高斯斯然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092C514F-2FCE-14FE-5FE2-3296CDA996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7646369"/>
              </p:ext>
            </p:extLst>
          </p:nvPr>
        </p:nvGraphicFramePr>
        <p:xfrm>
          <a:off x="4334393" y="3194466"/>
          <a:ext cx="2576990" cy="324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803240" imgH="228600" progId="Equation.DSMT4">
                  <p:embed/>
                </p:oleObj>
              </mc:Choice>
              <mc:Fallback>
                <p:oleObj name="Equation" r:id="rId13" imgW="1803240" imgH="22860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5E5962C3-C87D-0166-7597-FC3EBF6127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334393" y="3194466"/>
                        <a:ext cx="2576990" cy="3249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9FAFD29B-7B79-4C1E-2750-2A26FF0F65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6024595"/>
              </p:ext>
            </p:extLst>
          </p:nvPr>
        </p:nvGraphicFramePr>
        <p:xfrm>
          <a:off x="4309127" y="3849310"/>
          <a:ext cx="2649402" cy="3249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854000" imgH="228600" progId="Equation.DSMT4">
                  <p:embed/>
                </p:oleObj>
              </mc:Choice>
              <mc:Fallback>
                <p:oleObj name="Equation" r:id="rId15" imgW="1854000" imgH="2286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092C514F-2FCE-14FE-5FE2-3296CDA996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309127" y="3849310"/>
                        <a:ext cx="2649402" cy="3249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D3A247FD-992F-40D6-333B-3EC3FC136C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9452285"/>
              </p:ext>
            </p:extLst>
          </p:nvPr>
        </p:nvGraphicFramePr>
        <p:xfrm>
          <a:off x="4216025" y="4487285"/>
          <a:ext cx="2835605" cy="673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019240" imgH="482400" progId="Equation.DSMT4">
                  <p:embed/>
                </p:oleObj>
              </mc:Choice>
              <mc:Fallback>
                <p:oleObj name="Equation" r:id="rId17" imgW="2019240" imgH="48240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9FAFD29B-7B79-4C1E-2750-2A26FF0F65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216025" y="4487285"/>
                        <a:ext cx="2835605" cy="6733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480DFE96-9967-AC33-DD8D-C823E2F703F6}"/>
              </a:ext>
            </a:extLst>
          </p:cNvPr>
          <p:cNvSpPr/>
          <p:nvPr/>
        </p:nvSpPr>
        <p:spPr>
          <a:xfrm>
            <a:off x="7858409" y="2533670"/>
            <a:ext cx="3895442" cy="3015064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E26B8CC4-37A2-A2A1-D451-90BC724F0DF5}"/>
              </a:ext>
            </a:extLst>
          </p:cNvPr>
          <p:cNvSpPr/>
          <p:nvPr/>
        </p:nvSpPr>
        <p:spPr>
          <a:xfrm>
            <a:off x="8021990" y="2675974"/>
            <a:ext cx="1754428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贝叶斯置信度更新 </a:t>
            </a:r>
          </a:p>
        </p:txBody>
      </p: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B5F5EAE3-B748-1129-2124-60B3016A96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5769988"/>
              </p:ext>
            </p:extLst>
          </p:nvPr>
        </p:nvGraphicFramePr>
        <p:xfrm>
          <a:off x="8119820" y="3129437"/>
          <a:ext cx="965528" cy="2885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761760" imgH="228600" progId="Equation.DSMT4">
                  <p:embed/>
                </p:oleObj>
              </mc:Choice>
              <mc:Fallback>
                <p:oleObj name="Equation" r:id="rId19" imgW="761760" imgH="2286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092C514F-2FCE-14FE-5FE2-3296CDA996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119820" y="3129437"/>
                        <a:ext cx="965528" cy="2885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3158029C-8DC4-F089-3E14-5DCBD36B43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9705585"/>
              </p:ext>
            </p:extLst>
          </p:nvPr>
        </p:nvGraphicFramePr>
        <p:xfrm>
          <a:off x="9526556" y="3002167"/>
          <a:ext cx="1786087" cy="577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409400" imgH="457200" progId="Equation.DSMT4">
                  <p:embed/>
                </p:oleObj>
              </mc:Choice>
              <mc:Fallback>
                <p:oleObj name="Equation" r:id="rId21" imgW="1409400" imgH="45720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B5F5EAE3-B748-1129-2124-60B3016A96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9526556" y="3002167"/>
                        <a:ext cx="1786087" cy="5770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62195BE8-F7CA-DAB3-0F5F-0E00F1DE42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9820039"/>
              </p:ext>
            </p:extLst>
          </p:nvPr>
        </p:nvGraphicFramePr>
        <p:xfrm>
          <a:off x="9526556" y="3631171"/>
          <a:ext cx="1591854" cy="2885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257120" imgH="228600" progId="Equation.DSMT4">
                  <p:embed/>
                </p:oleObj>
              </mc:Choice>
              <mc:Fallback>
                <p:oleObj name="Equation" r:id="rId23" imgW="1257120" imgH="22860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3158029C-8DC4-F089-3E14-5DCBD36B43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9526556" y="3631171"/>
                        <a:ext cx="1591854" cy="2885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DFFD35AA-3F82-CBFF-0998-6666BD8988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5813671"/>
              </p:ext>
            </p:extLst>
          </p:nvPr>
        </p:nvGraphicFramePr>
        <p:xfrm>
          <a:off x="9455001" y="3977055"/>
          <a:ext cx="1881795" cy="7375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485720" imgH="583920" progId="Equation.DSMT4">
                  <p:embed/>
                </p:oleObj>
              </mc:Choice>
              <mc:Fallback>
                <p:oleObj name="Equation" r:id="rId25" imgW="1485720" imgH="58392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62195BE8-F7CA-DAB3-0F5F-0E00F1DE42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9455001" y="3977055"/>
                        <a:ext cx="1881795" cy="7375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DA2E0372-1D8E-97EF-F1C3-058CE2E68D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9964870"/>
              </p:ext>
            </p:extLst>
          </p:nvPr>
        </p:nvGraphicFramePr>
        <p:xfrm>
          <a:off x="9215515" y="4719692"/>
          <a:ext cx="2347669" cy="3209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854000" imgH="253800" progId="Equation.DSMT4">
                  <p:embed/>
                </p:oleObj>
              </mc:Choice>
              <mc:Fallback>
                <p:oleObj name="Equation" r:id="rId27" imgW="1854000" imgH="253800" progId="Equation.DSMT4">
                  <p:embed/>
                  <p:pic>
                    <p:nvPicPr>
                      <p:cNvPr id="28" name="对象 27">
                        <a:extLst>
                          <a:ext uri="{FF2B5EF4-FFF2-40B4-BE49-F238E27FC236}">
                            <a16:creationId xmlns:a16="http://schemas.microsoft.com/office/drawing/2014/main" id="{DFFD35AA-3F82-CBFF-0998-6666BD8988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9215515" y="4719692"/>
                        <a:ext cx="2347669" cy="3209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对象 65">
            <a:extLst>
              <a:ext uri="{FF2B5EF4-FFF2-40B4-BE49-F238E27FC236}">
                <a16:creationId xmlns:a16="http://schemas.microsoft.com/office/drawing/2014/main" id="{16B9434C-9991-4B70-5F4B-B57A58C68C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469705"/>
              </p:ext>
            </p:extLst>
          </p:nvPr>
        </p:nvGraphicFramePr>
        <p:xfrm>
          <a:off x="9191017" y="5146659"/>
          <a:ext cx="2523604" cy="2885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993680" imgH="228600" progId="Equation.DSMT4">
                  <p:embed/>
                </p:oleObj>
              </mc:Choice>
              <mc:Fallback>
                <p:oleObj name="Equation" r:id="rId29" imgW="1993680" imgH="228600" progId="Equation.DSMT4">
                  <p:embed/>
                  <p:pic>
                    <p:nvPicPr>
                      <p:cNvPr id="29" name="对象 28">
                        <a:extLst>
                          <a:ext uri="{FF2B5EF4-FFF2-40B4-BE49-F238E27FC236}">
                            <a16:creationId xmlns:a16="http://schemas.microsoft.com/office/drawing/2014/main" id="{DA2E0372-1D8E-97EF-F1C3-058CE2E68D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9191017" y="5146659"/>
                        <a:ext cx="2523604" cy="2885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对象 69">
            <a:extLst>
              <a:ext uri="{FF2B5EF4-FFF2-40B4-BE49-F238E27FC236}">
                <a16:creationId xmlns:a16="http://schemas.microsoft.com/office/drawing/2014/main" id="{E32E1103-E3B0-9CE2-DEEA-0C2B7BAC85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5694886"/>
              </p:ext>
            </p:extLst>
          </p:nvPr>
        </p:nvGraphicFramePr>
        <p:xfrm>
          <a:off x="1968083" y="5938555"/>
          <a:ext cx="6123061" cy="3785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4495680" imgH="279360" progId="Equation.DSMT4">
                  <p:embed/>
                </p:oleObj>
              </mc:Choice>
              <mc:Fallback>
                <p:oleObj name="Equation" r:id="rId31" imgW="4495680" imgH="27936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D3A247FD-992F-40D6-333B-3EC3FC136C7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968083" y="5938555"/>
                        <a:ext cx="6123061" cy="3785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52B14902-CDE3-CFE5-08DC-E2B09940B078}"/>
              </a:ext>
            </a:extLst>
          </p:cNvPr>
          <p:cNvSpPr/>
          <p:nvPr/>
        </p:nvSpPr>
        <p:spPr>
          <a:xfrm>
            <a:off x="195034" y="5666404"/>
            <a:ext cx="11558816" cy="913891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2A1B1669-572A-73E1-9394-5A3F2ED82051}"/>
              </a:ext>
            </a:extLst>
          </p:cNvPr>
          <p:cNvSpPr/>
          <p:nvPr/>
        </p:nvSpPr>
        <p:spPr>
          <a:xfrm>
            <a:off x="352425" y="5976505"/>
            <a:ext cx="1458267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更新触发条件</a:t>
            </a:r>
          </a:p>
        </p:txBody>
      </p: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F63A99F7-F826-6823-8B03-C6A78BEBCCDC}"/>
              </a:ext>
            </a:extLst>
          </p:cNvPr>
          <p:cNvCxnSpPr>
            <a:cxnSpLocks/>
          </p:cNvCxnSpPr>
          <p:nvPr/>
        </p:nvCxnSpPr>
        <p:spPr>
          <a:xfrm>
            <a:off x="8202440" y="5666405"/>
            <a:ext cx="0" cy="913890"/>
          </a:xfrm>
          <a:prstGeom prst="line">
            <a:avLst/>
          </a:prstGeom>
          <a:ln w="19050">
            <a:solidFill>
              <a:srgbClr val="01492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6" name="对象 75">
            <a:extLst>
              <a:ext uri="{FF2B5EF4-FFF2-40B4-BE49-F238E27FC236}">
                <a16:creationId xmlns:a16="http://schemas.microsoft.com/office/drawing/2014/main" id="{4E62C2BA-80BA-E93C-CE55-B7A0D1CD21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5674109"/>
              </p:ext>
            </p:extLst>
          </p:nvPr>
        </p:nvGraphicFramePr>
        <p:xfrm>
          <a:off x="8524627" y="5727232"/>
          <a:ext cx="26035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190440" imgH="228600" progId="Equation.DSMT4">
                  <p:embed/>
                </p:oleObj>
              </mc:Choice>
              <mc:Fallback>
                <p:oleObj name="Equation" r:id="rId33" imgW="190440" imgH="228600" progId="Equation.DSMT4">
                  <p:embed/>
                  <p:pic>
                    <p:nvPicPr>
                      <p:cNvPr id="70" name="对象 69">
                        <a:extLst>
                          <a:ext uri="{FF2B5EF4-FFF2-40B4-BE49-F238E27FC236}">
                            <a16:creationId xmlns:a16="http://schemas.microsoft.com/office/drawing/2014/main" id="{E32E1103-E3B0-9CE2-DEEA-0C2B7BAC85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8524627" y="5727232"/>
                        <a:ext cx="260350" cy="311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" name="对象 80">
            <a:extLst>
              <a:ext uri="{FF2B5EF4-FFF2-40B4-BE49-F238E27FC236}">
                <a16:creationId xmlns:a16="http://schemas.microsoft.com/office/drawing/2014/main" id="{89BA2443-709C-3497-B496-610C175D13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3409997"/>
              </p:ext>
            </p:extLst>
          </p:nvPr>
        </p:nvGraphicFramePr>
        <p:xfrm>
          <a:off x="8516938" y="6003925"/>
          <a:ext cx="27781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203040" imgH="228600" progId="Equation.DSMT4">
                  <p:embed/>
                </p:oleObj>
              </mc:Choice>
              <mc:Fallback>
                <p:oleObj name="Equation" r:id="rId35" imgW="203040" imgH="228600" progId="Equation.DSMT4">
                  <p:embed/>
                  <p:pic>
                    <p:nvPicPr>
                      <p:cNvPr id="76" name="对象 75">
                        <a:extLst>
                          <a:ext uri="{FF2B5EF4-FFF2-40B4-BE49-F238E27FC236}">
                            <a16:creationId xmlns:a16="http://schemas.microsoft.com/office/drawing/2014/main" id="{4E62C2BA-80BA-E93C-CE55-B7A0D1CD21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8516938" y="6003925"/>
                        <a:ext cx="277812" cy="311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" name="对象 81">
            <a:extLst>
              <a:ext uri="{FF2B5EF4-FFF2-40B4-BE49-F238E27FC236}">
                <a16:creationId xmlns:a16="http://schemas.microsoft.com/office/drawing/2014/main" id="{C8F08519-0B77-09A8-C300-9F8E0E0F9E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9207642"/>
              </p:ext>
            </p:extLst>
          </p:nvPr>
        </p:nvGraphicFramePr>
        <p:xfrm>
          <a:off x="8499475" y="6283325"/>
          <a:ext cx="312738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228600" imgH="228600" progId="Equation.DSMT4">
                  <p:embed/>
                </p:oleObj>
              </mc:Choice>
              <mc:Fallback>
                <p:oleObj name="Equation" r:id="rId37" imgW="228600" imgH="228600" progId="Equation.DSMT4">
                  <p:embed/>
                  <p:pic>
                    <p:nvPicPr>
                      <p:cNvPr id="81" name="对象 80">
                        <a:extLst>
                          <a:ext uri="{FF2B5EF4-FFF2-40B4-BE49-F238E27FC236}">
                            <a16:creationId xmlns:a16="http://schemas.microsoft.com/office/drawing/2014/main" id="{89BA2443-709C-3497-B496-610C175D13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8499475" y="6283325"/>
                        <a:ext cx="312738" cy="311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CAB4F164-4D52-D3F3-FB59-4E0C12638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b="1" smtClean="0"/>
              <a:pPr/>
              <a:t>12</a:t>
            </a:fld>
            <a:r>
              <a:rPr lang="en-US" altLang="zh-CN"/>
              <a:t>/17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FEC7CFC-56BD-D3DA-7A88-A5AF0D57E5CD}"/>
              </a:ext>
            </a:extLst>
          </p:cNvPr>
          <p:cNvSpPr txBox="1"/>
          <p:nvPr/>
        </p:nvSpPr>
        <p:spPr>
          <a:xfrm>
            <a:off x="1454610" y="2676866"/>
            <a:ext cx="19849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体现跟驰、安全、能耗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033B9BD-B5FE-540F-E7A8-0667581C3A99}"/>
              </a:ext>
            </a:extLst>
          </p:cNvPr>
          <p:cNvSpPr txBox="1"/>
          <p:nvPr/>
        </p:nvSpPr>
        <p:spPr>
          <a:xfrm>
            <a:off x="7942972" y="3417970"/>
            <a:ext cx="16840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置信度（连续量）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469ECCA-8BB8-6A87-3F31-EA2FFEB832A3}"/>
              </a:ext>
            </a:extLst>
          </p:cNvPr>
          <p:cNvSpPr txBox="1"/>
          <p:nvPr/>
        </p:nvSpPr>
        <p:spPr>
          <a:xfrm>
            <a:off x="8304080" y="4714572"/>
            <a:ext cx="7052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平滑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CFAFDEB-FD1C-94C4-0757-96A87613F938}"/>
              </a:ext>
            </a:extLst>
          </p:cNvPr>
          <p:cNvSpPr txBox="1"/>
          <p:nvPr/>
        </p:nvSpPr>
        <p:spPr>
          <a:xfrm>
            <a:off x="8249959" y="5134101"/>
            <a:ext cx="7052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截断</a:t>
            </a:r>
          </a:p>
        </p:txBody>
      </p:sp>
    </p:spTree>
    <p:extLst>
      <p:ext uri="{BB962C8B-B14F-4D97-AF65-F5344CB8AC3E}">
        <p14:creationId xmlns:p14="http://schemas.microsoft.com/office/powerpoint/2010/main" val="2553677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F13DC5-B8B4-3B0B-B4EC-F30F9B821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图片 298">
            <a:extLst>
              <a:ext uri="{FF2B5EF4-FFF2-40B4-BE49-F238E27FC236}">
                <a16:creationId xmlns:a16="http://schemas.microsoft.com/office/drawing/2014/main" id="{DD3697EB-9ED8-9FC4-A57F-1B0D535A4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8479" y="3569231"/>
            <a:ext cx="4707485" cy="138106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3F09172-A965-7195-B4EA-F6DF55E48BBA}"/>
              </a:ext>
            </a:extLst>
          </p:cNvPr>
          <p:cNvSpPr txBox="1"/>
          <p:nvPr/>
        </p:nvSpPr>
        <p:spPr>
          <a:xfrm>
            <a:off x="701167" y="63461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233AE3B1-1FBD-86DF-DF7B-14ACEB9724CF}"/>
              </a:ext>
            </a:extLst>
          </p:cNvPr>
          <p:cNvGrpSpPr/>
          <p:nvPr/>
        </p:nvGrpSpPr>
        <p:grpSpPr>
          <a:xfrm>
            <a:off x="2584397" y="136012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4" name="圆角矩形 3">
              <a:extLst>
                <a:ext uri="{FF2B5EF4-FFF2-40B4-BE49-F238E27FC236}">
                  <a16:creationId xmlns:a16="http://schemas.microsoft.com/office/drawing/2014/main" id="{35E2B298-B8BC-5B8C-CC7D-AFD9030E17EA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>
              <a:extLst>
                <a:ext uri="{FF2B5EF4-FFF2-40B4-BE49-F238E27FC236}">
                  <a16:creationId xmlns:a16="http://schemas.microsoft.com/office/drawing/2014/main" id="{6C3C8615-4B7F-415C-D3C6-F635248FD120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C189C8EE-B48B-5337-2B2D-37D271DAC856}"/>
                </a:ext>
              </a:extLst>
            </p:cNvPr>
            <p:cNvSpPr/>
            <p:nvPr/>
          </p:nvSpPr>
          <p:spPr>
            <a:xfrm>
              <a:off x="2723392" y="239783"/>
              <a:ext cx="1473344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Content</a:t>
              </a:r>
            </a:p>
          </p:txBody>
        </p:sp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B10CD280-6D7B-8A15-CBED-7E74C9F0B86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94775"/>
            <a:ext cx="1264639" cy="444778"/>
          </a:xfrm>
          <a:prstGeom prst="rect">
            <a:avLst/>
          </a:prstGeom>
        </p:spPr>
      </p:pic>
      <p:grpSp>
        <p:nvGrpSpPr>
          <p:cNvPr id="67" name="组合 66">
            <a:extLst>
              <a:ext uri="{FF2B5EF4-FFF2-40B4-BE49-F238E27FC236}">
                <a16:creationId xmlns:a16="http://schemas.microsoft.com/office/drawing/2014/main" id="{0F878481-4F43-03BB-8B92-21983760BBD5}"/>
              </a:ext>
            </a:extLst>
          </p:cNvPr>
          <p:cNvGrpSpPr/>
          <p:nvPr/>
        </p:nvGrpSpPr>
        <p:grpSpPr>
          <a:xfrm>
            <a:off x="-254000" y="120204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68" name="圆角矩形 4">
              <a:extLst>
                <a:ext uri="{FF2B5EF4-FFF2-40B4-BE49-F238E27FC236}">
                  <a16:creationId xmlns:a16="http://schemas.microsoft.com/office/drawing/2014/main" id="{99683A30-5EE4-75C0-6C68-987CAC6C49FF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1AD19802-4BCC-C61A-943B-BE4CE6D72321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94E2C4AF-D629-B2CC-48A9-1A8849FC8448}"/>
              </a:ext>
            </a:extLst>
          </p:cNvPr>
          <p:cNvSpPr txBox="1"/>
          <p:nvPr/>
        </p:nvSpPr>
        <p:spPr>
          <a:xfrm>
            <a:off x="352425" y="848851"/>
            <a:ext cx="5562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上层</a:t>
            </a:r>
            <a:r>
              <a:rPr lang="en-US" altLang="zh-CN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DRL</a:t>
            </a:r>
            <a:r>
              <a:rPr lang="zh-CN" altLang="en-US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信号控制模型</a:t>
            </a:r>
            <a:endParaRPr lang="zh-CN" altLang="en-US" sz="20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2E7C24A0-5007-097A-E982-2A7B5E936876}"/>
              </a:ext>
            </a:extLst>
          </p:cNvPr>
          <p:cNvCxnSpPr/>
          <p:nvPr/>
        </p:nvCxnSpPr>
        <p:spPr>
          <a:xfrm>
            <a:off x="456774" y="1268011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616AAFA1-E30F-6302-19AD-7465ACCE1B75}"/>
              </a:ext>
            </a:extLst>
          </p:cNvPr>
          <p:cNvSpPr/>
          <p:nvPr/>
        </p:nvSpPr>
        <p:spPr>
          <a:xfrm>
            <a:off x="195034" y="1522258"/>
            <a:ext cx="4485608" cy="5177435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0DED55BA-34BE-A426-88BF-E2D13AB4A137}"/>
              </a:ext>
            </a:extLst>
          </p:cNvPr>
          <p:cNvSpPr/>
          <p:nvPr/>
        </p:nvSpPr>
        <p:spPr>
          <a:xfrm>
            <a:off x="352426" y="1664563"/>
            <a:ext cx="1684604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状态空间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State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B88AFB66-B0BB-DD58-5481-7DF85C4934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4552956"/>
              </p:ext>
            </p:extLst>
          </p:nvPr>
        </p:nvGraphicFramePr>
        <p:xfrm>
          <a:off x="2754178" y="1662407"/>
          <a:ext cx="1209316" cy="379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61760" imgH="241200" progId="Equation.DSMT4">
                  <p:embed/>
                </p:oleObj>
              </mc:Choice>
              <mc:Fallback>
                <p:oleObj name="Equation" r:id="rId5" imgW="761760" imgH="24120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5E5962C3-C87D-0166-7597-FC3EBF6127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54178" y="1662407"/>
                        <a:ext cx="1209316" cy="3790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2A0514B7-F2EE-DA21-51AD-EBCA70B6D0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0932443"/>
              </p:ext>
            </p:extLst>
          </p:nvPr>
        </p:nvGraphicFramePr>
        <p:xfrm>
          <a:off x="951627" y="2046937"/>
          <a:ext cx="2843213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90640" imgH="279360" progId="Equation.DSMT4">
                  <p:embed/>
                </p:oleObj>
              </mc:Choice>
              <mc:Fallback>
                <p:oleObj name="Equation" r:id="rId7" imgW="1790640" imgH="27936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B88AFB66-B0BB-DD58-5481-7DF85C4934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51627" y="2046937"/>
                        <a:ext cx="2843213" cy="439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>
            <a:extLst>
              <a:ext uri="{FF2B5EF4-FFF2-40B4-BE49-F238E27FC236}">
                <a16:creationId xmlns:a16="http://schemas.microsoft.com/office/drawing/2014/main" id="{2A664A79-510A-CA07-B012-F67FE95B4DD3}"/>
              </a:ext>
            </a:extLst>
          </p:cNvPr>
          <p:cNvGrpSpPr/>
          <p:nvPr/>
        </p:nvGrpSpPr>
        <p:grpSpPr>
          <a:xfrm>
            <a:off x="1589016" y="2678657"/>
            <a:ext cx="2656375" cy="3851365"/>
            <a:chOff x="1589016" y="2678657"/>
            <a:chExt cx="2656375" cy="3851365"/>
          </a:xfrm>
        </p:grpSpPr>
        <p:grpSp>
          <p:nvGrpSpPr>
            <p:cNvPr id="121" name="组合 120">
              <a:extLst>
                <a:ext uri="{FF2B5EF4-FFF2-40B4-BE49-F238E27FC236}">
                  <a16:creationId xmlns:a16="http://schemas.microsoft.com/office/drawing/2014/main" id="{1D621B2F-2889-3B8F-566B-814CA1689CB8}"/>
                </a:ext>
              </a:extLst>
            </p:cNvPr>
            <p:cNvGrpSpPr/>
            <p:nvPr/>
          </p:nvGrpSpPr>
          <p:grpSpPr>
            <a:xfrm>
              <a:off x="1624826" y="2678657"/>
              <a:ext cx="2498248" cy="855144"/>
              <a:chOff x="1074263" y="2678657"/>
              <a:chExt cx="2498248" cy="855144"/>
            </a:xfrm>
          </p:grpSpPr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594383EE-1C25-CFE1-8EBD-EE3B10770899}"/>
                  </a:ext>
                </a:extLst>
              </p:cNvPr>
              <p:cNvSpPr/>
              <p:nvPr/>
            </p:nvSpPr>
            <p:spPr>
              <a:xfrm>
                <a:off x="1074263" y="2678657"/>
                <a:ext cx="2498247" cy="832919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93" name="直接连接符 92">
                <a:extLst>
                  <a:ext uri="{FF2B5EF4-FFF2-40B4-BE49-F238E27FC236}">
                    <a16:creationId xmlns:a16="http://schemas.microsoft.com/office/drawing/2014/main" id="{7CEF6F4D-FF3B-DA3C-A284-87FBC2F73D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4263" y="2943225"/>
                <a:ext cx="2312195" cy="0"/>
              </a:xfrm>
              <a:prstGeom prst="line">
                <a:avLst/>
              </a:prstGeom>
              <a:ln w="19050">
                <a:solidFill>
                  <a:schemeClr val="bg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接连接符 93">
                <a:extLst>
                  <a:ext uri="{FF2B5EF4-FFF2-40B4-BE49-F238E27FC236}">
                    <a16:creationId xmlns:a16="http://schemas.microsoft.com/office/drawing/2014/main" id="{356172ED-EA11-47F3-1097-17A5E675EF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4263" y="3232150"/>
                <a:ext cx="2321720" cy="0"/>
              </a:xfrm>
              <a:prstGeom prst="line">
                <a:avLst/>
              </a:prstGeom>
              <a:ln w="19050">
                <a:solidFill>
                  <a:schemeClr val="bg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直接连接符 95">
                <a:extLst>
                  <a:ext uri="{FF2B5EF4-FFF2-40B4-BE49-F238E27FC236}">
                    <a16:creationId xmlns:a16="http://schemas.microsoft.com/office/drawing/2014/main" id="{89E81689-AED2-A10D-B27E-882B7E5B5C9F}"/>
                  </a:ext>
                </a:extLst>
              </p:cNvPr>
              <p:cNvCxnSpPr/>
              <p:nvPr/>
            </p:nvCxnSpPr>
            <p:spPr>
              <a:xfrm>
                <a:off x="1588614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直接连接符 96">
                <a:extLst>
                  <a:ext uri="{FF2B5EF4-FFF2-40B4-BE49-F238E27FC236}">
                    <a16:creationId xmlns:a16="http://schemas.microsoft.com/office/drawing/2014/main" id="{9101824A-6E06-F180-E49F-42198518D649}"/>
                  </a:ext>
                </a:extLst>
              </p:cNvPr>
              <p:cNvCxnSpPr/>
              <p:nvPr/>
            </p:nvCxnSpPr>
            <p:spPr>
              <a:xfrm>
                <a:off x="1854521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直接连接符 97">
                <a:extLst>
                  <a:ext uri="{FF2B5EF4-FFF2-40B4-BE49-F238E27FC236}">
                    <a16:creationId xmlns:a16="http://schemas.microsoft.com/office/drawing/2014/main" id="{4575DEA6-88FE-A116-3188-35942159587C}"/>
                  </a:ext>
                </a:extLst>
              </p:cNvPr>
              <p:cNvCxnSpPr/>
              <p:nvPr/>
            </p:nvCxnSpPr>
            <p:spPr>
              <a:xfrm>
                <a:off x="2094500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直接连接符 98">
                <a:extLst>
                  <a:ext uri="{FF2B5EF4-FFF2-40B4-BE49-F238E27FC236}">
                    <a16:creationId xmlns:a16="http://schemas.microsoft.com/office/drawing/2014/main" id="{1C57FF12-E529-B333-6834-D55EBE849C03}"/>
                  </a:ext>
                </a:extLst>
              </p:cNvPr>
              <p:cNvCxnSpPr/>
              <p:nvPr/>
            </p:nvCxnSpPr>
            <p:spPr>
              <a:xfrm>
                <a:off x="2338146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直接连接符 99">
                <a:extLst>
                  <a:ext uri="{FF2B5EF4-FFF2-40B4-BE49-F238E27FC236}">
                    <a16:creationId xmlns:a16="http://schemas.microsoft.com/office/drawing/2014/main" id="{A8017073-8390-8647-6D01-B3BB879D10E2}"/>
                  </a:ext>
                </a:extLst>
              </p:cNvPr>
              <p:cNvCxnSpPr/>
              <p:nvPr/>
            </p:nvCxnSpPr>
            <p:spPr>
              <a:xfrm>
                <a:off x="2599852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直接连接符 100">
                <a:extLst>
                  <a:ext uri="{FF2B5EF4-FFF2-40B4-BE49-F238E27FC236}">
                    <a16:creationId xmlns:a16="http://schemas.microsoft.com/office/drawing/2014/main" id="{B714A447-AA13-2157-F204-5171E3F8573F}"/>
                  </a:ext>
                </a:extLst>
              </p:cNvPr>
              <p:cNvCxnSpPr/>
              <p:nvPr/>
            </p:nvCxnSpPr>
            <p:spPr>
              <a:xfrm>
                <a:off x="2870521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直接连接符 101">
                <a:extLst>
                  <a:ext uri="{FF2B5EF4-FFF2-40B4-BE49-F238E27FC236}">
                    <a16:creationId xmlns:a16="http://schemas.microsoft.com/office/drawing/2014/main" id="{EB877E30-4C49-F067-885A-AB23DCB15A95}"/>
                  </a:ext>
                </a:extLst>
              </p:cNvPr>
              <p:cNvCxnSpPr/>
              <p:nvPr/>
            </p:nvCxnSpPr>
            <p:spPr>
              <a:xfrm>
                <a:off x="3134046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16B523E7-3C19-5A88-6F73-213475A95565}"/>
                  </a:ext>
                </a:extLst>
              </p:cNvPr>
              <p:cNvSpPr/>
              <p:nvPr/>
            </p:nvSpPr>
            <p:spPr>
              <a:xfrm>
                <a:off x="3386458" y="2700882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8C13B8AC-41CC-74A4-7383-9F4A007AFA1C}"/>
                  </a:ext>
                </a:extLst>
              </p:cNvPr>
              <p:cNvSpPr/>
              <p:nvPr/>
            </p:nvSpPr>
            <p:spPr>
              <a:xfrm>
                <a:off x="3386458" y="2809056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0" name="矩形 109">
                <a:extLst>
                  <a:ext uri="{FF2B5EF4-FFF2-40B4-BE49-F238E27FC236}">
                    <a16:creationId xmlns:a16="http://schemas.microsoft.com/office/drawing/2014/main" id="{9FD29824-4285-1ED2-C62B-3A696F5D5D34}"/>
                  </a:ext>
                </a:extLst>
              </p:cNvPr>
              <p:cNvSpPr/>
              <p:nvPr/>
            </p:nvSpPr>
            <p:spPr>
              <a:xfrm>
                <a:off x="3386458" y="2918475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D7FF711C-C4FA-0D1E-1F97-E610E581BA75}"/>
                  </a:ext>
                </a:extLst>
              </p:cNvPr>
              <p:cNvSpPr/>
              <p:nvPr/>
            </p:nvSpPr>
            <p:spPr>
              <a:xfrm>
                <a:off x="3386458" y="3032223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2" name="矩形 111">
                <a:extLst>
                  <a:ext uri="{FF2B5EF4-FFF2-40B4-BE49-F238E27FC236}">
                    <a16:creationId xmlns:a16="http://schemas.microsoft.com/office/drawing/2014/main" id="{E43558B7-3282-BD46-A407-E56FD3AC1588}"/>
                  </a:ext>
                </a:extLst>
              </p:cNvPr>
              <p:cNvSpPr/>
              <p:nvPr/>
            </p:nvSpPr>
            <p:spPr>
              <a:xfrm>
                <a:off x="3386458" y="3140397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3" name="矩形 112">
                <a:extLst>
                  <a:ext uri="{FF2B5EF4-FFF2-40B4-BE49-F238E27FC236}">
                    <a16:creationId xmlns:a16="http://schemas.microsoft.com/office/drawing/2014/main" id="{842C2CC2-6806-845F-0744-0ECE0369544B}"/>
                  </a:ext>
                </a:extLst>
              </p:cNvPr>
              <p:cNvSpPr/>
              <p:nvPr/>
            </p:nvSpPr>
            <p:spPr>
              <a:xfrm>
                <a:off x="3386458" y="3249816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4" name="矩形 113">
                <a:extLst>
                  <a:ext uri="{FF2B5EF4-FFF2-40B4-BE49-F238E27FC236}">
                    <a16:creationId xmlns:a16="http://schemas.microsoft.com/office/drawing/2014/main" id="{1BE7BC46-EA46-27C1-EEF3-A97867C2B6A4}"/>
                  </a:ext>
                </a:extLst>
              </p:cNvPr>
              <p:cNvSpPr/>
              <p:nvPr/>
            </p:nvSpPr>
            <p:spPr>
              <a:xfrm>
                <a:off x="3386458" y="3365508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5" name="矩形 114">
                <a:extLst>
                  <a:ext uri="{FF2B5EF4-FFF2-40B4-BE49-F238E27FC236}">
                    <a16:creationId xmlns:a16="http://schemas.microsoft.com/office/drawing/2014/main" id="{F666CED7-C543-4F03-838A-2C83AD73FDE9}"/>
                  </a:ext>
                </a:extLst>
              </p:cNvPr>
              <p:cNvSpPr/>
              <p:nvPr/>
            </p:nvSpPr>
            <p:spPr>
              <a:xfrm>
                <a:off x="3386458" y="3470053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16" name="直接连接符 115">
                <a:extLst>
                  <a:ext uri="{FF2B5EF4-FFF2-40B4-BE49-F238E27FC236}">
                    <a16:creationId xmlns:a16="http://schemas.microsoft.com/office/drawing/2014/main" id="{CC86E464-39BE-4655-D4B0-055707C473AB}"/>
                  </a:ext>
                </a:extLst>
              </p:cNvPr>
              <p:cNvCxnSpPr/>
              <p:nvPr/>
            </p:nvCxnSpPr>
            <p:spPr>
              <a:xfrm>
                <a:off x="1326676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pic>
          <p:nvPicPr>
            <p:cNvPr id="122" name="图形 121">
              <a:extLst>
                <a:ext uri="{FF2B5EF4-FFF2-40B4-BE49-F238E27FC236}">
                  <a16:creationId xmlns:a16="http://schemas.microsoft.com/office/drawing/2014/main" id="{D839F8ED-A0B3-578F-8D12-9E093A9F679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 l="22461" r="22469"/>
            <a:stretch>
              <a:fillRect/>
            </a:stretch>
          </p:blipFill>
          <p:spPr>
            <a:xfrm rot="5400000">
              <a:off x="2194325" y="2942682"/>
              <a:ext cx="168318" cy="305641"/>
            </a:xfrm>
            <a:prstGeom prst="rect">
              <a:avLst/>
            </a:prstGeom>
          </p:spPr>
        </p:pic>
        <p:pic>
          <p:nvPicPr>
            <p:cNvPr id="123" name="图形 122">
              <a:extLst>
                <a:ext uri="{FF2B5EF4-FFF2-40B4-BE49-F238E27FC236}">
                  <a16:creationId xmlns:a16="http://schemas.microsoft.com/office/drawing/2014/main" id="{3ED5E5F0-7072-233E-7F9B-80CAC167466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l="15858" r="17525"/>
            <a:stretch>
              <a:fillRect/>
            </a:stretch>
          </p:blipFill>
          <p:spPr>
            <a:xfrm rot="5400000">
              <a:off x="2427477" y="2654795"/>
              <a:ext cx="205529" cy="308522"/>
            </a:xfrm>
            <a:prstGeom prst="rect">
              <a:avLst/>
            </a:prstGeom>
          </p:spPr>
        </p:pic>
        <p:pic>
          <p:nvPicPr>
            <p:cNvPr id="124" name="图形 123">
              <a:extLst>
                <a:ext uri="{FF2B5EF4-FFF2-40B4-BE49-F238E27FC236}">
                  <a16:creationId xmlns:a16="http://schemas.microsoft.com/office/drawing/2014/main" id="{B688B383-0EFA-F394-C488-CFB6001E7F5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 l="22461" r="22469"/>
            <a:stretch>
              <a:fillRect/>
            </a:stretch>
          </p:blipFill>
          <p:spPr>
            <a:xfrm rot="5400000">
              <a:off x="2735451" y="2942683"/>
              <a:ext cx="168318" cy="305641"/>
            </a:xfrm>
            <a:prstGeom prst="rect">
              <a:avLst/>
            </a:prstGeom>
          </p:spPr>
        </p:pic>
        <p:pic>
          <p:nvPicPr>
            <p:cNvPr id="125" name="图形 124">
              <a:extLst>
                <a:ext uri="{FF2B5EF4-FFF2-40B4-BE49-F238E27FC236}">
                  <a16:creationId xmlns:a16="http://schemas.microsoft.com/office/drawing/2014/main" id="{7BE4F94A-32D7-0119-EC0A-3487FF77EB2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l="15858" r="17525"/>
            <a:stretch>
              <a:fillRect/>
            </a:stretch>
          </p:blipFill>
          <p:spPr>
            <a:xfrm rot="5400000">
              <a:off x="3199156" y="2938537"/>
              <a:ext cx="205529" cy="308522"/>
            </a:xfrm>
            <a:prstGeom prst="rect">
              <a:avLst/>
            </a:prstGeom>
          </p:spPr>
        </p:pic>
        <p:pic>
          <p:nvPicPr>
            <p:cNvPr id="126" name="图形 125">
              <a:extLst>
                <a:ext uri="{FF2B5EF4-FFF2-40B4-BE49-F238E27FC236}">
                  <a16:creationId xmlns:a16="http://schemas.microsoft.com/office/drawing/2014/main" id="{134AD63A-8472-D717-08F3-354A3923B5F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l="15858" r="17525"/>
            <a:stretch>
              <a:fillRect/>
            </a:stretch>
          </p:blipFill>
          <p:spPr>
            <a:xfrm rot="5400000">
              <a:off x="2858292" y="2654797"/>
              <a:ext cx="205529" cy="308522"/>
            </a:xfrm>
            <a:prstGeom prst="rect">
              <a:avLst/>
            </a:prstGeom>
          </p:spPr>
        </p:pic>
        <p:pic>
          <p:nvPicPr>
            <p:cNvPr id="127" name="图形 126">
              <a:extLst>
                <a:ext uri="{FF2B5EF4-FFF2-40B4-BE49-F238E27FC236}">
                  <a16:creationId xmlns:a16="http://schemas.microsoft.com/office/drawing/2014/main" id="{173174DD-AD11-72C8-1485-E33526B4DD6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 l="22461" r="22469"/>
            <a:stretch>
              <a:fillRect/>
            </a:stretch>
          </p:blipFill>
          <p:spPr>
            <a:xfrm rot="5400000">
              <a:off x="1672481" y="3228596"/>
              <a:ext cx="168318" cy="305641"/>
            </a:xfrm>
            <a:prstGeom prst="rect">
              <a:avLst/>
            </a:prstGeom>
          </p:spPr>
        </p:pic>
        <p:pic>
          <p:nvPicPr>
            <p:cNvPr id="128" name="图形 127">
              <a:extLst>
                <a:ext uri="{FF2B5EF4-FFF2-40B4-BE49-F238E27FC236}">
                  <a16:creationId xmlns:a16="http://schemas.microsoft.com/office/drawing/2014/main" id="{0D05B1D6-85C5-9AED-32AC-0D44E98ED48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l="15858" r="17525"/>
            <a:stretch>
              <a:fillRect/>
            </a:stretch>
          </p:blipFill>
          <p:spPr>
            <a:xfrm rot="5400000">
              <a:off x="2355317" y="3225146"/>
              <a:ext cx="132085" cy="198274"/>
            </a:xfrm>
            <a:prstGeom prst="rect">
              <a:avLst/>
            </a:prstGeom>
          </p:spPr>
        </p:pic>
        <p:pic>
          <p:nvPicPr>
            <p:cNvPr id="129" name="图形 128">
              <a:extLst>
                <a:ext uri="{FF2B5EF4-FFF2-40B4-BE49-F238E27FC236}">
                  <a16:creationId xmlns:a16="http://schemas.microsoft.com/office/drawing/2014/main" id="{8729034B-3B8C-1A0C-DE83-62A86E43A0F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 l="22461" r="22469"/>
            <a:stretch>
              <a:fillRect/>
            </a:stretch>
          </p:blipFill>
          <p:spPr>
            <a:xfrm rot="5400000">
              <a:off x="2905078" y="3228596"/>
              <a:ext cx="168318" cy="305641"/>
            </a:xfrm>
            <a:prstGeom prst="rect">
              <a:avLst/>
            </a:prstGeom>
          </p:spPr>
        </p:pic>
        <p:pic>
          <p:nvPicPr>
            <p:cNvPr id="130" name="图形 129">
              <a:extLst>
                <a:ext uri="{FF2B5EF4-FFF2-40B4-BE49-F238E27FC236}">
                  <a16:creationId xmlns:a16="http://schemas.microsoft.com/office/drawing/2014/main" id="{E3415708-C038-B975-E9CD-D835AB4E096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 l="22461" r="22469"/>
            <a:stretch>
              <a:fillRect/>
            </a:stretch>
          </p:blipFill>
          <p:spPr>
            <a:xfrm rot="5400000">
              <a:off x="3709566" y="3228597"/>
              <a:ext cx="168318" cy="305641"/>
            </a:xfrm>
            <a:prstGeom prst="rect">
              <a:avLst/>
            </a:prstGeom>
          </p:spPr>
        </p:pic>
        <p:sp>
          <p:nvSpPr>
            <p:cNvPr id="131" name="矩形 130">
              <a:extLst>
                <a:ext uri="{FF2B5EF4-FFF2-40B4-BE49-F238E27FC236}">
                  <a16:creationId xmlns:a16="http://schemas.microsoft.com/office/drawing/2014/main" id="{A5293779-0C9A-E6B5-0E0E-4C7DC8A47257}"/>
                </a:ext>
              </a:extLst>
            </p:cNvPr>
            <p:cNvSpPr/>
            <p:nvPr/>
          </p:nvSpPr>
          <p:spPr>
            <a:xfrm>
              <a:off x="2437706" y="2697497"/>
              <a:ext cx="119567" cy="119567"/>
            </a:xfrm>
            <a:prstGeom prst="rect">
              <a:avLst/>
            </a:prstGeom>
            <a:solidFill>
              <a:srgbClr val="453D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/>
                <a:t>1</a:t>
              </a:r>
              <a:endParaRPr lang="zh-CN" altLang="en-US" sz="1050" dirty="0"/>
            </a:p>
          </p:txBody>
        </p:sp>
        <p:sp>
          <p:nvSpPr>
            <p:cNvPr id="132" name="矩形 131">
              <a:extLst>
                <a:ext uri="{FF2B5EF4-FFF2-40B4-BE49-F238E27FC236}">
                  <a16:creationId xmlns:a16="http://schemas.microsoft.com/office/drawing/2014/main" id="{8A298CDA-7270-D460-1AAE-8F73C5ACBDA7}"/>
                </a:ext>
              </a:extLst>
            </p:cNvPr>
            <p:cNvSpPr/>
            <p:nvPr/>
          </p:nvSpPr>
          <p:spPr>
            <a:xfrm>
              <a:off x="2179523" y="2979411"/>
              <a:ext cx="119568" cy="119568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/>
                <a:t>2</a:t>
              </a:r>
              <a:endParaRPr lang="zh-CN" altLang="en-US" sz="1050" dirty="0"/>
            </a:p>
          </p:txBody>
        </p:sp>
        <p:sp>
          <p:nvSpPr>
            <p:cNvPr id="133" name="矩形 132">
              <a:extLst>
                <a:ext uri="{FF2B5EF4-FFF2-40B4-BE49-F238E27FC236}">
                  <a16:creationId xmlns:a16="http://schemas.microsoft.com/office/drawing/2014/main" id="{04FB11D9-08F8-B746-E08E-E56A0A4485BD}"/>
                </a:ext>
              </a:extLst>
            </p:cNvPr>
            <p:cNvSpPr/>
            <p:nvPr/>
          </p:nvSpPr>
          <p:spPr>
            <a:xfrm>
              <a:off x="2687227" y="2983105"/>
              <a:ext cx="119568" cy="119568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/>
                <a:t>2</a:t>
              </a:r>
              <a:endParaRPr lang="zh-CN" altLang="en-US" sz="1050" dirty="0"/>
            </a:p>
          </p:txBody>
        </p:sp>
        <p:sp>
          <p:nvSpPr>
            <p:cNvPr id="134" name="矩形 133">
              <a:extLst>
                <a:ext uri="{FF2B5EF4-FFF2-40B4-BE49-F238E27FC236}">
                  <a16:creationId xmlns:a16="http://schemas.microsoft.com/office/drawing/2014/main" id="{FD3EB344-BEC9-95A1-14C3-B259CDA4B3CA}"/>
                </a:ext>
              </a:extLst>
            </p:cNvPr>
            <p:cNvSpPr/>
            <p:nvPr/>
          </p:nvSpPr>
          <p:spPr>
            <a:xfrm>
              <a:off x="2918624" y="2697497"/>
              <a:ext cx="119567" cy="119567"/>
            </a:xfrm>
            <a:prstGeom prst="rect">
              <a:avLst/>
            </a:prstGeom>
            <a:solidFill>
              <a:srgbClr val="453D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/>
                <a:t>1</a:t>
              </a:r>
              <a:endParaRPr lang="zh-CN" altLang="en-US" sz="1050" dirty="0"/>
            </a:p>
          </p:txBody>
        </p:sp>
        <p:sp>
          <p:nvSpPr>
            <p:cNvPr id="135" name="矩形 134">
              <a:extLst>
                <a:ext uri="{FF2B5EF4-FFF2-40B4-BE49-F238E27FC236}">
                  <a16:creationId xmlns:a16="http://schemas.microsoft.com/office/drawing/2014/main" id="{969062AF-F4A6-16F5-0BDA-7AD87DAAE56E}"/>
                </a:ext>
              </a:extLst>
            </p:cNvPr>
            <p:cNvSpPr/>
            <p:nvPr/>
          </p:nvSpPr>
          <p:spPr>
            <a:xfrm>
              <a:off x="3193166" y="2978500"/>
              <a:ext cx="119568" cy="119568"/>
            </a:xfrm>
            <a:prstGeom prst="rect">
              <a:avLst/>
            </a:prstGeom>
            <a:solidFill>
              <a:srgbClr val="453D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/>
                <a:t>1</a:t>
              </a:r>
              <a:endParaRPr lang="zh-CN" altLang="en-US" sz="1050" dirty="0"/>
            </a:p>
          </p:txBody>
        </p:sp>
        <p:sp>
          <p:nvSpPr>
            <p:cNvPr id="136" name="矩形 135">
              <a:extLst>
                <a:ext uri="{FF2B5EF4-FFF2-40B4-BE49-F238E27FC236}">
                  <a16:creationId xmlns:a16="http://schemas.microsoft.com/office/drawing/2014/main" id="{B550FE48-5930-C9F6-795A-7D39FDD21686}"/>
                </a:ext>
              </a:extLst>
            </p:cNvPr>
            <p:cNvSpPr/>
            <p:nvPr/>
          </p:nvSpPr>
          <p:spPr>
            <a:xfrm>
              <a:off x="1659798" y="3273983"/>
              <a:ext cx="119567" cy="119567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/>
                <a:t>2</a:t>
              </a:r>
              <a:endParaRPr lang="zh-CN" altLang="en-US" sz="1050" dirty="0"/>
            </a:p>
          </p:txBody>
        </p:sp>
        <p:sp>
          <p:nvSpPr>
            <p:cNvPr id="137" name="矩形 136">
              <a:extLst>
                <a:ext uri="{FF2B5EF4-FFF2-40B4-BE49-F238E27FC236}">
                  <a16:creationId xmlns:a16="http://schemas.microsoft.com/office/drawing/2014/main" id="{F4339F53-CF9C-F704-A20F-95C823DAF5C6}"/>
                </a:ext>
              </a:extLst>
            </p:cNvPr>
            <p:cNvSpPr/>
            <p:nvPr/>
          </p:nvSpPr>
          <p:spPr>
            <a:xfrm>
              <a:off x="2937188" y="3273983"/>
              <a:ext cx="119567" cy="119567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/>
                <a:t>2</a:t>
              </a:r>
              <a:endParaRPr lang="zh-CN" altLang="en-US" sz="1050" dirty="0"/>
            </a:p>
          </p:txBody>
        </p:sp>
        <p:sp>
          <p:nvSpPr>
            <p:cNvPr id="138" name="矩形 137">
              <a:extLst>
                <a:ext uri="{FF2B5EF4-FFF2-40B4-BE49-F238E27FC236}">
                  <a16:creationId xmlns:a16="http://schemas.microsoft.com/office/drawing/2014/main" id="{F4FEBD6E-17DD-F7AF-6FAC-3FF2DA2F386C}"/>
                </a:ext>
              </a:extLst>
            </p:cNvPr>
            <p:cNvSpPr/>
            <p:nvPr/>
          </p:nvSpPr>
          <p:spPr>
            <a:xfrm>
              <a:off x="3708152" y="3273983"/>
              <a:ext cx="119567" cy="119567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/>
                <a:t>2</a:t>
              </a:r>
              <a:endParaRPr lang="zh-CN" altLang="en-US" sz="1050" dirty="0"/>
            </a:p>
          </p:txBody>
        </p:sp>
        <p:sp>
          <p:nvSpPr>
            <p:cNvPr id="139" name="矩形 138">
              <a:extLst>
                <a:ext uri="{FF2B5EF4-FFF2-40B4-BE49-F238E27FC236}">
                  <a16:creationId xmlns:a16="http://schemas.microsoft.com/office/drawing/2014/main" id="{4D2CF93E-7E63-3F3F-0AD9-474F4A1F1070}"/>
                </a:ext>
              </a:extLst>
            </p:cNvPr>
            <p:cNvSpPr/>
            <p:nvPr/>
          </p:nvSpPr>
          <p:spPr>
            <a:xfrm>
              <a:off x="2422172" y="3261505"/>
              <a:ext cx="119567" cy="119567"/>
            </a:xfrm>
            <a:prstGeom prst="rect">
              <a:avLst/>
            </a:prstGeom>
            <a:solidFill>
              <a:srgbClr val="453D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/>
                <a:t>1</a:t>
              </a:r>
              <a:endParaRPr lang="zh-CN" altLang="en-US" sz="1050" dirty="0"/>
            </a:p>
          </p:txBody>
        </p:sp>
        <p:sp>
          <p:nvSpPr>
            <p:cNvPr id="140" name="矩形 139">
              <a:extLst>
                <a:ext uri="{FF2B5EF4-FFF2-40B4-BE49-F238E27FC236}">
                  <a16:creationId xmlns:a16="http://schemas.microsoft.com/office/drawing/2014/main" id="{977CB2FB-0043-E40B-D122-53CA7A73D4CB}"/>
                </a:ext>
              </a:extLst>
            </p:cNvPr>
            <p:cNvSpPr/>
            <p:nvPr/>
          </p:nvSpPr>
          <p:spPr>
            <a:xfrm>
              <a:off x="2174122" y="2697497"/>
              <a:ext cx="119567" cy="1195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0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41" name="矩形 140">
              <a:extLst>
                <a:ext uri="{FF2B5EF4-FFF2-40B4-BE49-F238E27FC236}">
                  <a16:creationId xmlns:a16="http://schemas.microsoft.com/office/drawing/2014/main" id="{154EFE4A-4232-CE95-4E9A-A79BCAE03BA2}"/>
                </a:ext>
              </a:extLst>
            </p:cNvPr>
            <p:cNvSpPr/>
            <p:nvPr/>
          </p:nvSpPr>
          <p:spPr>
            <a:xfrm>
              <a:off x="1911850" y="2697497"/>
              <a:ext cx="119567" cy="1195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0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42" name="矩形 141">
              <a:extLst>
                <a:ext uri="{FF2B5EF4-FFF2-40B4-BE49-F238E27FC236}">
                  <a16:creationId xmlns:a16="http://schemas.microsoft.com/office/drawing/2014/main" id="{CE2D2D96-97D3-91BE-2AFF-A05929911A3F}"/>
                </a:ext>
              </a:extLst>
            </p:cNvPr>
            <p:cNvSpPr/>
            <p:nvPr/>
          </p:nvSpPr>
          <p:spPr>
            <a:xfrm>
              <a:off x="1663613" y="2697497"/>
              <a:ext cx="119567" cy="1195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0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43" name="矩形 142">
              <a:extLst>
                <a:ext uri="{FF2B5EF4-FFF2-40B4-BE49-F238E27FC236}">
                  <a16:creationId xmlns:a16="http://schemas.microsoft.com/office/drawing/2014/main" id="{C654D83A-AAC1-EC31-3837-F56A6636469E}"/>
                </a:ext>
              </a:extLst>
            </p:cNvPr>
            <p:cNvSpPr/>
            <p:nvPr/>
          </p:nvSpPr>
          <p:spPr>
            <a:xfrm>
              <a:off x="1913277" y="2983105"/>
              <a:ext cx="119568" cy="1195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0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44" name="矩形 143">
              <a:extLst>
                <a:ext uri="{FF2B5EF4-FFF2-40B4-BE49-F238E27FC236}">
                  <a16:creationId xmlns:a16="http://schemas.microsoft.com/office/drawing/2014/main" id="{CFA502DD-8C0B-4D84-A640-6131F4A302FB}"/>
                </a:ext>
              </a:extLst>
            </p:cNvPr>
            <p:cNvSpPr/>
            <p:nvPr/>
          </p:nvSpPr>
          <p:spPr>
            <a:xfrm>
              <a:off x="1665040" y="2983105"/>
              <a:ext cx="119568" cy="1195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0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45" name="矩形 144">
              <a:extLst>
                <a:ext uri="{FF2B5EF4-FFF2-40B4-BE49-F238E27FC236}">
                  <a16:creationId xmlns:a16="http://schemas.microsoft.com/office/drawing/2014/main" id="{CE506417-F7EA-1DA2-76DD-353AD8FB990B}"/>
                </a:ext>
              </a:extLst>
            </p:cNvPr>
            <p:cNvSpPr/>
            <p:nvPr/>
          </p:nvSpPr>
          <p:spPr>
            <a:xfrm>
              <a:off x="1909461" y="3267312"/>
              <a:ext cx="119567" cy="1195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0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46" name="矩形 145">
              <a:extLst>
                <a:ext uri="{FF2B5EF4-FFF2-40B4-BE49-F238E27FC236}">
                  <a16:creationId xmlns:a16="http://schemas.microsoft.com/office/drawing/2014/main" id="{9BF8E918-918A-3469-1053-0EB01F3E2968}"/>
                </a:ext>
              </a:extLst>
            </p:cNvPr>
            <p:cNvSpPr/>
            <p:nvPr/>
          </p:nvSpPr>
          <p:spPr>
            <a:xfrm>
              <a:off x="2176216" y="3267312"/>
              <a:ext cx="119567" cy="1195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0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47" name="矩形 146">
              <a:extLst>
                <a:ext uri="{FF2B5EF4-FFF2-40B4-BE49-F238E27FC236}">
                  <a16:creationId xmlns:a16="http://schemas.microsoft.com/office/drawing/2014/main" id="{9AA800D8-20F9-BA08-F61A-9A3943A8C34D}"/>
                </a:ext>
              </a:extLst>
            </p:cNvPr>
            <p:cNvSpPr/>
            <p:nvPr/>
          </p:nvSpPr>
          <p:spPr>
            <a:xfrm>
              <a:off x="2428444" y="2983105"/>
              <a:ext cx="119568" cy="1195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0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48" name="矩形 147">
              <a:extLst>
                <a:ext uri="{FF2B5EF4-FFF2-40B4-BE49-F238E27FC236}">
                  <a16:creationId xmlns:a16="http://schemas.microsoft.com/office/drawing/2014/main" id="{BBDBDB24-DB0A-573B-EB2C-6715F583C9DC}"/>
                </a:ext>
              </a:extLst>
            </p:cNvPr>
            <p:cNvSpPr/>
            <p:nvPr/>
          </p:nvSpPr>
          <p:spPr>
            <a:xfrm>
              <a:off x="2676816" y="2697497"/>
              <a:ext cx="119567" cy="1195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0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49" name="矩形 148">
              <a:extLst>
                <a:ext uri="{FF2B5EF4-FFF2-40B4-BE49-F238E27FC236}">
                  <a16:creationId xmlns:a16="http://schemas.microsoft.com/office/drawing/2014/main" id="{69C1B106-6191-BC07-FB45-AE26D040E438}"/>
                </a:ext>
              </a:extLst>
            </p:cNvPr>
            <p:cNvSpPr/>
            <p:nvPr/>
          </p:nvSpPr>
          <p:spPr>
            <a:xfrm>
              <a:off x="2674427" y="3267977"/>
              <a:ext cx="119567" cy="1195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0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50" name="矩形 149">
              <a:extLst>
                <a:ext uri="{FF2B5EF4-FFF2-40B4-BE49-F238E27FC236}">
                  <a16:creationId xmlns:a16="http://schemas.microsoft.com/office/drawing/2014/main" id="{82D972DE-681A-84F5-214F-BE7502E25CB4}"/>
                </a:ext>
              </a:extLst>
            </p:cNvPr>
            <p:cNvSpPr/>
            <p:nvPr/>
          </p:nvSpPr>
          <p:spPr>
            <a:xfrm>
              <a:off x="3703676" y="2697497"/>
              <a:ext cx="119567" cy="1195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0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51" name="矩形 150">
              <a:extLst>
                <a:ext uri="{FF2B5EF4-FFF2-40B4-BE49-F238E27FC236}">
                  <a16:creationId xmlns:a16="http://schemas.microsoft.com/office/drawing/2014/main" id="{CBFD2057-A3EB-248F-B71E-08F042261BDD}"/>
                </a:ext>
              </a:extLst>
            </p:cNvPr>
            <p:cNvSpPr/>
            <p:nvPr/>
          </p:nvSpPr>
          <p:spPr>
            <a:xfrm>
              <a:off x="3441404" y="2697497"/>
              <a:ext cx="119567" cy="1195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0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52" name="矩形 151">
              <a:extLst>
                <a:ext uri="{FF2B5EF4-FFF2-40B4-BE49-F238E27FC236}">
                  <a16:creationId xmlns:a16="http://schemas.microsoft.com/office/drawing/2014/main" id="{0CDC042E-C86B-5FAB-109D-8AFF3187FE87}"/>
                </a:ext>
              </a:extLst>
            </p:cNvPr>
            <p:cNvSpPr/>
            <p:nvPr/>
          </p:nvSpPr>
          <p:spPr>
            <a:xfrm>
              <a:off x="3193167" y="2697497"/>
              <a:ext cx="119567" cy="1195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0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53" name="矩形 152">
              <a:extLst>
                <a:ext uri="{FF2B5EF4-FFF2-40B4-BE49-F238E27FC236}">
                  <a16:creationId xmlns:a16="http://schemas.microsoft.com/office/drawing/2014/main" id="{E74BEA4B-2F17-39A5-73DB-2ABD37AB31F7}"/>
                </a:ext>
              </a:extLst>
            </p:cNvPr>
            <p:cNvSpPr/>
            <p:nvPr/>
          </p:nvSpPr>
          <p:spPr>
            <a:xfrm>
              <a:off x="3705103" y="2983451"/>
              <a:ext cx="119568" cy="1195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0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54" name="矩形 153">
              <a:extLst>
                <a:ext uri="{FF2B5EF4-FFF2-40B4-BE49-F238E27FC236}">
                  <a16:creationId xmlns:a16="http://schemas.microsoft.com/office/drawing/2014/main" id="{05860C3A-FFAC-10F5-485B-9C67A66C774F}"/>
                </a:ext>
              </a:extLst>
            </p:cNvPr>
            <p:cNvSpPr/>
            <p:nvPr/>
          </p:nvSpPr>
          <p:spPr>
            <a:xfrm>
              <a:off x="3442831" y="2983451"/>
              <a:ext cx="119568" cy="1195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0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57" name="矩形 156">
              <a:extLst>
                <a:ext uri="{FF2B5EF4-FFF2-40B4-BE49-F238E27FC236}">
                  <a16:creationId xmlns:a16="http://schemas.microsoft.com/office/drawing/2014/main" id="{3C0FBAC5-1DB5-9A47-D8FD-8DF599CAE3FF}"/>
                </a:ext>
              </a:extLst>
            </p:cNvPr>
            <p:cNvSpPr/>
            <p:nvPr/>
          </p:nvSpPr>
          <p:spPr>
            <a:xfrm>
              <a:off x="3439015" y="3271777"/>
              <a:ext cx="119567" cy="1195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0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58" name="矩形 157">
              <a:extLst>
                <a:ext uri="{FF2B5EF4-FFF2-40B4-BE49-F238E27FC236}">
                  <a16:creationId xmlns:a16="http://schemas.microsoft.com/office/drawing/2014/main" id="{E2B77229-B55F-770B-AA2C-4078311F5194}"/>
                </a:ext>
              </a:extLst>
            </p:cNvPr>
            <p:cNvSpPr/>
            <p:nvPr/>
          </p:nvSpPr>
          <p:spPr>
            <a:xfrm>
              <a:off x="3190778" y="3271777"/>
              <a:ext cx="119567" cy="1195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0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59" name="矩形 158">
              <a:extLst>
                <a:ext uri="{FF2B5EF4-FFF2-40B4-BE49-F238E27FC236}">
                  <a16:creationId xmlns:a16="http://schemas.microsoft.com/office/drawing/2014/main" id="{3905A3BA-1059-BDC6-C8BA-930088FE8A32}"/>
                </a:ext>
              </a:extLst>
            </p:cNvPr>
            <p:cNvSpPr/>
            <p:nvPr/>
          </p:nvSpPr>
          <p:spPr>
            <a:xfrm>
              <a:off x="2926510" y="2983451"/>
              <a:ext cx="119568" cy="1195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0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grpSp>
          <p:nvGrpSpPr>
            <p:cNvPr id="160" name="组合 159">
              <a:extLst>
                <a:ext uri="{FF2B5EF4-FFF2-40B4-BE49-F238E27FC236}">
                  <a16:creationId xmlns:a16="http://schemas.microsoft.com/office/drawing/2014/main" id="{28F6CE81-802B-361B-C1CE-526CE72AADE5}"/>
                </a:ext>
              </a:extLst>
            </p:cNvPr>
            <p:cNvGrpSpPr/>
            <p:nvPr/>
          </p:nvGrpSpPr>
          <p:grpSpPr>
            <a:xfrm>
              <a:off x="1624826" y="3656961"/>
              <a:ext cx="2498248" cy="855144"/>
              <a:chOff x="1074263" y="2678657"/>
              <a:chExt cx="2498248" cy="855144"/>
            </a:xfrm>
          </p:grpSpPr>
          <p:sp>
            <p:nvSpPr>
              <p:cNvPr id="161" name="矩形 160">
                <a:extLst>
                  <a:ext uri="{FF2B5EF4-FFF2-40B4-BE49-F238E27FC236}">
                    <a16:creationId xmlns:a16="http://schemas.microsoft.com/office/drawing/2014/main" id="{DDCE3AEE-BED7-24A3-31BD-14D27F619F11}"/>
                  </a:ext>
                </a:extLst>
              </p:cNvPr>
              <p:cNvSpPr/>
              <p:nvPr/>
            </p:nvSpPr>
            <p:spPr>
              <a:xfrm>
                <a:off x="1074263" y="2678657"/>
                <a:ext cx="2498247" cy="832919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62" name="直接连接符 161">
                <a:extLst>
                  <a:ext uri="{FF2B5EF4-FFF2-40B4-BE49-F238E27FC236}">
                    <a16:creationId xmlns:a16="http://schemas.microsoft.com/office/drawing/2014/main" id="{B69F5EFD-0588-DD65-9CC1-75580953AE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4263" y="2943225"/>
                <a:ext cx="2312195" cy="0"/>
              </a:xfrm>
              <a:prstGeom prst="line">
                <a:avLst/>
              </a:prstGeom>
              <a:ln w="19050">
                <a:solidFill>
                  <a:schemeClr val="bg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直接连接符 162">
                <a:extLst>
                  <a:ext uri="{FF2B5EF4-FFF2-40B4-BE49-F238E27FC236}">
                    <a16:creationId xmlns:a16="http://schemas.microsoft.com/office/drawing/2014/main" id="{EA55E83C-3987-0E56-84BB-6B534AC0BC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4263" y="3232150"/>
                <a:ext cx="2321720" cy="0"/>
              </a:xfrm>
              <a:prstGeom prst="line">
                <a:avLst/>
              </a:prstGeom>
              <a:ln w="19050">
                <a:solidFill>
                  <a:schemeClr val="bg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直接连接符 163">
                <a:extLst>
                  <a:ext uri="{FF2B5EF4-FFF2-40B4-BE49-F238E27FC236}">
                    <a16:creationId xmlns:a16="http://schemas.microsoft.com/office/drawing/2014/main" id="{3B8CFCEB-AD7B-6EA1-DD5B-082A1F74862F}"/>
                  </a:ext>
                </a:extLst>
              </p:cNvPr>
              <p:cNvCxnSpPr/>
              <p:nvPr/>
            </p:nvCxnSpPr>
            <p:spPr>
              <a:xfrm>
                <a:off x="1588614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5" name="直接连接符 164">
                <a:extLst>
                  <a:ext uri="{FF2B5EF4-FFF2-40B4-BE49-F238E27FC236}">
                    <a16:creationId xmlns:a16="http://schemas.microsoft.com/office/drawing/2014/main" id="{25FD64C8-B1CD-7FD8-EBD9-600CA6BA6DF0}"/>
                  </a:ext>
                </a:extLst>
              </p:cNvPr>
              <p:cNvCxnSpPr/>
              <p:nvPr/>
            </p:nvCxnSpPr>
            <p:spPr>
              <a:xfrm>
                <a:off x="1854521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6" name="直接连接符 165">
                <a:extLst>
                  <a:ext uri="{FF2B5EF4-FFF2-40B4-BE49-F238E27FC236}">
                    <a16:creationId xmlns:a16="http://schemas.microsoft.com/office/drawing/2014/main" id="{6A39DA7B-6E13-87B6-E582-DCF79853FE9F}"/>
                  </a:ext>
                </a:extLst>
              </p:cNvPr>
              <p:cNvCxnSpPr/>
              <p:nvPr/>
            </p:nvCxnSpPr>
            <p:spPr>
              <a:xfrm>
                <a:off x="2094500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7" name="直接连接符 166">
                <a:extLst>
                  <a:ext uri="{FF2B5EF4-FFF2-40B4-BE49-F238E27FC236}">
                    <a16:creationId xmlns:a16="http://schemas.microsoft.com/office/drawing/2014/main" id="{C64DA87C-6CCB-BABC-1302-96BE3812264B}"/>
                  </a:ext>
                </a:extLst>
              </p:cNvPr>
              <p:cNvCxnSpPr/>
              <p:nvPr/>
            </p:nvCxnSpPr>
            <p:spPr>
              <a:xfrm>
                <a:off x="2338146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8" name="直接连接符 167">
                <a:extLst>
                  <a:ext uri="{FF2B5EF4-FFF2-40B4-BE49-F238E27FC236}">
                    <a16:creationId xmlns:a16="http://schemas.microsoft.com/office/drawing/2014/main" id="{03AF9CBA-9EFF-9886-E4A6-EBF5F0DF064A}"/>
                  </a:ext>
                </a:extLst>
              </p:cNvPr>
              <p:cNvCxnSpPr/>
              <p:nvPr/>
            </p:nvCxnSpPr>
            <p:spPr>
              <a:xfrm>
                <a:off x="2599852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9" name="直接连接符 168">
                <a:extLst>
                  <a:ext uri="{FF2B5EF4-FFF2-40B4-BE49-F238E27FC236}">
                    <a16:creationId xmlns:a16="http://schemas.microsoft.com/office/drawing/2014/main" id="{D6B9E5B3-93F0-DC28-DB90-C845D9CEC1AE}"/>
                  </a:ext>
                </a:extLst>
              </p:cNvPr>
              <p:cNvCxnSpPr/>
              <p:nvPr/>
            </p:nvCxnSpPr>
            <p:spPr>
              <a:xfrm>
                <a:off x="2870521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0" name="直接连接符 169">
                <a:extLst>
                  <a:ext uri="{FF2B5EF4-FFF2-40B4-BE49-F238E27FC236}">
                    <a16:creationId xmlns:a16="http://schemas.microsoft.com/office/drawing/2014/main" id="{C0475262-ED92-0E92-A0BB-A68EEB41B96D}"/>
                  </a:ext>
                </a:extLst>
              </p:cNvPr>
              <p:cNvCxnSpPr/>
              <p:nvPr/>
            </p:nvCxnSpPr>
            <p:spPr>
              <a:xfrm>
                <a:off x="3134046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1" name="矩形 170">
                <a:extLst>
                  <a:ext uri="{FF2B5EF4-FFF2-40B4-BE49-F238E27FC236}">
                    <a16:creationId xmlns:a16="http://schemas.microsoft.com/office/drawing/2014/main" id="{6D6D5D5F-DBDE-C7DD-30F4-ED2B1A702C1D}"/>
                  </a:ext>
                </a:extLst>
              </p:cNvPr>
              <p:cNvSpPr/>
              <p:nvPr/>
            </p:nvSpPr>
            <p:spPr>
              <a:xfrm>
                <a:off x="3386458" y="2700882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2" name="矩形 171">
                <a:extLst>
                  <a:ext uri="{FF2B5EF4-FFF2-40B4-BE49-F238E27FC236}">
                    <a16:creationId xmlns:a16="http://schemas.microsoft.com/office/drawing/2014/main" id="{61295692-1E97-619C-5B2C-793417D0F246}"/>
                  </a:ext>
                </a:extLst>
              </p:cNvPr>
              <p:cNvSpPr/>
              <p:nvPr/>
            </p:nvSpPr>
            <p:spPr>
              <a:xfrm>
                <a:off x="3386458" y="2809056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3" name="矩形 172">
                <a:extLst>
                  <a:ext uri="{FF2B5EF4-FFF2-40B4-BE49-F238E27FC236}">
                    <a16:creationId xmlns:a16="http://schemas.microsoft.com/office/drawing/2014/main" id="{46DBC240-DCB9-A048-3BEC-16AE4CEA961D}"/>
                  </a:ext>
                </a:extLst>
              </p:cNvPr>
              <p:cNvSpPr/>
              <p:nvPr/>
            </p:nvSpPr>
            <p:spPr>
              <a:xfrm>
                <a:off x="3386458" y="2918475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4" name="矩形 173">
                <a:extLst>
                  <a:ext uri="{FF2B5EF4-FFF2-40B4-BE49-F238E27FC236}">
                    <a16:creationId xmlns:a16="http://schemas.microsoft.com/office/drawing/2014/main" id="{7E8F2295-2905-E83C-A136-7D8F14C091A2}"/>
                  </a:ext>
                </a:extLst>
              </p:cNvPr>
              <p:cNvSpPr/>
              <p:nvPr/>
            </p:nvSpPr>
            <p:spPr>
              <a:xfrm>
                <a:off x="3386458" y="3032223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5" name="矩形 174">
                <a:extLst>
                  <a:ext uri="{FF2B5EF4-FFF2-40B4-BE49-F238E27FC236}">
                    <a16:creationId xmlns:a16="http://schemas.microsoft.com/office/drawing/2014/main" id="{1FD6DA6E-3A56-3349-66EA-734B71E77548}"/>
                  </a:ext>
                </a:extLst>
              </p:cNvPr>
              <p:cNvSpPr/>
              <p:nvPr/>
            </p:nvSpPr>
            <p:spPr>
              <a:xfrm>
                <a:off x="3386458" y="3140397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6" name="矩形 175">
                <a:extLst>
                  <a:ext uri="{FF2B5EF4-FFF2-40B4-BE49-F238E27FC236}">
                    <a16:creationId xmlns:a16="http://schemas.microsoft.com/office/drawing/2014/main" id="{F000E091-599A-2DA1-021F-78609C8B7DFA}"/>
                  </a:ext>
                </a:extLst>
              </p:cNvPr>
              <p:cNvSpPr/>
              <p:nvPr/>
            </p:nvSpPr>
            <p:spPr>
              <a:xfrm>
                <a:off x="3386458" y="3249816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7" name="矩形 176">
                <a:extLst>
                  <a:ext uri="{FF2B5EF4-FFF2-40B4-BE49-F238E27FC236}">
                    <a16:creationId xmlns:a16="http://schemas.microsoft.com/office/drawing/2014/main" id="{CEF630B9-35FA-CCE4-D8D9-9999314E4FB8}"/>
                  </a:ext>
                </a:extLst>
              </p:cNvPr>
              <p:cNvSpPr/>
              <p:nvPr/>
            </p:nvSpPr>
            <p:spPr>
              <a:xfrm>
                <a:off x="3386458" y="3365508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8" name="矩形 177">
                <a:extLst>
                  <a:ext uri="{FF2B5EF4-FFF2-40B4-BE49-F238E27FC236}">
                    <a16:creationId xmlns:a16="http://schemas.microsoft.com/office/drawing/2014/main" id="{BD5B98E8-CC0B-ABB7-359A-558FBC491BD0}"/>
                  </a:ext>
                </a:extLst>
              </p:cNvPr>
              <p:cNvSpPr/>
              <p:nvPr/>
            </p:nvSpPr>
            <p:spPr>
              <a:xfrm>
                <a:off x="3386458" y="3470053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79" name="直接连接符 178">
                <a:extLst>
                  <a:ext uri="{FF2B5EF4-FFF2-40B4-BE49-F238E27FC236}">
                    <a16:creationId xmlns:a16="http://schemas.microsoft.com/office/drawing/2014/main" id="{F0DC65F3-D96D-0054-895F-BD97CFD6A91B}"/>
                  </a:ext>
                </a:extLst>
              </p:cNvPr>
              <p:cNvCxnSpPr/>
              <p:nvPr/>
            </p:nvCxnSpPr>
            <p:spPr>
              <a:xfrm>
                <a:off x="1326676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80" name="组合 179">
              <a:extLst>
                <a:ext uri="{FF2B5EF4-FFF2-40B4-BE49-F238E27FC236}">
                  <a16:creationId xmlns:a16="http://schemas.microsoft.com/office/drawing/2014/main" id="{A6626FF1-2983-EECA-E6DC-130282702194}"/>
                </a:ext>
              </a:extLst>
            </p:cNvPr>
            <p:cNvGrpSpPr/>
            <p:nvPr/>
          </p:nvGrpSpPr>
          <p:grpSpPr>
            <a:xfrm>
              <a:off x="1624826" y="4673646"/>
              <a:ext cx="2498248" cy="855144"/>
              <a:chOff x="1074263" y="2678657"/>
              <a:chExt cx="2498248" cy="855144"/>
            </a:xfrm>
          </p:grpSpPr>
          <p:sp>
            <p:nvSpPr>
              <p:cNvPr id="181" name="矩形 180">
                <a:extLst>
                  <a:ext uri="{FF2B5EF4-FFF2-40B4-BE49-F238E27FC236}">
                    <a16:creationId xmlns:a16="http://schemas.microsoft.com/office/drawing/2014/main" id="{C2A2AB28-5FC7-25DE-B084-CC733804BDF3}"/>
                  </a:ext>
                </a:extLst>
              </p:cNvPr>
              <p:cNvSpPr/>
              <p:nvPr/>
            </p:nvSpPr>
            <p:spPr>
              <a:xfrm>
                <a:off x="1074263" y="2678657"/>
                <a:ext cx="2498247" cy="832919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82" name="直接连接符 181">
                <a:extLst>
                  <a:ext uri="{FF2B5EF4-FFF2-40B4-BE49-F238E27FC236}">
                    <a16:creationId xmlns:a16="http://schemas.microsoft.com/office/drawing/2014/main" id="{E170505F-C04C-43AB-97E0-D3CC02CB14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4263" y="2943225"/>
                <a:ext cx="2312195" cy="0"/>
              </a:xfrm>
              <a:prstGeom prst="line">
                <a:avLst/>
              </a:prstGeom>
              <a:ln w="19050">
                <a:solidFill>
                  <a:schemeClr val="bg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直接连接符 182">
                <a:extLst>
                  <a:ext uri="{FF2B5EF4-FFF2-40B4-BE49-F238E27FC236}">
                    <a16:creationId xmlns:a16="http://schemas.microsoft.com/office/drawing/2014/main" id="{02290629-4DD1-AA4E-A2FB-EBE9406033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4263" y="3232150"/>
                <a:ext cx="2321720" cy="0"/>
              </a:xfrm>
              <a:prstGeom prst="line">
                <a:avLst/>
              </a:prstGeom>
              <a:ln w="19050">
                <a:solidFill>
                  <a:schemeClr val="bg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直接连接符 183">
                <a:extLst>
                  <a:ext uri="{FF2B5EF4-FFF2-40B4-BE49-F238E27FC236}">
                    <a16:creationId xmlns:a16="http://schemas.microsoft.com/office/drawing/2014/main" id="{FA45DEA9-E622-76C1-9747-822015082DA6}"/>
                  </a:ext>
                </a:extLst>
              </p:cNvPr>
              <p:cNvCxnSpPr/>
              <p:nvPr/>
            </p:nvCxnSpPr>
            <p:spPr>
              <a:xfrm>
                <a:off x="1588614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5" name="直接连接符 184">
                <a:extLst>
                  <a:ext uri="{FF2B5EF4-FFF2-40B4-BE49-F238E27FC236}">
                    <a16:creationId xmlns:a16="http://schemas.microsoft.com/office/drawing/2014/main" id="{2FB0C502-E438-D39B-DEF6-599EE97E232C}"/>
                  </a:ext>
                </a:extLst>
              </p:cNvPr>
              <p:cNvCxnSpPr/>
              <p:nvPr/>
            </p:nvCxnSpPr>
            <p:spPr>
              <a:xfrm>
                <a:off x="1854521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6" name="直接连接符 185">
                <a:extLst>
                  <a:ext uri="{FF2B5EF4-FFF2-40B4-BE49-F238E27FC236}">
                    <a16:creationId xmlns:a16="http://schemas.microsoft.com/office/drawing/2014/main" id="{F53AAEE0-11F2-406F-4534-D4112337CAC4}"/>
                  </a:ext>
                </a:extLst>
              </p:cNvPr>
              <p:cNvCxnSpPr/>
              <p:nvPr/>
            </p:nvCxnSpPr>
            <p:spPr>
              <a:xfrm>
                <a:off x="2094500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7" name="直接连接符 186">
                <a:extLst>
                  <a:ext uri="{FF2B5EF4-FFF2-40B4-BE49-F238E27FC236}">
                    <a16:creationId xmlns:a16="http://schemas.microsoft.com/office/drawing/2014/main" id="{8A1BA7DE-C807-EE6E-9123-687D52B7392D}"/>
                  </a:ext>
                </a:extLst>
              </p:cNvPr>
              <p:cNvCxnSpPr/>
              <p:nvPr/>
            </p:nvCxnSpPr>
            <p:spPr>
              <a:xfrm>
                <a:off x="2338146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8" name="直接连接符 187">
                <a:extLst>
                  <a:ext uri="{FF2B5EF4-FFF2-40B4-BE49-F238E27FC236}">
                    <a16:creationId xmlns:a16="http://schemas.microsoft.com/office/drawing/2014/main" id="{6493D995-4AB7-74A9-CF6F-23F3F91C2C31}"/>
                  </a:ext>
                </a:extLst>
              </p:cNvPr>
              <p:cNvCxnSpPr/>
              <p:nvPr/>
            </p:nvCxnSpPr>
            <p:spPr>
              <a:xfrm>
                <a:off x="2599852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9" name="直接连接符 188">
                <a:extLst>
                  <a:ext uri="{FF2B5EF4-FFF2-40B4-BE49-F238E27FC236}">
                    <a16:creationId xmlns:a16="http://schemas.microsoft.com/office/drawing/2014/main" id="{3A549651-72E1-ACF7-2B93-123D08509C82}"/>
                  </a:ext>
                </a:extLst>
              </p:cNvPr>
              <p:cNvCxnSpPr/>
              <p:nvPr/>
            </p:nvCxnSpPr>
            <p:spPr>
              <a:xfrm>
                <a:off x="2870521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0" name="直接连接符 189">
                <a:extLst>
                  <a:ext uri="{FF2B5EF4-FFF2-40B4-BE49-F238E27FC236}">
                    <a16:creationId xmlns:a16="http://schemas.microsoft.com/office/drawing/2014/main" id="{9B29A364-C9C8-0FD9-3468-1A385897BE38}"/>
                  </a:ext>
                </a:extLst>
              </p:cNvPr>
              <p:cNvCxnSpPr/>
              <p:nvPr/>
            </p:nvCxnSpPr>
            <p:spPr>
              <a:xfrm>
                <a:off x="3134046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1" name="矩形 190">
                <a:extLst>
                  <a:ext uri="{FF2B5EF4-FFF2-40B4-BE49-F238E27FC236}">
                    <a16:creationId xmlns:a16="http://schemas.microsoft.com/office/drawing/2014/main" id="{67F1BF12-C04D-22CA-BB6A-7A67C794C3BC}"/>
                  </a:ext>
                </a:extLst>
              </p:cNvPr>
              <p:cNvSpPr/>
              <p:nvPr/>
            </p:nvSpPr>
            <p:spPr>
              <a:xfrm>
                <a:off x="3386458" y="2700882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2" name="矩形 191">
                <a:extLst>
                  <a:ext uri="{FF2B5EF4-FFF2-40B4-BE49-F238E27FC236}">
                    <a16:creationId xmlns:a16="http://schemas.microsoft.com/office/drawing/2014/main" id="{3B54B062-E0D4-FCA0-DE1F-330FD85EDD8F}"/>
                  </a:ext>
                </a:extLst>
              </p:cNvPr>
              <p:cNvSpPr/>
              <p:nvPr/>
            </p:nvSpPr>
            <p:spPr>
              <a:xfrm>
                <a:off x="3386458" y="2809056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3" name="矩形 192">
                <a:extLst>
                  <a:ext uri="{FF2B5EF4-FFF2-40B4-BE49-F238E27FC236}">
                    <a16:creationId xmlns:a16="http://schemas.microsoft.com/office/drawing/2014/main" id="{EC8223FE-4AD8-3B0A-8691-5FE20D2D4226}"/>
                  </a:ext>
                </a:extLst>
              </p:cNvPr>
              <p:cNvSpPr/>
              <p:nvPr/>
            </p:nvSpPr>
            <p:spPr>
              <a:xfrm>
                <a:off x="3386458" y="2918475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4" name="矩形 193">
                <a:extLst>
                  <a:ext uri="{FF2B5EF4-FFF2-40B4-BE49-F238E27FC236}">
                    <a16:creationId xmlns:a16="http://schemas.microsoft.com/office/drawing/2014/main" id="{49314E55-B89A-7470-2BD2-401B32F639A8}"/>
                  </a:ext>
                </a:extLst>
              </p:cNvPr>
              <p:cNvSpPr/>
              <p:nvPr/>
            </p:nvSpPr>
            <p:spPr>
              <a:xfrm>
                <a:off x="3386458" y="3032223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5" name="矩形 194">
                <a:extLst>
                  <a:ext uri="{FF2B5EF4-FFF2-40B4-BE49-F238E27FC236}">
                    <a16:creationId xmlns:a16="http://schemas.microsoft.com/office/drawing/2014/main" id="{24ABCE78-9846-41CD-5E55-D0C00AFAB164}"/>
                  </a:ext>
                </a:extLst>
              </p:cNvPr>
              <p:cNvSpPr/>
              <p:nvPr/>
            </p:nvSpPr>
            <p:spPr>
              <a:xfrm>
                <a:off x="3386458" y="3140397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6" name="矩形 195">
                <a:extLst>
                  <a:ext uri="{FF2B5EF4-FFF2-40B4-BE49-F238E27FC236}">
                    <a16:creationId xmlns:a16="http://schemas.microsoft.com/office/drawing/2014/main" id="{5FA09AB8-407F-C8A7-3BCA-4F106E90410A}"/>
                  </a:ext>
                </a:extLst>
              </p:cNvPr>
              <p:cNvSpPr/>
              <p:nvPr/>
            </p:nvSpPr>
            <p:spPr>
              <a:xfrm>
                <a:off x="3386458" y="3249816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7" name="矩形 196">
                <a:extLst>
                  <a:ext uri="{FF2B5EF4-FFF2-40B4-BE49-F238E27FC236}">
                    <a16:creationId xmlns:a16="http://schemas.microsoft.com/office/drawing/2014/main" id="{25BC3A40-B564-CD78-35B4-59480A3035B6}"/>
                  </a:ext>
                </a:extLst>
              </p:cNvPr>
              <p:cNvSpPr/>
              <p:nvPr/>
            </p:nvSpPr>
            <p:spPr>
              <a:xfrm>
                <a:off x="3386458" y="3365508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8" name="矩形 197">
                <a:extLst>
                  <a:ext uri="{FF2B5EF4-FFF2-40B4-BE49-F238E27FC236}">
                    <a16:creationId xmlns:a16="http://schemas.microsoft.com/office/drawing/2014/main" id="{8531F97B-7665-5746-5A1A-D6A8FBE34EFF}"/>
                  </a:ext>
                </a:extLst>
              </p:cNvPr>
              <p:cNvSpPr/>
              <p:nvPr/>
            </p:nvSpPr>
            <p:spPr>
              <a:xfrm>
                <a:off x="3386458" y="3470053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99" name="直接连接符 198">
                <a:extLst>
                  <a:ext uri="{FF2B5EF4-FFF2-40B4-BE49-F238E27FC236}">
                    <a16:creationId xmlns:a16="http://schemas.microsoft.com/office/drawing/2014/main" id="{72EA967F-AE88-E9F0-8C37-B42AD0E0FE0E}"/>
                  </a:ext>
                </a:extLst>
              </p:cNvPr>
              <p:cNvCxnSpPr/>
              <p:nvPr/>
            </p:nvCxnSpPr>
            <p:spPr>
              <a:xfrm>
                <a:off x="1326676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00" name="组合 199">
              <a:extLst>
                <a:ext uri="{FF2B5EF4-FFF2-40B4-BE49-F238E27FC236}">
                  <a16:creationId xmlns:a16="http://schemas.microsoft.com/office/drawing/2014/main" id="{E54406CD-0919-CFFB-8D2A-9FF7F7702963}"/>
                </a:ext>
              </a:extLst>
            </p:cNvPr>
            <p:cNvGrpSpPr/>
            <p:nvPr/>
          </p:nvGrpSpPr>
          <p:grpSpPr>
            <a:xfrm>
              <a:off x="1624826" y="5674878"/>
              <a:ext cx="2498248" cy="855144"/>
              <a:chOff x="1074263" y="2678657"/>
              <a:chExt cx="2498248" cy="855144"/>
            </a:xfrm>
          </p:grpSpPr>
          <p:sp>
            <p:nvSpPr>
              <p:cNvPr id="201" name="矩形 200">
                <a:extLst>
                  <a:ext uri="{FF2B5EF4-FFF2-40B4-BE49-F238E27FC236}">
                    <a16:creationId xmlns:a16="http://schemas.microsoft.com/office/drawing/2014/main" id="{B63D954F-E22F-F644-560E-A301EA66AA06}"/>
                  </a:ext>
                </a:extLst>
              </p:cNvPr>
              <p:cNvSpPr/>
              <p:nvPr/>
            </p:nvSpPr>
            <p:spPr>
              <a:xfrm>
                <a:off x="1074263" y="2678657"/>
                <a:ext cx="2498247" cy="832919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02" name="直接连接符 201">
                <a:extLst>
                  <a:ext uri="{FF2B5EF4-FFF2-40B4-BE49-F238E27FC236}">
                    <a16:creationId xmlns:a16="http://schemas.microsoft.com/office/drawing/2014/main" id="{3CA72B69-48B4-6256-6374-52B78286DB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4263" y="2943225"/>
                <a:ext cx="2312195" cy="0"/>
              </a:xfrm>
              <a:prstGeom prst="line">
                <a:avLst/>
              </a:prstGeom>
              <a:ln w="19050">
                <a:solidFill>
                  <a:schemeClr val="bg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直接连接符 202">
                <a:extLst>
                  <a:ext uri="{FF2B5EF4-FFF2-40B4-BE49-F238E27FC236}">
                    <a16:creationId xmlns:a16="http://schemas.microsoft.com/office/drawing/2014/main" id="{495ED3D5-6F87-2F5E-01AF-31734228B1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4263" y="3232150"/>
                <a:ext cx="2321720" cy="0"/>
              </a:xfrm>
              <a:prstGeom prst="line">
                <a:avLst/>
              </a:prstGeom>
              <a:ln w="19050">
                <a:solidFill>
                  <a:schemeClr val="bg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直接连接符 203">
                <a:extLst>
                  <a:ext uri="{FF2B5EF4-FFF2-40B4-BE49-F238E27FC236}">
                    <a16:creationId xmlns:a16="http://schemas.microsoft.com/office/drawing/2014/main" id="{8EE2E97D-6B08-F0C2-FF06-6EABFDCB6715}"/>
                  </a:ext>
                </a:extLst>
              </p:cNvPr>
              <p:cNvCxnSpPr/>
              <p:nvPr/>
            </p:nvCxnSpPr>
            <p:spPr>
              <a:xfrm>
                <a:off x="1588614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5" name="直接连接符 204">
                <a:extLst>
                  <a:ext uri="{FF2B5EF4-FFF2-40B4-BE49-F238E27FC236}">
                    <a16:creationId xmlns:a16="http://schemas.microsoft.com/office/drawing/2014/main" id="{BA39B65E-B2AF-51DA-2575-5E0C4E89852F}"/>
                  </a:ext>
                </a:extLst>
              </p:cNvPr>
              <p:cNvCxnSpPr/>
              <p:nvPr/>
            </p:nvCxnSpPr>
            <p:spPr>
              <a:xfrm>
                <a:off x="1854521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6" name="直接连接符 205">
                <a:extLst>
                  <a:ext uri="{FF2B5EF4-FFF2-40B4-BE49-F238E27FC236}">
                    <a16:creationId xmlns:a16="http://schemas.microsoft.com/office/drawing/2014/main" id="{780907F8-5B8A-BECC-DF4F-6ED4243A1617}"/>
                  </a:ext>
                </a:extLst>
              </p:cNvPr>
              <p:cNvCxnSpPr/>
              <p:nvPr/>
            </p:nvCxnSpPr>
            <p:spPr>
              <a:xfrm>
                <a:off x="2094500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7" name="直接连接符 206">
                <a:extLst>
                  <a:ext uri="{FF2B5EF4-FFF2-40B4-BE49-F238E27FC236}">
                    <a16:creationId xmlns:a16="http://schemas.microsoft.com/office/drawing/2014/main" id="{D372571E-F9EA-0075-8834-85D73F0D275C}"/>
                  </a:ext>
                </a:extLst>
              </p:cNvPr>
              <p:cNvCxnSpPr/>
              <p:nvPr/>
            </p:nvCxnSpPr>
            <p:spPr>
              <a:xfrm>
                <a:off x="2338146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8" name="直接连接符 207">
                <a:extLst>
                  <a:ext uri="{FF2B5EF4-FFF2-40B4-BE49-F238E27FC236}">
                    <a16:creationId xmlns:a16="http://schemas.microsoft.com/office/drawing/2014/main" id="{739DBD5D-029F-48FD-C279-12B117D8A916}"/>
                  </a:ext>
                </a:extLst>
              </p:cNvPr>
              <p:cNvCxnSpPr/>
              <p:nvPr/>
            </p:nvCxnSpPr>
            <p:spPr>
              <a:xfrm>
                <a:off x="2599852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9" name="直接连接符 208">
                <a:extLst>
                  <a:ext uri="{FF2B5EF4-FFF2-40B4-BE49-F238E27FC236}">
                    <a16:creationId xmlns:a16="http://schemas.microsoft.com/office/drawing/2014/main" id="{14B664DE-C952-91DD-DF46-1FB7B206F836}"/>
                  </a:ext>
                </a:extLst>
              </p:cNvPr>
              <p:cNvCxnSpPr/>
              <p:nvPr/>
            </p:nvCxnSpPr>
            <p:spPr>
              <a:xfrm>
                <a:off x="2870521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0" name="直接连接符 209">
                <a:extLst>
                  <a:ext uri="{FF2B5EF4-FFF2-40B4-BE49-F238E27FC236}">
                    <a16:creationId xmlns:a16="http://schemas.microsoft.com/office/drawing/2014/main" id="{10859276-F563-3129-8202-B6D78BC63496}"/>
                  </a:ext>
                </a:extLst>
              </p:cNvPr>
              <p:cNvCxnSpPr/>
              <p:nvPr/>
            </p:nvCxnSpPr>
            <p:spPr>
              <a:xfrm>
                <a:off x="3134046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11" name="矩形 210">
                <a:extLst>
                  <a:ext uri="{FF2B5EF4-FFF2-40B4-BE49-F238E27FC236}">
                    <a16:creationId xmlns:a16="http://schemas.microsoft.com/office/drawing/2014/main" id="{D8B3F71F-D6CC-36E6-6EA8-A476CF3199FE}"/>
                  </a:ext>
                </a:extLst>
              </p:cNvPr>
              <p:cNvSpPr/>
              <p:nvPr/>
            </p:nvSpPr>
            <p:spPr>
              <a:xfrm>
                <a:off x="3386458" y="2700882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2" name="矩形 211">
                <a:extLst>
                  <a:ext uri="{FF2B5EF4-FFF2-40B4-BE49-F238E27FC236}">
                    <a16:creationId xmlns:a16="http://schemas.microsoft.com/office/drawing/2014/main" id="{DAE1288C-1ED8-9B57-F21C-5B943C384D7E}"/>
                  </a:ext>
                </a:extLst>
              </p:cNvPr>
              <p:cNvSpPr/>
              <p:nvPr/>
            </p:nvSpPr>
            <p:spPr>
              <a:xfrm>
                <a:off x="3386458" y="2809056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3" name="矩形 212">
                <a:extLst>
                  <a:ext uri="{FF2B5EF4-FFF2-40B4-BE49-F238E27FC236}">
                    <a16:creationId xmlns:a16="http://schemas.microsoft.com/office/drawing/2014/main" id="{C3CFC9F2-5E71-69A6-1266-CD295601C082}"/>
                  </a:ext>
                </a:extLst>
              </p:cNvPr>
              <p:cNvSpPr/>
              <p:nvPr/>
            </p:nvSpPr>
            <p:spPr>
              <a:xfrm>
                <a:off x="3386458" y="2918475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4" name="矩形 213">
                <a:extLst>
                  <a:ext uri="{FF2B5EF4-FFF2-40B4-BE49-F238E27FC236}">
                    <a16:creationId xmlns:a16="http://schemas.microsoft.com/office/drawing/2014/main" id="{98DF643E-51F8-6D00-0953-918D9F642BD5}"/>
                  </a:ext>
                </a:extLst>
              </p:cNvPr>
              <p:cNvSpPr/>
              <p:nvPr/>
            </p:nvSpPr>
            <p:spPr>
              <a:xfrm>
                <a:off x="3386458" y="3032223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5" name="矩形 214">
                <a:extLst>
                  <a:ext uri="{FF2B5EF4-FFF2-40B4-BE49-F238E27FC236}">
                    <a16:creationId xmlns:a16="http://schemas.microsoft.com/office/drawing/2014/main" id="{793B0B41-B815-4980-7915-F23E7568FBE2}"/>
                  </a:ext>
                </a:extLst>
              </p:cNvPr>
              <p:cNvSpPr/>
              <p:nvPr/>
            </p:nvSpPr>
            <p:spPr>
              <a:xfrm>
                <a:off x="3386458" y="3140397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6" name="矩形 215">
                <a:extLst>
                  <a:ext uri="{FF2B5EF4-FFF2-40B4-BE49-F238E27FC236}">
                    <a16:creationId xmlns:a16="http://schemas.microsoft.com/office/drawing/2014/main" id="{EA54C077-E46F-EEA1-597D-D5DA134E678F}"/>
                  </a:ext>
                </a:extLst>
              </p:cNvPr>
              <p:cNvSpPr/>
              <p:nvPr/>
            </p:nvSpPr>
            <p:spPr>
              <a:xfrm>
                <a:off x="3386458" y="3249816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7" name="矩形 216">
                <a:extLst>
                  <a:ext uri="{FF2B5EF4-FFF2-40B4-BE49-F238E27FC236}">
                    <a16:creationId xmlns:a16="http://schemas.microsoft.com/office/drawing/2014/main" id="{2ED78D86-BBA7-9596-482F-1EC1F06C2A10}"/>
                  </a:ext>
                </a:extLst>
              </p:cNvPr>
              <p:cNvSpPr/>
              <p:nvPr/>
            </p:nvSpPr>
            <p:spPr>
              <a:xfrm>
                <a:off x="3386458" y="3365508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8" name="矩形 217">
                <a:extLst>
                  <a:ext uri="{FF2B5EF4-FFF2-40B4-BE49-F238E27FC236}">
                    <a16:creationId xmlns:a16="http://schemas.microsoft.com/office/drawing/2014/main" id="{FCA5A70C-2F6B-415C-112C-D888683E7F61}"/>
                  </a:ext>
                </a:extLst>
              </p:cNvPr>
              <p:cNvSpPr/>
              <p:nvPr/>
            </p:nvSpPr>
            <p:spPr>
              <a:xfrm>
                <a:off x="3386458" y="3470053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19" name="直接连接符 218">
                <a:extLst>
                  <a:ext uri="{FF2B5EF4-FFF2-40B4-BE49-F238E27FC236}">
                    <a16:creationId xmlns:a16="http://schemas.microsoft.com/office/drawing/2014/main" id="{6C0354E2-C895-0B46-74F6-09CA3C596D32}"/>
                  </a:ext>
                </a:extLst>
              </p:cNvPr>
              <p:cNvCxnSpPr/>
              <p:nvPr/>
            </p:nvCxnSpPr>
            <p:spPr>
              <a:xfrm>
                <a:off x="1326676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21" name="矩形 220">
              <a:extLst>
                <a:ext uri="{FF2B5EF4-FFF2-40B4-BE49-F238E27FC236}">
                  <a16:creationId xmlns:a16="http://schemas.microsoft.com/office/drawing/2014/main" id="{D397AE25-95B1-8FC8-9A6D-DB421F839F88}"/>
                </a:ext>
              </a:extLst>
            </p:cNvPr>
            <p:cNvSpPr/>
            <p:nvPr/>
          </p:nvSpPr>
          <p:spPr>
            <a:xfrm>
              <a:off x="1663613" y="4269210"/>
              <a:ext cx="186053" cy="1860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" dirty="0"/>
            </a:p>
          </p:txBody>
        </p:sp>
        <p:sp>
          <p:nvSpPr>
            <p:cNvPr id="222" name="文本框 221">
              <a:extLst>
                <a:ext uri="{FF2B5EF4-FFF2-40B4-BE49-F238E27FC236}">
                  <a16:creationId xmlns:a16="http://schemas.microsoft.com/office/drawing/2014/main" id="{45ECBFC9-E8ED-2011-1D98-A22138D4C689}"/>
                </a:ext>
              </a:extLst>
            </p:cNvPr>
            <p:cNvSpPr txBox="1"/>
            <p:nvPr/>
          </p:nvSpPr>
          <p:spPr>
            <a:xfrm>
              <a:off x="1589016" y="4270597"/>
              <a:ext cx="341612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0.70</a:t>
              </a:r>
              <a:endParaRPr lang="zh-CN" altLang="en-US" sz="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23" name="矩形 222">
              <a:extLst>
                <a:ext uri="{FF2B5EF4-FFF2-40B4-BE49-F238E27FC236}">
                  <a16:creationId xmlns:a16="http://schemas.microsoft.com/office/drawing/2014/main" id="{F89A24C9-A884-26B6-F109-7C339949B0E8}"/>
                </a:ext>
              </a:extLst>
            </p:cNvPr>
            <p:cNvSpPr/>
            <p:nvPr/>
          </p:nvSpPr>
          <p:spPr>
            <a:xfrm>
              <a:off x="2436198" y="4269210"/>
              <a:ext cx="186053" cy="1860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" dirty="0"/>
            </a:p>
          </p:txBody>
        </p:sp>
        <p:sp>
          <p:nvSpPr>
            <p:cNvPr id="224" name="文本框 223">
              <a:extLst>
                <a:ext uri="{FF2B5EF4-FFF2-40B4-BE49-F238E27FC236}">
                  <a16:creationId xmlns:a16="http://schemas.microsoft.com/office/drawing/2014/main" id="{FCEE2488-79EF-449D-D7D7-80108DACA8FA}"/>
                </a:ext>
              </a:extLst>
            </p:cNvPr>
            <p:cNvSpPr txBox="1"/>
            <p:nvPr/>
          </p:nvSpPr>
          <p:spPr>
            <a:xfrm>
              <a:off x="2361601" y="4270597"/>
              <a:ext cx="341612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0.37</a:t>
              </a:r>
              <a:endParaRPr lang="zh-CN" altLang="en-US" sz="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25" name="矩形 224">
              <a:extLst>
                <a:ext uri="{FF2B5EF4-FFF2-40B4-BE49-F238E27FC236}">
                  <a16:creationId xmlns:a16="http://schemas.microsoft.com/office/drawing/2014/main" id="{57F33E93-25BB-EA61-4F9E-3011683409BB}"/>
                </a:ext>
              </a:extLst>
            </p:cNvPr>
            <p:cNvSpPr/>
            <p:nvPr/>
          </p:nvSpPr>
          <p:spPr>
            <a:xfrm>
              <a:off x="2923241" y="4269210"/>
              <a:ext cx="186053" cy="1860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" dirty="0"/>
            </a:p>
          </p:txBody>
        </p:sp>
        <p:sp>
          <p:nvSpPr>
            <p:cNvPr id="226" name="文本框 225">
              <a:extLst>
                <a:ext uri="{FF2B5EF4-FFF2-40B4-BE49-F238E27FC236}">
                  <a16:creationId xmlns:a16="http://schemas.microsoft.com/office/drawing/2014/main" id="{E373C598-BBCB-C3B6-267B-F7C2C24CBCEB}"/>
                </a:ext>
              </a:extLst>
            </p:cNvPr>
            <p:cNvSpPr txBox="1"/>
            <p:nvPr/>
          </p:nvSpPr>
          <p:spPr>
            <a:xfrm>
              <a:off x="2848644" y="4270597"/>
              <a:ext cx="341612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0.45</a:t>
              </a:r>
              <a:endParaRPr lang="zh-CN" altLang="en-US" sz="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27" name="矩形 226">
              <a:extLst>
                <a:ext uri="{FF2B5EF4-FFF2-40B4-BE49-F238E27FC236}">
                  <a16:creationId xmlns:a16="http://schemas.microsoft.com/office/drawing/2014/main" id="{8EF96B5D-5324-A3C9-7DA6-93EE78EED5B4}"/>
                </a:ext>
              </a:extLst>
            </p:cNvPr>
            <p:cNvSpPr/>
            <p:nvPr/>
          </p:nvSpPr>
          <p:spPr>
            <a:xfrm>
              <a:off x="3711967" y="4269210"/>
              <a:ext cx="186053" cy="1860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" dirty="0"/>
            </a:p>
          </p:txBody>
        </p:sp>
        <p:sp>
          <p:nvSpPr>
            <p:cNvPr id="228" name="文本框 227">
              <a:extLst>
                <a:ext uri="{FF2B5EF4-FFF2-40B4-BE49-F238E27FC236}">
                  <a16:creationId xmlns:a16="http://schemas.microsoft.com/office/drawing/2014/main" id="{27EDCE8E-7E83-00C6-CB79-BB5B09859CD6}"/>
                </a:ext>
              </a:extLst>
            </p:cNvPr>
            <p:cNvSpPr txBox="1"/>
            <p:nvPr/>
          </p:nvSpPr>
          <p:spPr>
            <a:xfrm>
              <a:off x="3637370" y="4270597"/>
              <a:ext cx="341612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0.03</a:t>
              </a:r>
              <a:endParaRPr lang="zh-CN" altLang="en-US" sz="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29" name="矩形 228">
              <a:extLst>
                <a:ext uri="{FF2B5EF4-FFF2-40B4-BE49-F238E27FC236}">
                  <a16:creationId xmlns:a16="http://schemas.microsoft.com/office/drawing/2014/main" id="{D848AA70-BD8D-B481-1852-BCDAB850EBD0}"/>
                </a:ext>
              </a:extLst>
            </p:cNvPr>
            <p:cNvSpPr/>
            <p:nvPr/>
          </p:nvSpPr>
          <p:spPr>
            <a:xfrm>
              <a:off x="3201653" y="3974524"/>
              <a:ext cx="186053" cy="1860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" dirty="0"/>
            </a:p>
          </p:txBody>
        </p:sp>
        <p:sp>
          <p:nvSpPr>
            <p:cNvPr id="230" name="文本框 229">
              <a:extLst>
                <a:ext uri="{FF2B5EF4-FFF2-40B4-BE49-F238E27FC236}">
                  <a16:creationId xmlns:a16="http://schemas.microsoft.com/office/drawing/2014/main" id="{3575A221-CBBB-66CB-950B-16EA531E6FE3}"/>
                </a:ext>
              </a:extLst>
            </p:cNvPr>
            <p:cNvSpPr txBox="1"/>
            <p:nvPr/>
          </p:nvSpPr>
          <p:spPr>
            <a:xfrm>
              <a:off x="3127056" y="3975911"/>
              <a:ext cx="341612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0.14</a:t>
              </a:r>
              <a:endParaRPr lang="zh-CN" altLang="en-US" sz="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31" name="矩形 230">
              <a:extLst>
                <a:ext uri="{FF2B5EF4-FFF2-40B4-BE49-F238E27FC236}">
                  <a16:creationId xmlns:a16="http://schemas.microsoft.com/office/drawing/2014/main" id="{D8D2B3C4-F83F-F5ED-1B70-F84A6999F3B7}"/>
                </a:ext>
              </a:extLst>
            </p:cNvPr>
            <p:cNvSpPr/>
            <p:nvPr/>
          </p:nvSpPr>
          <p:spPr>
            <a:xfrm>
              <a:off x="2669040" y="3974524"/>
              <a:ext cx="186053" cy="1860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" dirty="0"/>
            </a:p>
          </p:txBody>
        </p:sp>
        <p:sp>
          <p:nvSpPr>
            <p:cNvPr id="232" name="文本框 231">
              <a:extLst>
                <a:ext uri="{FF2B5EF4-FFF2-40B4-BE49-F238E27FC236}">
                  <a16:creationId xmlns:a16="http://schemas.microsoft.com/office/drawing/2014/main" id="{6123A6AC-FBF2-7B64-B044-A0305332FC83}"/>
                </a:ext>
              </a:extLst>
            </p:cNvPr>
            <p:cNvSpPr txBox="1"/>
            <p:nvPr/>
          </p:nvSpPr>
          <p:spPr>
            <a:xfrm>
              <a:off x="2594443" y="3975911"/>
              <a:ext cx="341612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0.20</a:t>
              </a:r>
              <a:endParaRPr lang="zh-CN" altLang="en-US" sz="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33" name="矩形 232">
              <a:extLst>
                <a:ext uri="{FF2B5EF4-FFF2-40B4-BE49-F238E27FC236}">
                  <a16:creationId xmlns:a16="http://schemas.microsoft.com/office/drawing/2014/main" id="{6A77E0B6-26EC-C6D7-A4FE-1D35B649556A}"/>
                </a:ext>
              </a:extLst>
            </p:cNvPr>
            <p:cNvSpPr/>
            <p:nvPr/>
          </p:nvSpPr>
          <p:spPr>
            <a:xfrm>
              <a:off x="2425987" y="3684958"/>
              <a:ext cx="186053" cy="1860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" dirty="0"/>
            </a:p>
          </p:txBody>
        </p:sp>
        <p:sp>
          <p:nvSpPr>
            <p:cNvPr id="234" name="文本框 233">
              <a:extLst>
                <a:ext uri="{FF2B5EF4-FFF2-40B4-BE49-F238E27FC236}">
                  <a16:creationId xmlns:a16="http://schemas.microsoft.com/office/drawing/2014/main" id="{2AF380F0-6EC6-C18E-A1F6-1826F2A24CF8}"/>
                </a:ext>
              </a:extLst>
            </p:cNvPr>
            <p:cNvSpPr txBox="1"/>
            <p:nvPr/>
          </p:nvSpPr>
          <p:spPr>
            <a:xfrm>
              <a:off x="2351390" y="3686345"/>
              <a:ext cx="341612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0.62</a:t>
              </a:r>
              <a:endParaRPr lang="zh-CN" altLang="en-US" sz="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35" name="矩形 234">
              <a:extLst>
                <a:ext uri="{FF2B5EF4-FFF2-40B4-BE49-F238E27FC236}">
                  <a16:creationId xmlns:a16="http://schemas.microsoft.com/office/drawing/2014/main" id="{88A5AABC-48E2-204A-2C3E-88B196F2324D}"/>
                </a:ext>
              </a:extLst>
            </p:cNvPr>
            <p:cNvSpPr/>
            <p:nvPr/>
          </p:nvSpPr>
          <p:spPr>
            <a:xfrm>
              <a:off x="2926509" y="3684958"/>
              <a:ext cx="186053" cy="1860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" dirty="0"/>
            </a:p>
          </p:txBody>
        </p:sp>
        <p:sp>
          <p:nvSpPr>
            <p:cNvPr id="236" name="文本框 235">
              <a:extLst>
                <a:ext uri="{FF2B5EF4-FFF2-40B4-BE49-F238E27FC236}">
                  <a16:creationId xmlns:a16="http://schemas.microsoft.com/office/drawing/2014/main" id="{739F1A7D-3C2B-0585-62A5-B7AB9D22D94C}"/>
                </a:ext>
              </a:extLst>
            </p:cNvPr>
            <p:cNvSpPr txBox="1"/>
            <p:nvPr/>
          </p:nvSpPr>
          <p:spPr>
            <a:xfrm>
              <a:off x="2851912" y="3686345"/>
              <a:ext cx="341612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0.78</a:t>
              </a:r>
              <a:endParaRPr lang="zh-CN" altLang="en-US" sz="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37" name="矩形 236">
              <a:extLst>
                <a:ext uri="{FF2B5EF4-FFF2-40B4-BE49-F238E27FC236}">
                  <a16:creationId xmlns:a16="http://schemas.microsoft.com/office/drawing/2014/main" id="{18299AE5-96D8-12BD-6AD1-67ADCD6B35CB}"/>
                </a:ext>
              </a:extLst>
            </p:cNvPr>
            <p:cNvSpPr/>
            <p:nvPr/>
          </p:nvSpPr>
          <p:spPr>
            <a:xfrm>
              <a:off x="2175548" y="3967610"/>
              <a:ext cx="186053" cy="1860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" dirty="0"/>
            </a:p>
          </p:txBody>
        </p:sp>
        <p:sp>
          <p:nvSpPr>
            <p:cNvPr id="238" name="文本框 237">
              <a:extLst>
                <a:ext uri="{FF2B5EF4-FFF2-40B4-BE49-F238E27FC236}">
                  <a16:creationId xmlns:a16="http://schemas.microsoft.com/office/drawing/2014/main" id="{62E04538-A3F6-3EA1-D474-EA4C06ADF51B}"/>
                </a:ext>
              </a:extLst>
            </p:cNvPr>
            <p:cNvSpPr txBox="1"/>
            <p:nvPr/>
          </p:nvSpPr>
          <p:spPr>
            <a:xfrm>
              <a:off x="2100951" y="3968997"/>
              <a:ext cx="341612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0.55</a:t>
              </a:r>
              <a:endParaRPr lang="zh-CN" altLang="en-US" sz="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44" name="矩形 243">
              <a:extLst>
                <a:ext uri="{FF2B5EF4-FFF2-40B4-BE49-F238E27FC236}">
                  <a16:creationId xmlns:a16="http://schemas.microsoft.com/office/drawing/2014/main" id="{9A323835-5F83-CBD7-E89A-018078BD6BCA}"/>
                </a:ext>
              </a:extLst>
            </p:cNvPr>
            <p:cNvSpPr/>
            <p:nvPr/>
          </p:nvSpPr>
          <p:spPr>
            <a:xfrm>
              <a:off x="1663613" y="5283411"/>
              <a:ext cx="186053" cy="1860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" dirty="0"/>
            </a:p>
          </p:txBody>
        </p:sp>
        <p:sp>
          <p:nvSpPr>
            <p:cNvPr id="245" name="文本框 244">
              <a:extLst>
                <a:ext uri="{FF2B5EF4-FFF2-40B4-BE49-F238E27FC236}">
                  <a16:creationId xmlns:a16="http://schemas.microsoft.com/office/drawing/2014/main" id="{11EC0565-3992-7232-9CE7-A6DCE6F5D819}"/>
                </a:ext>
              </a:extLst>
            </p:cNvPr>
            <p:cNvSpPr txBox="1"/>
            <p:nvPr/>
          </p:nvSpPr>
          <p:spPr>
            <a:xfrm>
              <a:off x="1589016" y="5284798"/>
              <a:ext cx="341612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0.87</a:t>
              </a:r>
              <a:endParaRPr lang="zh-CN" altLang="en-US" sz="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46" name="矩形 245">
              <a:extLst>
                <a:ext uri="{FF2B5EF4-FFF2-40B4-BE49-F238E27FC236}">
                  <a16:creationId xmlns:a16="http://schemas.microsoft.com/office/drawing/2014/main" id="{818098E4-6837-3161-ECA1-E58794A4CE34}"/>
                </a:ext>
              </a:extLst>
            </p:cNvPr>
            <p:cNvSpPr/>
            <p:nvPr/>
          </p:nvSpPr>
          <p:spPr>
            <a:xfrm>
              <a:off x="3711967" y="5283411"/>
              <a:ext cx="186053" cy="1860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" dirty="0"/>
            </a:p>
          </p:txBody>
        </p:sp>
        <p:sp>
          <p:nvSpPr>
            <p:cNvPr id="247" name="文本框 246">
              <a:extLst>
                <a:ext uri="{FF2B5EF4-FFF2-40B4-BE49-F238E27FC236}">
                  <a16:creationId xmlns:a16="http://schemas.microsoft.com/office/drawing/2014/main" id="{83A6A691-CA99-E98C-66C1-BDA55186607F}"/>
                </a:ext>
              </a:extLst>
            </p:cNvPr>
            <p:cNvSpPr txBox="1"/>
            <p:nvPr/>
          </p:nvSpPr>
          <p:spPr>
            <a:xfrm>
              <a:off x="3637370" y="5284798"/>
              <a:ext cx="341612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Def</a:t>
              </a:r>
              <a:endParaRPr lang="zh-CN" altLang="en-US" sz="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48" name="矩形 247">
              <a:extLst>
                <a:ext uri="{FF2B5EF4-FFF2-40B4-BE49-F238E27FC236}">
                  <a16:creationId xmlns:a16="http://schemas.microsoft.com/office/drawing/2014/main" id="{DADED6E3-AF5C-1766-530C-AA70D5256E33}"/>
                </a:ext>
              </a:extLst>
            </p:cNvPr>
            <p:cNvSpPr/>
            <p:nvPr/>
          </p:nvSpPr>
          <p:spPr>
            <a:xfrm>
              <a:off x="2669040" y="4988725"/>
              <a:ext cx="186053" cy="1860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" dirty="0"/>
            </a:p>
          </p:txBody>
        </p:sp>
        <p:sp>
          <p:nvSpPr>
            <p:cNvPr id="249" name="文本框 248">
              <a:extLst>
                <a:ext uri="{FF2B5EF4-FFF2-40B4-BE49-F238E27FC236}">
                  <a16:creationId xmlns:a16="http://schemas.microsoft.com/office/drawing/2014/main" id="{5C851DB1-788E-2F71-869A-650965F1C0E4}"/>
                </a:ext>
              </a:extLst>
            </p:cNvPr>
            <p:cNvSpPr txBox="1"/>
            <p:nvPr/>
          </p:nvSpPr>
          <p:spPr>
            <a:xfrm>
              <a:off x="2594443" y="4990112"/>
              <a:ext cx="341612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0.96</a:t>
              </a:r>
              <a:endParaRPr lang="zh-CN" altLang="en-US" sz="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50" name="矩形 249">
              <a:extLst>
                <a:ext uri="{FF2B5EF4-FFF2-40B4-BE49-F238E27FC236}">
                  <a16:creationId xmlns:a16="http://schemas.microsoft.com/office/drawing/2014/main" id="{C49F8339-D8E3-930A-B29E-AA16ACBB3A3F}"/>
                </a:ext>
              </a:extLst>
            </p:cNvPr>
            <p:cNvSpPr/>
            <p:nvPr/>
          </p:nvSpPr>
          <p:spPr>
            <a:xfrm>
              <a:off x="2175548" y="4981811"/>
              <a:ext cx="186053" cy="1860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" dirty="0"/>
            </a:p>
          </p:txBody>
        </p:sp>
        <p:sp>
          <p:nvSpPr>
            <p:cNvPr id="251" name="文本框 250">
              <a:extLst>
                <a:ext uri="{FF2B5EF4-FFF2-40B4-BE49-F238E27FC236}">
                  <a16:creationId xmlns:a16="http://schemas.microsoft.com/office/drawing/2014/main" id="{0058A3D9-815B-1394-5248-EE4991FC7B10}"/>
                </a:ext>
              </a:extLst>
            </p:cNvPr>
            <p:cNvSpPr txBox="1"/>
            <p:nvPr/>
          </p:nvSpPr>
          <p:spPr>
            <a:xfrm>
              <a:off x="2100951" y="4983198"/>
              <a:ext cx="341612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Def</a:t>
              </a:r>
              <a:endParaRPr lang="zh-CN" altLang="en-US" sz="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52" name="矩形 251">
              <a:extLst>
                <a:ext uri="{FF2B5EF4-FFF2-40B4-BE49-F238E27FC236}">
                  <a16:creationId xmlns:a16="http://schemas.microsoft.com/office/drawing/2014/main" id="{9780D624-4956-1F6D-5566-94D7FC34E327}"/>
                </a:ext>
              </a:extLst>
            </p:cNvPr>
            <p:cNvSpPr/>
            <p:nvPr/>
          </p:nvSpPr>
          <p:spPr>
            <a:xfrm>
              <a:off x="2923241" y="5283411"/>
              <a:ext cx="186053" cy="1860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" dirty="0"/>
            </a:p>
          </p:txBody>
        </p:sp>
        <p:sp>
          <p:nvSpPr>
            <p:cNvPr id="253" name="文本框 252">
              <a:extLst>
                <a:ext uri="{FF2B5EF4-FFF2-40B4-BE49-F238E27FC236}">
                  <a16:creationId xmlns:a16="http://schemas.microsoft.com/office/drawing/2014/main" id="{AD8345B1-0BE6-5C1D-EDF3-E119DEC05C42}"/>
                </a:ext>
              </a:extLst>
            </p:cNvPr>
            <p:cNvSpPr txBox="1"/>
            <p:nvPr/>
          </p:nvSpPr>
          <p:spPr>
            <a:xfrm>
              <a:off x="2848644" y="5284798"/>
              <a:ext cx="341612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Def</a:t>
              </a:r>
              <a:endParaRPr lang="zh-CN" altLang="en-US" sz="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54" name="椭圆 253">
              <a:extLst>
                <a:ext uri="{FF2B5EF4-FFF2-40B4-BE49-F238E27FC236}">
                  <a16:creationId xmlns:a16="http://schemas.microsoft.com/office/drawing/2014/main" id="{CBC66611-1AC5-4695-8D36-96A179D2DB5B}"/>
                </a:ext>
              </a:extLst>
            </p:cNvPr>
            <p:cNvSpPr/>
            <p:nvPr/>
          </p:nvSpPr>
          <p:spPr>
            <a:xfrm>
              <a:off x="4140616" y="5757862"/>
              <a:ext cx="104775" cy="104775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5" name="椭圆 254">
              <a:extLst>
                <a:ext uri="{FF2B5EF4-FFF2-40B4-BE49-F238E27FC236}">
                  <a16:creationId xmlns:a16="http://schemas.microsoft.com/office/drawing/2014/main" id="{5B6D88E1-0D44-900D-DBFF-CAB042080A34}"/>
                </a:ext>
              </a:extLst>
            </p:cNvPr>
            <p:cNvSpPr/>
            <p:nvPr/>
          </p:nvSpPr>
          <p:spPr>
            <a:xfrm>
              <a:off x="4140616" y="6031159"/>
              <a:ext cx="104775" cy="10477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6" name="椭圆 255">
              <a:extLst>
                <a:ext uri="{FF2B5EF4-FFF2-40B4-BE49-F238E27FC236}">
                  <a16:creationId xmlns:a16="http://schemas.microsoft.com/office/drawing/2014/main" id="{627F2FDC-2850-198D-5626-0EC6494BC6C5}"/>
                </a:ext>
              </a:extLst>
            </p:cNvPr>
            <p:cNvSpPr/>
            <p:nvPr/>
          </p:nvSpPr>
          <p:spPr>
            <a:xfrm>
              <a:off x="4140616" y="6304456"/>
              <a:ext cx="104775" cy="104775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7" name="矩形 256">
              <a:extLst>
                <a:ext uri="{FF2B5EF4-FFF2-40B4-BE49-F238E27FC236}">
                  <a16:creationId xmlns:a16="http://schemas.microsoft.com/office/drawing/2014/main" id="{DA92CF18-013B-4F6D-C206-AAD0A078E143}"/>
                </a:ext>
              </a:extLst>
            </p:cNvPr>
            <p:cNvSpPr/>
            <p:nvPr/>
          </p:nvSpPr>
          <p:spPr>
            <a:xfrm>
              <a:off x="1665039" y="5715629"/>
              <a:ext cx="186053" cy="18605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58" name="矩形 257">
              <a:extLst>
                <a:ext uri="{FF2B5EF4-FFF2-40B4-BE49-F238E27FC236}">
                  <a16:creationId xmlns:a16="http://schemas.microsoft.com/office/drawing/2014/main" id="{787B9372-7E83-A887-29C0-9FBFA4326FE2}"/>
                </a:ext>
              </a:extLst>
            </p:cNvPr>
            <p:cNvSpPr/>
            <p:nvPr/>
          </p:nvSpPr>
          <p:spPr>
            <a:xfrm>
              <a:off x="1912616" y="5715629"/>
              <a:ext cx="186053" cy="18605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59" name="矩形 258">
              <a:extLst>
                <a:ext uri="{FF2B5EF4-FFF2-40B4-BE49-F238E27FC236}">
                  <a16:creationId xmlns:a16="http://schemas.microsoft.com/office/drawing/2014/main" id="{0C1DF84A-EA8E-3233-D110-A7808B50EE3E}"/>
                </a:ext>
              </a:extLst>
            </p:cNvPr>
            <p:cNvSpPr/>
            <p:nvPr/>
          </p:nvSpPr>
          <p:spPr>
            <a:xfrm>
              <a:off x="2175547" y="5715629"/>
              <a:ext cx="186053" cy="18605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60" name="矩形 259">
              <a:extLst>
                <a:ext uri="{FF2B5EF4-FFF2-40B4-BE49-F238E27FC236}">
                  <a16:creationId xmlns:a16="http://schemas.microsoft.com/office/drawing/2014/main" id="{9F118CC7-B550-7E8E-1B55-4FD9D561EE04}"/>
                </a:ext>
              </a:extLst>
            </p:cNvPr>
            <p:cNvSpPr/>
            <p:nvPr/>
          </p:nvSpPr>
          <p:spPr>
            <a:xfrm>
              <a:off x="2425986" y="5715629"/>
              <a:ext cx="186053" cy="18605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61" name="矩形 260">
              <a:extLst>
                <a:ext uri="{FF2B5EF4-FFF2-40B4-BE49-F238E27FC236}">
                  <a16:creationId xmlns:a16="http://schemas.microsoft.com/office/drawing/2014/main" id="{CF8E03AA-FEE2-40C0-14F4-9E53BC6C5E4D}"/>
                </a:ext>
              </a:extLst>
            </p:cNvPr>
            <p:cNvSpPr/>
            <p:nvPr/>
          </p:nvSpPr>
          <p:spPr>
            <a:xfrm>
              <a:off x="2666789" y="5715629"/>
              <a:ext cx="186053" cy="18605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62" name="矩形 261">
              <a:extLst>
                <a:ext uri="{FF2B5EF4-FFF2-40B4-BE49-F238E27FC236}">
                  <a16:creationId xmlns:a16="http://schemas.microsoft.com/office/drawing/2014/main" id="{2BD2ABF3-1EE7-67F1-3BBD-8B6C85B22637}"/>
                </a:ext>
              </a:extLst>
            </p:cNvPr>
            <p:cNvSpPr/>
            <p:nvPr/>
          </p:nvSpPr>
          <p:spPr>
            <a:xfrm>
              <a:off x="2926423" y="5715629"/>
              <a:ext cx="186053" cy="18605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63" name="矩形 262">
              <a:extLst>
                <a:ext uri="{FF2B5EF4-FFF2-40B4-BE49-F238E27FC236}">
                  <a16:creationId xmlns:a16="http://schemas.microsoft.com/office/drawing/2014/main" id="{C9269780-4703-02FD-53D4-C7DEF08A1EE7}"/>
                </a:ext>
              </a:extLst>
            </p:cNvPr>
            <p:cNvSpPr/>
            <p:nvPr/>
          </p:nvSpPr>
          <p:spPr>
            <a:xfrm>
              <a:off x="3189569" y="5715629"/>
              <a:ext cx="186053" cy="18605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64" name="矩形 263">
              <a:extLst>
                <a:ext uri="{FF2B5EF4-FFF2-40B4-BE49-F238E27FC236}">
                  <a16:creationId xmlns:a16="http://schemas.microsoft.com/office/drawing/2014/main" id="{E51B7C4A-99D3-4C9A-B3B6-E9FB9FC938E3}"/>
                </a:ext>
              </a:extLst>
            </p:cNvPr>
            <p:cNvSpPr/>
            <p:nvPr/>
          </p:nvSpPr>
          <p:spPr>
            <a:xfrm>
              <a:off x="3456182" y="5715629"/>
              <a:ext cx="186053" cy="18605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65" name="矩形 264">
              <a:extLst>
                <a:ext uri="{FF2B5EF4-FFF2-40B4-BE49-F238E27FC236}">
                  <a16:creationId xmlns:a16="http://schemas.microsoft.com/office/drawing/2014/main" id="{EACBB410-6129-C3B6-5709-A0F172E40FAB}"/>
                </a:ext>
              </a:extLst>
            </p:cNvPr>
            <p:cNvSpPr/>
            <p:nvPr/>
          </p:nvSpPr>
          <p:spPr>
            <a:xfrm>
              <a:off x="3711967" y="5715629"/>
              <a:ext cx="186053" cy="18605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66" name="矩形 265">
              <a:extLst>
                <a:ext uri="{FF2B5EF4-FFF2-40B4-BE49-F238E27FC236}">
                  <a16:creationId xmlns:a16="http://schemas.microsoft.com/office/drawing/2014/main" id="{E6B57BE1-21B8-8872-96E9-BDBA0301CE58}"/>
                </a:ext>
              </a:extLst>
            </p:cNvPr>
            <p:cNvSpPr/>
            <p:nvPr/>
          </p:nvSpPr>
          <p:spPr>
            <a:xfrm>
              <a:off x="1665039" y="6272841"/>
              <a:ext cx="186053" cy="18605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67" name="矩形 266">
              <a:extLst>
                <a:ext uri="{FF2B5EF4-FFF2-40B4-BE49-F238E27FC236}">
                  <a16:creationId xmlns:a16="http://schemas.microsoft.com/office/drawing/2014/main" id="{5D169A45-3896-10BA-B0B3-D2FDA70B1004}"/>
                </a:ext>
              </a:extLst>
            </p:cNvPr>
            <p:cNvSpPr/>
            <p:nvPr/>
          </p:nvSpPr>
          <p:spPr>
            <a:xfrm>
              <a:off x="1912616" y="6272841"/>
              <a:ext cx="186053" cy="18605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68" name="矩形 267">
              <a:extLst>
                <a:ext uri="{FF2B5EF4-FFF2-40B4-BE49-F238E27FC236}">
                  <a16:creationId xmlns:a16="http://schemas.microsoft.com/office/drawing/2014/main" id="{FC912AF1-4F2F-E242-7955-6F4421E8E58E}"/>
                </a:ext>
              </a:extLst>
            </p:cNvPr>
            <p:cNvSpPr/>
            <p:nvPr/>
          </p:nvSpPr>
          <p:spPr>
            <a:xfrm>
              <a:off x="2175547" y="6272841"/>
              <a:ext cx="186053" cy="18605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69" name="矩形 268">
              <a:extLst>
                <a:ext uri="{FF2B5EF4-FFF2-40B4-BE49-F238E27FC236}">
                  <a16:creationId xmlns:a16="http://schemas.microsoft.com/office/drawing/2014/main" id="{FFB68E04-F73D-97EA-6973-236EA0C16834}"/>
                </a:ext>
              </a:extLst>
            </p:cNvPr>
            <p:cNvSpPr/>
            <p:nvPr/>
          </p:nvSpPr>
          <p:spPr>
            <a:xfrm>
              <a:off x="2425986" y="6272841"/>
              <a:ext cx="186053" cy="18605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70" name="矩形 269">
              <a:extLst>
                <a:ext uri="{FF2B5EF4-FFF2-40B4-BE49-F238E27FC236}">
                  <a16:creationId xmlns:a16="http://schemas.microsoft.com/office/drawing/2014/main" id="{616E10B6-CF90-472A-9CDA-BF7D4E2978CD}"/>
                </a:ext>
              </a:extLst>
            </p:cNvPr>
            <p:cNvSpPr/>
            <p:nvPr/>
          </p:nvSpPr>
          <p:spPr>
            <a:xfrm>
              <a:off x="2666789" y="6272841"/>
              <a:ext cx="186053" cy="18605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71" name="矩形 270">
              <a:extLst>
                <a:ext uri="{FF2B5EF4-FFF2-40B4-BE49-F238E27FC236}">
                  <a16:creationId xmlns:a16="http://schemas.microsoft.com/office/drawing/2014/main" id="{887A682A-EA71-DFC9-62A6-D77F72587794}"/>
                </a:ext>
              </a:extLst>
            </p:cNvPr>
            <p:cNvSpPr/>
            <p:nvPr/>
          </p:nvSpPr>
          <p:spPr>
            <a:xfrm>
              <a:off x="2926423" y="6272841"/>
              <a:ext cx="186053" cy="18605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72" name="矩形 271">
              <a:extLst>
                <a:ext uri="{FF2B5EF4-FFF2-40B4-BE49-F238E27FC236}">
                  <a16:creationId xmlns:a16="http://schemas.microsoft.com/office/drawing/2014/main" id="{1230D9E1-A5F8-BD01-27F7-41EBC2387582}"/>
                </a:ext>
              </a:extLst>
            </p:cNvPr>
            <p:cNvSpPr/>
            <p:nvPr/>
          </p:nvSpPr>
          <p:spPr>
            <a:xfrm>
              <a:off x="3189569" y="6272841"/>
              <a:ext cx="186053" cy="18605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73" name="矩形 272">
              <a:extLst>
                <a:ext uri="{FF2B5EF4-FFF2-40B4-BE49-F238E27FC236}">
                  <a16:creationId xmlns:a16="http://schemas.microsoft.com/office/drawing/2014/main" id="{37FE5D0F-F287-3786-7C2C-B874528402C9}"/>
                </a:ext>
              </a:extLst>
            </p:cNvPr>
            <p:cNvSpPr/>
            <p:nvPr/>
          </p:nvSpPr>
          <p:spPr>
            <a:xfrm>
              <a:off x="3456182" y="6272841"/>
              <a:ext cx="186053" cy="18605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74" name="矩形 273">
              <a:extLst>
                <a:ext uri="{FF2B5EF4-FFF2-40B4-BE49-F238E27FC236}">
                  <a16:creationId xmlns:a16="http://schemas.microsoft.com/office/drawing/2014/main" id="{5BD04E27-3E58-FBAD-7565-0A8B1B12ECC6}"/>
                </a:ext>
              </a:extLst>
            </p:cNvPr>
            <p:cNvSpPr/>
            <p:nvPr/>
          </p:nvSpPr>
          <p:spPr>
            <a:xfrm>
              <a:off x="3711967" y="6272841"/>
              <a:ext cx="186053" cy="18605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75" name="矩形 274">
              <a:extLst>
                <a:ext uri="{FF2B5EF4-FFF2-40B4-BE49-F238E27FC236}">
                  <a16:creationId xmlns:a16="http://schemas.microsoft.com/office/drawing/2014/main" id="{0B886C6F-3B3F-3FDB-8802-3EEC21BA2628}"/>
                </a:ext>
              </a:extLst>
            </p:cNvPr>
            <p:cNvSpPr/>
            <p:nvPr/>
          </p:nvSpPr>
          <p:spPr>
            <a:xfrm>
              <a:off x="1665039" y="5991552"/>
              <a:ext cx="186053" cy="18605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0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76" name="矩形 275">
              <a:extLst>
                <a:ext uri="{FF2B5EF4-FFF2-40B4-BE49-F238E27FC236}">
                  <a16:creationId xmlns:a16="http://schemas.microsoft.com/office/drawing/2014/main" id="{F82593D1-5F07-5043-7458-225E06067306}"/>
                </a:ext>
              </a:extLst>
            </p:cNvPr>
            <p:cNvSpPr/>
            <p:nvPr/>
          </p:nvSpPr>
          <p:spPr>
            <a:xfrm>
              <a:off x="1909461" y="5991552"/>
              <a:ext cx="186053" cy="18605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0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77" name="矩形 276">
              <a:extLst>
                <a:ext uri="{FF2B5EF4-FFF2-40B4-BE49-F238E27FC236}">
                  <a16:creationId xmlns:a16="http://schemas.microsoft.com/office/drawing/2014/main" id="{5D66435E-6A37-D23D-B048-4923EF95FB53}"/>
                </a:ext>
              </a:extLst>
            </p:cNvPr>
            <p:cNvSpPr/>
            <p:nvPr/>
          </p:nvSpPr>
          <p:spPr>
            <a:xfrm>
              <a:off x="2175548" y="5991552"/>
              <a:ext cx="186053" cy="18605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0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78" name="矩形 277">
              <a:extLst>
                <a:ext uri="{FF2B5EF4-FFF2-40B4-BE49-F238E27FC236}">
                  <a16:creationId xmlns:a16="http://schemas.microsoft.com/office/drawing/2014/main" id="{D63618CB-67B6-E4C7-0BD5-FD6A187F3838}"/>
                </a:ext>
              </a:extLst>
            </p:cNvPr>
            <p:cNvSpPr/>
            <p:nvPr/>
          </p:nvSpPr>
          <p:spPr>
            <a:xfrm>
              <a:off x="2425986" y="5991552"/>
              <a:ext cx="186053" cy="18605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0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79" name="矩形 278">
              <a:extLst>
                <a:ext uri="{FF2B5EF4-FFF2-40B4-BE49-F238E27FC236}">
                  <a16:creationId xmlns:a16="http://schemas.microsoft.com/office/drawing/2014/main" id="{799453DA-EB8D-A769-7C81-220E69C73050}"/>
                </a:ext>
              </a:extLst>
            </p:cNvPr>
            <p:cNvSpPr/>
            <p:nvPr/>
          </p:nvSpPr>
          <p:spPr>
            <a:xfrm>
              <a:off x="2662591" y="5991552"/>
              <a:ext cx="186053" cy="18605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0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80" name="矩形 279">
              <a:extLst>
                <a:ext uri="{FF2B5EF4-FFF2-40B4-BE49-F238E27FC236}">
                  <a16:creationId xmlns:a16="http://schemas.microsoft.com/office/drawing/2014/main" id="{3ED78F10-AD99-302E-1AA2-8232E90DF050}"/>
                </a:ext>
              </a:extLst>
            </p:cNvPr>
            <p:cNvSpPr/>
            <p:nvPr/>
          </p:nvSpPr>
          <p:spPr>
            <a:xfrm>
              <a:off x="2926509" y="5991552"/>
              <a:ext cx="186053" cy="18605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0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81" name="矩形 280">
              <a:extLst>
                <a:ext uri="{FF2B5EF4-FFF2-40B4-BE49-F238E27FC236}">
                  <a16:creationId xmlns:a16="http://schemas.microsoft.com/office/drawing/2014/main" id="{9CC779C5-47B4-BB69-8E4B-789C913A5195}"/>
                </a:ext>
              </a:extLst>
            </p:cNvPr>
            <p:cNvSpPr/>
            <p:nvPr/>
          </p:nvSpPr>
          <p:spPr>
            <a:xfrm>
              <a:off x="3190256" y="5991552"/>
              <a:ext cx="186053" cy="18605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0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82" name="矩形 281">
              <a:extLst>
                <a:ext uri="{FF2B5EF4-FFF2-40B4-BE49-F238E27FC236}">
                  <a16:creationId xmlns:a16="http://schemas.microsoft.com/office/drawing/2014/main" id="{D787193D-2D49-D842-F832-84F0311B9336}"/>
                </a:ext>
              </a:extLst>
            </p:cNvPr>
            <p:cNvSpPr/>
            <p:nvPr/>
          </p:nvSpPr>
          <p:spPr>
            <a:xfrm>
              <a:off x="3451317" y="5991552"/>
              <a:ext cx="186053" cy="18605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0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83" name="矩形 282">
              <a:extLst>
                <a:ext uri="{FF2B5EF4-FFF2-40B4-BE49-F238E27FC236}">
                  <a16:creationId xmlns:a16="http://schemas.microsoft.com/office/drawing/2014/main" id="{210E8073-BF7F-73D1-656E-F31E163D9E75}"/>
                </a:ext>
              </a:extLst>
            </p:cNvPr>
            <p:cNvSpPr/>
            <p:nvPr/>
          </p:nvSpPr>
          <p:spPr>
            <a:xfrm>
              <a:off x="3711966" y="5991552"/>
              <a:ext cx="186053" cy="18605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0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284" name="矩形: 圆角 283">
            <a:extLst>
              <a:ext uri="{FF2B5EF4-FFF2-40B4-BE49-F238E27FC236}">
                <a16:creationId xmlns:a16="http://schemas.microsoft.com/office/drawing/2014/main" id="{DFD36BA5-CCA3-0BBC-45EB-3E1E1C6BFD33}"/>
              </a:ext>
            </a:extLst>
          </p:cNvPr>
          <p:cNvSpPr/>
          <p:nvPr/>
        </p:nvSpPr>
        <p:spPr>
          <a:xfrm>
            <a:off x="349396" y="2837442"/>
            <a:ext cx="875989" cy="490318"/>
          </a:xfrm>
          <a:prstGeom prst="roundRect">
            <a:avLst>
              <a:gd name="adj" fmla="val 31978"/>
            </a:avLst>
          </a:prstGeom>
          <a:solidFill>
            <a:srgbClr val="DBE6DD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通道</a:t>
            </a:r>
            <a:r>
              <a:rPr lang="en-US" altLang="zh-CN" sz="11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pPr algn="ctr"/>
            <a:r>
              <a:rPr lang="zh-CN" altLang="en-US" sz="11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位置矩阵</a:t>
            </a:r>
          </a:p>
        </p:txBody>
      </p:sp>
      <p:sp>
        <p:nvSpPr>
          <p:cNvPr id="285" name="矩形: 圆角 284">
            <a:extLst>
              <a:ext uri="{FF2B5EF4-FFF2-40B4-BE49-F238E27FC236}">
                <a16:creationId xmlns:a16="http://schemas.microsoft.com/office/drawing/2014/main" id="{F6C4630A-4663-1FBD-5EF7-537A0639B3F7}"/>
              </a:ext>
            </a:extLst>
          </p:cNvPr>
          <p:cNvSpPr/>
          <p:nvPr/>
        </p:nvSpPr>
        <p:spPr>
          <a:xfrm>
            <a:off x="349396" y="3847883"/>
            <a:ext cx="875989" cy="490318"/>
          </a:xfrm>
          <a:prstGeom prst="roundRect">
            <a:avLst>
              <a:gd name="adj" fmla="val 31978"/>
            </a:avLst>
          </a:prstGeom>
          <a:solidFill>
            <a:srgbClr val="DBE6DD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通道</a:t>
            </a:r>
            <a:r>
              <a:rPr lang="en-US" altLang="zh-CN" sz="11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  <a:p>
            <a:pPr algn="ctr"/>
            <a:r>
              <a:rPr lang="zh-CN" altLang="en-US" sz="11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速度矩阵</a:t>
            </a:r>
          </a:p>
        </p:txBody>
      </p:sp>
      <p:sp>
        <p:nvSpPr>
          <p:cNvPr id="286" name="矩形: 圆角 285">
            <a:extLst>
              <a:ext uri="{FF2B5EF4-FFF2-40B4-BE49-F238E27FC236}">
                <a16:creationId xmlns:a16="http://schemas.microsoft.com/office/drawing/2014/main" id="{1A6276BD-E508-399B-C460-2ECEC27BC25C}"/>
              </a:ext>
            </a:extLst>
          </p:cNvPr>
          <p:cNvSpPr/>
          <p:nvPr/>
        </p:nvSpPr>
        <p:spPr>
          <a:xfrm>
            <a:off x="266087" y="4836592"/>
            <a:ext cx="1021223" cy="490318"/>
          </a:xfrm>
          <a:prstGeom prst="roundRect">
            <a:avLst>
              <a:gd name="adj" fmla="val 31978"/>
            </a:avLst>
          </a:prstGeom>
          <a:solidFill>
            <a:srgbClr val="DBE6DD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通道</a:t>
            </a:r>
            <a:r>
              <a:rPr lang="en-US" altLang="zh-CN" sz="11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  <a:p>
            <a:pPr algn="ctr"/>
            <a:r>
              <a:rPr lang="zh-CN" altLang="en-US" sz="11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置信度矩阵</a:t>
            </a:r>
          </a:p>
        </p:txBody>
      </p:sp>
      <p:sp>
        <p:nvSpPr>
          <p:cNvPr id="287" name="矩形: 圆角 286">
            <a:extLst>
              <a:ext uri="{FF2B5EF4-FFF2-40B4-BE49-F238E27FC236}">
                <a16:creationId xmlns:a16="http://schemas.microsoft.com/office/drawing/2014/main" id="{B326DC94-E495-21DB-F55B-A36C94616BD6}"/>
              </a:ext>
            </a:extLst>
          </p:cNvPr>
          <p:cNvSpPr/>
          <p:nvPr/>
        </p:nvSpPr>
        <p:spPr>
          <a:xfrm>
            <a:off x="349396" y="5838387"/>
            <a:ext cx="875989" cy="490318"/>
          </a:xfrm>
          <a:prstGeom prst="roundRect">
            <a:avLst>
              <a:gd name="adj" fmla="val 31978"/>
            </a:avLst>
          </a:prstGeom>
          <a:solidFill>
            <a:srgbClr val="DBE6DD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通道</a:t>
            </a:r>
            <a:r>
              <a:rPr lang="en-US" altLang="zh-CN" sz="11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  <a:p>
            <a:pPr algn="ctr"/>
            <a:r>
              <a:rPr lang="zh-CN" altLang="en-US" sz="11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信号矩阵</a:t>
            </a:r>
          </a:p>
        </p:txBody>
      </p:sp>
      <p:sp>
        <p:nvSpPr>
          <p:cNvPr id="289" name="矩形: 圆角 288">
            <a:extLst>
              <a:ext uri="{FF2B5EF4-FFF2-40B4-BE49-F238E27FC236}">
                <a16:creationId xmlns:a16="http://schemas.microsoft.com/office/drawing/2014/main" id="{BFB98B17-9997-C215-3045-7D7BBF6CF85C}"/>
              </a:ext>
            </a:extLst>
          </p:cNvPr>
          <p:cNvSpPr/>
          <p:nvPr/>
        </p:nvSpPr>
        <p:spPr>
          <a:xfrm>
            <a:off x="4993849" y="1522259"/>
            <a:ext cx="3063735" cy="1805502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0" name="矩形: 圆角 289">
            <a:extLst>
              <a:ext uri="{FF2B5EF4-FFF2-40B4-BE49-F238E27FC236}">
                <a16:creationId xmlns:a16="http://schemas.microsoft.com/office/drawing/2014/main" id="{55854ACB-4845-3B47-3062-850C173B5987}"/>
              </a:ext>
            </a:extLst>
          </p:cNvPr>
          <p:cNvSpPr/>
          <p:nvPr/>
        </p:nvSpPr>
        <p:spPr>
          <a:xfrm>
            <a:off x="5151241" y="1664563"/>
            <a:ext cx="1684604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动作空间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Action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91" name="对象 290">
            <a:extLst>
              <a:ext uri="{FF2B5EF4-FFF2-40B4-BE49-F238E27FC236}">
                <a16:creationId xmlns:a16="http://schemas.microsoft.com/office/drawing/2014/main" id="{EAF8FE56-8527-57BF-8FAC-5A21BAD3AA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9067212"/>
              </p:ext>
            </p:extLst>
          </p:nvPr>
        </p:nvGraphicFramePr>
        <p:xfrm>
          <a:off x="5151241" y="2234255"/>
          <a:ext cx="1370012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863280" imgH="203040" progId="Equation.DSMT4">
                  <p:embed/>
                </p:oleObj>
              </mc:Choice>
              <mc:Fallback>
                <p:oleObj name="Equation" r:id="rId11" imgW="863280" imgH="20304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B88AFB66-B0BB-DD58-5481-7DF85C4934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151241" y="2234255"/>
                        <a:ext cx="1370012" cy="319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2" name="对象 291">
            <a:extLst>
              <a:ext uri="{FF2B5EF4-FFF2-40B4-BE49-F238E27FC236}">
                <a16:creationId xmlns:a16="http://schemas.microsoft.com/office/drawing/2014/main" id="{82E3DF53-EC70-8CFE-547F-08939C38E7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4161271"/>
              </p:ext>
            </p:extLst>
          </p:nvPr>
        </p:nvGraphicFramePr>
        <p:xfrm>
          <a:off x="5151241" y="2759558"/>
          <a:ext cx="2810238" cy="2947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158920" imgH="228600" progId="Equation.DSMT4">
                  <p:embed/>
                </p:oleObj>
              </mc:Choice>
              <mc:Fallback>
                <p:oleObj name="Equation" r:id="rId13" imgW="2158920" imgH="228600" progId="Equation.DSMT4">
                  <p:embed/>
                  <p:pic>
                    <p:nvPicPr>
                      <p:cNvPr id="291" name="对象 290">
                        <a:extLst>
                          <a:ext uri="{FF2B5EF4-FFF2-40B4-BE49-F238E27FC236}">
                            <a16:creationId xmlns:a16="http://schemas.microsoft.com/office/drawing/2014/main" id="{EAF8FE56-8527-57BF-8FAC-5A21BAD3AA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151241" y="2759558"/>
                        <a:ext cx="2810238" cy="2947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3" name="矩形: 圆角 292">
            <a:extLst>
              <a:ext uri="{FF2B5EF4-FFF2-40B4-BE49-F238E27FC236}">
                <a16:creationId xmlns:a16="http://schemas.microsoft.com/office/drawing/2014/main" id="{F72C1B88-C7DB-E715-705A-543A5C026B05}"/>
              </a:ext>
            </a:extLst>
          </p:cNvPr>
          <p:cNvSpPr/>
          <p:nvPr/>
        </p:nvSpPr>
        <p:spPr>
          <a:xfrm>
            <a:off x="8370791" y="1522259"/>
            <a:ext cx="3543569" cy="1805502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4" name="矩形: 圆角 293">
            <a:extLst>
              <a:ext uri="{FF2B5EF4-FFF2-40B4-BE49-F238E27FC236}">
                <a16:creationId xmlns:a16="http://schemas.microsoft.com/office/drawing/2014/main" id="{ACB5CAB9-7F32-B5CF-73F7-6DA1DD737CC6}"/>
              </a:ext>
            </a:extLst>
          </p:cNvPr>
          <p:cNvSpPr/>
          <p:nvPr/>
        </p:nvSpPr>
        <p:spPr>
          <a:xfrm>
            <a:off x="8528183" y="1664563"/>
            <a:ext cx="1168078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DQN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决策</a:t>
            </a:r>
          </a:p>
        </p:txBody>
      </p:sp>
      <p:graphicFrame>
        <p:nvGraphicFramePr>
          <p:cNvPr id="295" name="对象 294">
            <a:extLst>
              <a:ext uri="{FF2B5EF4-FFF2-40B4-BE49-F238E27FC236}">
                <a16:creationId xmlns:a16="http://schemas.microsoft.com/office/drawing/2014/main" id="{A0FC9EE4-8CCA-25FD-C54F-0C6C644A53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0666689"/>
              </p:ext>
            </p:extLst>
          </p:nvPr>
        </p:nvGraphicFramePr>
        <p:xfrm>
          <a:off x="8475019" y="2100554"/>
          <a:ext cx="3335111" cy="69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768400" imgH="583920" progId="Equation.DSMT4">
                  <p:embed/>
                </p:oleObj>
              </mc:Choice>
              <mc:Fallback>
                <p:oleObj name="Equation" r:id="rId15" imgW="2768400" imgH="583920" progId="Equation.DSMT4">
                  <p:embed/>
                  <p:pic>
                    <p:nvPicPr>
                      <p:cNvPr id="291" name="对象 290">
                        <a:extLst>
                          <a:ext uri="{FF2B5EF4-FFF2-40B4-BE49-F238E27FC236}">
                            <a16:creationId xmlns:a16="http://schemas.microsoft.com/office/drawing/2014/main" id="{EAF8FE56-8527-57BF-8FAC-5A21BAD3AA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475019" y="2100554"/>
                        <a:ext cx="3335111" cy="698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6" name="对象 295">
            <a:extLst>
              <a:ext uri="{FF2B5EF4-FFF2-40B4-BE49-F238E27FC236}">
                <a16:creationId xmlns:a16="http://schemas.microsoft.com/office/drawing/2014/main" id="{A8554D78-D598-6C84-4CA8-03A9E63E49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0330063"/>
              </p:ext>
            </p:extLst>
          </p:nvPr>
        </p:nvGraphicFramePr>
        <p:xfrm>
          <a:off x="8528183" y="2885966"/>
          <a:ext cx="2065338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587240" imgH="228600" progId="Equation.DSMT4">
                  <p:embed/>
                </p:oleObj>
              </mc:Choice>
              <mc:Fallback>
                <p:oleObj name="Equation" r:id="rId17" imgW="1587240" imgH="228600" progId="Equation.DSMT4">
                  <p:embed/>
                  <p:pic>
                    <p:nvPicPr>
                      <p:cNvPr id="292" name="对象 291">
                        <a:extLst>
                          <a:ext uri="{FF2B5EF4-FFF2-40B4-BE49-F238E27FC236}">
                            <a16:creationId xmlns:a16="http://schemas.microsoft.com/office/drawing/2014/main" id="{82E3DF53-EC70-8CFE-547F-08939C38E7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528183" y="2885966"/>
                        <a:ext cx="2065338" cy="295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" name="矩形: 圆角 296">
            <a:extLst>
              <a:ext uri="{FF2B5EF4-FFF2-40B4-BE49-F238E27FC236}">
                <a16:creationId xmlns:a16="http://schemas.microsoft.com/office/drawing/2014/main" id="{30F9E56F-A384-95EB-8544-F87A62DDEA9A}"/>
              </a:ext>
            </a:extLst>
          </p:cNvPr>
          <p:cNvSpPr/>
          <p:nvPr/>
        </p:nvSpPr>
        <p:spPr>
          <a:xfrm>
            <a:off x="4993849" y="3513629"/>
            <a:ext cx="6920511" cy="1476949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8" name="矩形: 圆角 297">
            <a:extLst>
              <a:ext uri="{FF2B5EF4-FFF2-40B4-BE49-F238E27FC236}">
                <a16:creationId xmlns:a16="http://schemas.microsoft.com/office/drawing/2014/main" id="{EB396EF4-213C-8615-201A-0953AE886DD8}"/>
              </a:ext>
            </a:extLst>
          </p:cNvPr>
          <p:cNvSpPr/>
          <p:nvPr/>
        </p:nvSpPr>
        <p:spPr>
          <a:xfrm>
            <a:off x="5151241" y="3655934"/>
            <a:ext cx="1113758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CNN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</a:p>
        </p:txBody>
      </p:sp>
      <p:sp>
        <p:nvSpPr>
          <p:cNvPr id="300" name="矩形: 圆角 299">
            <a:extLst>
              <a:ext uri="{FF2B5EF4-FFF2-40B4-BE49-F238E27FC236}">
                <a16:creationId xmlns:a16="http://schemas.microsoft.com/office/drawing/2014/main" id="{A2BA5975-58A7-45EF-0B41-438580C22248}"/>
              </a:ext>
            </a:extLst>
          </p:cNvPr>
          <p:cNvSpPr/>
          <p:nvPr/>
        </p:nvSpPr>
        <p:spPr>
          <a:xfrm>
            <a:off x="4993849" y="5132883"/>
            <a:ext cx="6920511" cy="1566810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1" name="矩形: 圆角 300">
            <a:extLst>
              <a:ext uri="{FF2B5EF4-FFF2-40B4-BE49-F238E27FC236}">
                <a16:creationId xmlns:a16="http://schemas.microsoft.com/office/drawing/2014/main" id="{3D6FC594-F96E-3CD7-DB8E-5DACB9527091}"/>
              </a:ext>
            </a:extLst>
          </p:cNvPr>
          <p:cNvSpPr/>
          <p:nvPr/>
        </p:nvSpPr>
        <p:spPr>
          <a:xfrm>
            <a:off x="5151241" y="5275188"/>
            <a:ext cx="1874248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奖励空间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Reward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02" name="对象 301">
            <a:extLst>
              <a:ext uri="{FF2B5EF4-FFF2-40B4-BE49-F238E27FC236}">
                <a16:creationId xmlns:a16="http://schemas.microsoft.com/office/drawing/2014/main" id="{8C0D6B30-056B-9768-8FEE-EAF768D834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666243"/>
              </p:ext>
            </p:extLst>
          </p:nvPr>
        </p:nvGraphicFramePr>
        <p:xfrm>
          <a:off x="5126038" y="5589589"/>
          <a:ext cx="2635251" cy="6039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197080" imgH="507960" progId="Equation.DSMT4">
                  <p:embed/>
                </p:oleObj>
              </mc:Choice>
              <mc:Fallback>
                <p:oleObj name="Equation" r:id="rId19" imgW="2197080" imgH="507960" progId="Equation.DSMT4">
                  <p:embed/>
                  <p:pic>
                    <p:nvPicPr>
                      <p:cNvPr id="292" name="对象 291">
                        <a:extLst>
                          <a:ext uri="{FF2B5EF4-FFF2-40B4-BE49-F238E27FC236}">
                            <a16:creationId xmlns:a16="http://schemas.microsoft.com/office/drawing/2014/main" id="{82E3DF53-EC70-8CFE-547F-08939C38E7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126038" y="5589589"/>
                        <a:ext cx="2635251" cy="6039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3" name="文本框 302">
            <a:extLst>
              <a:ext uri="{FF2B5EF4-FFF2-40B4-BE49-F238E27FC236}">
                <a16:creationId xmlns:a16="http://schemas.microsoft.com/office/drawing/2014/main" id="{F70EE95C-63D8-AABD-20D4-C55BA4C34DAA}"/>
              </a:ext>
            </a:extLst>
          </p:cNvPr>
          <p:cNvSpPr txBox="1"/>
          <p:nvPr/>
        </p:nvSpPr>
        <p:spPr>
          <a:xfrm>
            <a:off x="7134828" y="5268142"/>
            <a:ext cx="19548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Minimize </a:t>
            </a:r>
            <a:r>
              <a:rPr lang="zh-CN" altLang="en-US" sz="14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延误</a:t>
            </a:r>
            <a:r>
              <a:rPr lang="en-US" altLang="zh-CN" sz="14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en-US" sz="14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排队</a:t>
            </a:r>
            <a:endParaRPr lang="zh-CN" altLang="en-US" sz="14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04" name="对象 303">
            <a:extLst>
              <a:ext uri="{FF2B5EF4-FFF2-40B4-BE49-F238E27FC236}">
                <a16:creationId xmlns:a16="http://schemas.microsoft.com/office/drawing/2014/main" id="{10F9B6F1-650C-8D29-DF44-B6648F4F94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3444172"/>
              </p:ext>
            </p:extLst>
          </p:nvPr>
        </p:nvGraphicFramePr>
        <p:xfrm>
          <a:off x="5151241" y="6189739"/>
          <a:ext cx="1952625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498320" imgH="380880" progId="Equation.DSMT4">
                  <p:embed/>
                </p:oleObj>
              </mc:Choice>
              <mc:Fallback>
                <p:oleObj name="Equation" r:id="rId21" imgW="1498320" imgH="380880" progId="Equation.DSMT4">
                  <p:embed/>
                  <p:pic>
                    <p:nvPicPr>
                      <p:cNvPr id="302" name="对象 301">
                        <a:extLst>
                          <a:ext uri="{FF2B5EF4-FFF2-40B4-BE49-F238E27FC236}">
                            <a16:creationId xmlns:a16="http://schemas.microsoft.com/office/drawing/2014/main" id="{8C0D6B30-056B-9768-8FEE-EAF768D834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151241" y="6189739"/>
                        <a:ext cx="1952625" cy="492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5" name="对象 304">
            <a:extLst>
              <a:ext uri="{FF2B5EF4-FFF2-40B4-BE49-F238E27FC236}">
                <a16:creationId xmlns:a16="http://schemas.microsoft.com/office/drawing/2014/main" id="{3293063E-5B61-A749-FF9E-6F84974C2D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0879799"/>
              </p:ext>
            </p:extLst>
          </p:nvPr>
        </p:nvGraphicFramePr>
        <p:xfrm>
          <a:off x="9393599" y="5241848"/>
          <a:ext cx="2089150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600200" imgH="279360" progId="Equation.DSMT4">
                  <p:embed/>
                </p:oleObj>
              </mc:Choice>
              <mc:Fallback>
                <p:oleObj name="Equation" r:id="rId23" imgW="1600200" imgH="279360" progId="Equation.DSMT4">
                  <p:embed/>
                  <p:pic>
                    <p:nvPicPr>
                      <p:cNvPr id="302" name="对象 301">
                        <a:extLst>
                          <a:ext uri="{FF2B5EF4-FFF2-40B4-BE49-F238E27FC236}">
                            <a16:creationId xmlns:a16="http://schemas.microsoft.com/office/drawing/2014/main" id="{8C0D6B30-056B-9768-8FEE-EAF768D834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9393599" y="5241848"/>
                        <a:ext cx="2089150" cy="360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6" name="对象 305">
            <a:extLst>
              <a:ext uri="{FF2B5EF4-FFF2-40B4-BE49-F238E27FC236}">
                <a16:creationId xmlns:a16="http://schemas.microsoft.com/office/drawing/2014/main" id="{14893ACB-80FA-8688-8F10-89F6AFE059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0940467"/>
              </p:ext>
            </p:extLst>
          </p:nvPr>
        </p:nvGraphicFramePr>
        <p:xfrm>
          <a:off x="8220656" y="5676403"/>
          <a:ext cx="3298825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527200" imgH="241200" progId="Equation.DSMT4">
                  <p:embed/>
                </p:oleObj>
              </mc:Choice>
              <mc:Fallback>
                <p:oleObj name="Equation" r:id="rId25" imgW="2527200" imgH="241200" progId="Equation.DSMT4">
                  <p:embed/>
                  <p:pic>
                    <p:nvPicPr>
                      <p:cNvPr id="305" name="对象 304">
                        <a:extLst>
                          <a:ext uri="{FF2B5EF4-FFF2-40B4-BE49-F238E27FC236}">
                            <a16:creationId xmlns:a16="http://schemas.microsoft.com/office/drawing/2014/main" id="{3293063E-5B61-A749-FF9E-6F84974C2D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8220656" y="5676403"/>
                        <a:ext cx="3298825" cy="311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" name="对象 306">
            <a:extLst>
              <a:ext uri="{FF2B5EF4-FFF2-40B4-BE49-F238E27FC236}">
                <a16:creationId xmlns:a16="http://schemas.microsoft.com/office/drawing/2014/main" id="{6E3E466B-1DF4-94B9-CC61-FCC0582612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7358324"/>
              </p:ext>
            </p:extLst>
          </p:nvPr>
        </p:nvGraphicFramePr>
        <p:xfrm>
          <a:off x="8255774" y="6031677"/>
          <a:ext cx="2635250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2019240" imgH="431640" progId="Equation.DSMT4">
                  <p:embed/>
                </p:oleObj>
              </mc:Choice>
              <mc:Fallback>
                <p:oleObj name="Equation" r:id="rId27" imgW="2019240" imgH="431640" progId="Equation.DSMT4">
                  <p:embed/>
                  <p:pic>
                    <p:nvPicPr>
                      <p:cNvPr id="306" name="对象 305">
                        <a:extLst>
                          <a:ext uri="{FF2B5EF4-FFF2-40B4-BE49-F238E27FC236}">
                            <a16:creationId xmlns:a16="http://schemas.microsoft.com/office/drawing/2014/main" id="{14893ACB-80FA-8688-8F10-89F6AFE059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8255774" y="6031677"/>
                        <a:ext cx="2635250" cy="557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08" name="直接连接符 307">
            <a:extLst>
              <a:ext uri="{FF2B5EF4-FFF2-40B4-BE49-F238E27FC236}">
                <a16:creationId xmlns:a16="http://schemas.microsoft.com/office/drawing/2014/main" id="{B128E525-0F12-9916-5EE5-D44652927AAD}"/>
              </a:ext>
            </a:extLst>
          </p:cNvPr>
          <p:cNvCxnSpPr>
            <a:cxnSpLocks/>
          </p:cNvCxnSpPr>
          <p:nvPr/>
        </p:nvCxnSpPr>
        <p:spPr>
          <a:xfrm>
            <a:off x="7961479" y="5612068"/>
            <a:ext cx="0" cy="1014157"/>
          </a:xfrm>
          <a:prstGeom prst="line">
            <a:avLst/>
          </a:prstGeom>
          <a:ln w="19050">
            <a:solidFill>
              <a:srgbClr val="01492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855BC6D-BBB4-85DD-B8BA-A79EC8475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b="1" smtClean="0"/>
              <a:pPr/>
              <a:t>13</a:t>
            </a:fld>
            <a:r>
              <a:rPr lang="en-US" altLang="zh-CN"/>
              <a:t>/17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2CBA6C6-226D-974A-B5A6-9C7BC876FC9D}"/>
              </a:ext>
            </a:extLst>
          </p:cNvPr>
          <p:cNvSpPr txBox="1"/>
          <p:nvPr/>
        </p:nvSpPr>
        <p:spPr>
          <a:xfrm>
            <a:off x="7030758" y="1679243"/>
            <a:ext cx="10268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离散空间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BDBEEC3-9865-0E95-999D-E1A6211D3DAC}"/>
              </a:ext>
            </a:extLst>
          </p:cNvPr>
          <p:cNvSpPr txBox="1"/>
          <p:nvPr/>
        </p:nvSpPr>
        <p:spPr>
          <a:xfrm>
            <a:off x="6748163" y="2231548"/>
            <a:ext cx="11749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公平性判断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C8F0352-B56C-7DDB-3D90-0502BBF932CE}"/>
              </a:ext>
            </a:extLst>
          </p:cNvPr>
          <p:cNvCxnSpPr>
            <a:stCxn id="12" idx="2"/>
          </p:cNvCxnSpPr>
          <p:nvPr/>
        </p:nvCxnSpPr>
        <p:spPr>
          <a:xfrm>
            <a:off x="7335622" y="2539325"/>
            <a:ext cx="0" cy="2202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766310F5-35F3-5708-E821-0D9FC28E7554}"/>
              </a:ext>
            </a:extLst>
          </p:cNvPr>
          <p:cNvSpPr txBox="1"/>
          <p:nvPr/>
        </p:nvSpPr>
        <p:spPr>
          <a:xfrm>
            <a:off x="9853653" y="1679243"/>
            <a:ext cx="18853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Epsilon-greedy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策略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BE22E22-BE31-5DE3-9AC4-FBF0B959067D}"/>
              </a:ext>
            </a:extLst>
          </p:cNvPr>
          <p:cNvSpPr txBox="1"/>
          <p:nvPr/>
        </p:nvSpPr>
        <p:spPr>
          <a:xfrm>
            <a:off x="5313441" y="4174742"/>
            <a:ext cx="12270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两层卷积</a:t>
            </a:r>
            <a:endParaRPr lang="en-US" altLang="zh-CN" sz="14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两层全连接</a:t>
            </a:r>
          </a:p>
        </p:txBody>
      </p:sp>
    </p:spTree>
    <p:extLst>
      <p:ext uri="{BB962C8B-B14F-4D97-AF65-F5344CB8AC3E}">
        <p14:creationId xmlns:p14="http://schemas.microsoft.com/office/powerpoint/2010/main" val="21287706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D9F28F-0BC6-4753-FA53-00A7F8DCB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2D12E570-E8ED-8AA4-4401-90E3084333DB}"/>
              </a:ext>
            </a:extLst>
          </p:cNvPr>
          <p:cNvSpPr txBox="1"/>
          <p:nvPr/>
        </p:nvSpPr>
        <p:spPr>
          <a:xfrm>
            <a:off x="701167" y="63461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B05547E1-6CE8-FE08-B0C2-CB20ED94D025}"/>
              </a:ext>
            </a:extLst>
          </p:cNvPr>
          <p:cNvGrpSpPr/>
          <p:nvPr/>
        </p:nvGrpSpPr>
        <p:grpSpPr>
          <a:xfrm>
            <a:off x="2584397" y="136012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4" name="圆角矩形 3">
              <a:extLst>
                <a:ext uri="{FF2B5EF4-FFF2-40B4-BE49-F238E27FC236}">
                  <a16:creationId xmlns:a16="http://schemas.microsoft.com/office/drawing/2014/main" id="{CA4EC379-C131-C30A-25B7-1E7314CB6761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>
              <a:extLst>
                <a:ext uri="{FF2B5EF4-FFF2-40B4-BE49-F238E27FC236}">
                  <a16:creationId xmlns:a16="http://schemas.microsoft.com/office/drawing/2014/main" id="{83E9E2FF-17D5-741F-2100-4DBBE314F110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E8F9DB9-540C-1426-3452-A01678478C41}"/>
                </a:ext>
              </a:extLst>
            </p:cNvPr>
            <p:cNvSpPr/>
            <p:nvPr/>
          </p:nvSpPr>
          <p:spPr>
            <a:xfrm>
              <a:off x="2723392" y="239783"/>
              <a:ext cx="1473344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Content</a:t>
              </a:r>
            </a:p>
          </p:txBody>
        </p:sp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DF4AC924-ED6B-E2C4-7C9B-675486E1A8A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94775"/>
            <a:ext cx="1264639" cy="444778"/>
          </a:xfrm>
          <a:prstGeom prst="rect">
            <a:avLst/>
          </a:prstGeom>
        </p:spPr>
      </p:pic>
      <p:grpSp>
        <p:nvGrpSpPr>
          <p:cNvPr id="67" name="组合 66">
            <a:extLst>
              <a:ext uri="{FF2B5EF4-FFF2-40B4-BE49-F238E27FC236}">
                <a16:creationId xmlns:a16="http://schemas.microsoft.com/office/drawing/2014/main" id="{2662EB3F-54D6-77ED-2BEA-499D76019B09}"/>
              </a:ext>
            </a:extLst>
          </p:cNvPr>
          <p:cNvGrpSpPr/>
          <p:nvPr/>
        </p:nvGrpSpPr>
        <p:grpSpPr>
          <a:xfrm>
            <a:off x="-254000" y="120204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68" name="圆角矩形 4">
              <a:extLst>
                <a:ext uri="{FF2B5EF4-FFF2-40B4-BE49-F238E27FC236}">
                  <a16:creationId xmlns:a16="http://schemas.microsoft.com/office/drawing/2014/main" id="{D33B772F-D5FE-3316-F464-C1DC2089E039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1F304AC3-BBCC-6638-971E-5CA08E2D53BF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3A613DA3-636E-708F-3BEA-7BE3FAB7B5F3}"/>
              </a:ext>
            </a:extLst>
          </p:cNvPr>
          <p:cNvSpPr txBox="1"/>
          <p:nvPr/>
        </p:nvSpPr>
        <p:spPr>
          <a:xfrm>
            <a:off x="352425" y="848851"/>
            <a:ext cx="5562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下层</a:t>
            </a:r>
            <a:r>
              <a:rPr lang="en-US" altLang="zh-CN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MPC</a:t>
            </a:r>
            <a:r>
              <a:rPr lang="zh-CN" altLang="en-US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轨迹优化模型</a:t>
            </a:r>
            <a:endParaRPr lang="zh-CN" altLang="en-US" sz="20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1448ED0A-0718-30E0-8297-071537AFD22E}"/>
              </a:ext>
            </a:extLst>
          </p:cNvPr>
          <p:cNvCxnSpPr/>
          <p:nvPr/>
        </p:nvCxnSpPr>
        <p:spPr>
          <a:xfrm>
            <a:off x="456774" y="1268011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1D8EF4DA-CB1E-6002-558C-5F71651B5720}"/>
              </a:ext>
            </a:extLst>
          </p:cNvPr>
          <p:cNvSpPr/>
          <p:nvPr/>
        </p:nvSpPr>
        <p:spPr>
          <a:xfrm>
            <a:off x="195034" y="1522259"/>
            <a:ext cx="4485608" cy="1658982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B3DFF0E2-A922-7499-866D-4E5174B9F9B8}"/>
              </a:ext>
            </a:extLst>
          </p:cNvPr>
          <p:cNvSpPr/>
          <p:nvPr/>
        </p:nvSpPr>
        <p:spPr>
          <a:xfrm>
            <a:off x="352426" y="1664563"/>
            <a:ext cx="1114235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目标函数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64413795-E1F6-E1EA-907E-7245419ADF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2919394"/>
              </p:ext>
            </p:extLst>
          </p:nvPr>
        </p:nvGraphicFramePr>
        <p:xfrm>
          <a:off x="701167" y="2089284"/>
          <a:ext cx="3368675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20760" imgH="457200" progId="Equation.DSMT4">
                  <p:embed/>
                </p:oleObj>
              </mc:Choice>
              <mc:Fallback>
                <p:oleObj name="Equation" r:id="rId4" imgW="2120760" imgH="4572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2A0514B7-F2EE-DA21-51AD-EBCA70B6D0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01167" y="2089284"/>
                        <a:ext cx="3368675" cy="720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9" name="矩形: 圆角 288">
            <a:extLst>
              <a:ext uri="{FF2B5EF4-FFF2-40B4-BE49-F238E27FC236}">
                <a16:creationId xmlns:a16="http://schemas.microsoft.com/office/drawing/2014/main" id="{5591B61E-8F46-E53A-0B57-E21D0D9987BA}"/>
              </a:ext>
            </a:extLst>
          </p:cNvPr>
          <p:cNvSpPr/>
          <p:nvPr/>
        </p:nvSpPr>
        <p:spPr>
          <a:xfrm>
            <a:off x="4993849" y="1522259"/>
            <a:ext cx="3063735" cy="4067330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0" name="矩形: 圆角 289">
            <a:extLst>
              <a:ext uri="{FF2B5EF4-FFF2-40B4-BE49-F238E27FC236}">
                <a16:creationId xmlns:a16="http://schemas.microsoft.com/office/drawing/2014/main" id="{3EBA5516-0B3F-D831-6849-ACDA16FE34D9}"/>
              </a:ext>
            </a:extLst>
          </p:cNvPr>
          <p:cNvSpPr/>
          <p:nvPr/>
        </p:nvSpPr>
        <p:spPr>
          <a:xfrm>
            <a:off x="5151240" y="1664563"/>
            <a:ext cx="2200173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动力学约束与边界约束</a:t>
            </a:r>
          </a:p>
        </p:txBody>
      </p:sp>
      <p:graphicFrame>
        <p:nvGraphicFramePr>
          <p:cNvPr id="291" name="对象 290">
            <a:extLst>
              <a:ext uri="{FF2B5EF4-FFF2-40B4-BE49-F238E27FC236}">
                <a16:creationId xmlns:a16="http://schemas.microsoft.com/office/drawing/2014/main" id="{D2677986-12E7-49FD-B65E-2579C95BBC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5411929"/>
              </p:ext>
            </p:extLst>
          </p:nvPr>
        </p:nvGraphicFramePr>
        <p:xfrm>
          <a:off x="5287067" y="2217763"/>
          <a:ext cx="1612900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15920" imgH="228600" progId="Equation.DSMT4">
                  <p:embed/>
                </p:oleObj>
              </mc:Choice>
              <mc:Fallback>
                <p:oleObj name="Equation" r:id="rId6" imgW="1015920" imgH="228600" progId="Equation.DSMT4">
                  <p:embed/>
                  <p:pic>
                    <p:nvPicPr>
                      <p:cNvPr id="291" name="对象 290">
                        <a:extLst>
                          <a:ext uri="{FF2B5EF4-FFF2-40B4-BE49-F238E27FC236}">
                            <a16:creationId xmlns:a16="http://schemas.microsoft.com/office/drawing/2014/main" id="{EAF8FE56-8527-57BF-8FAC-5A21BAD3AA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287067" y="2217763"/>
                        <a:ext cx="1612900" cy="358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3" name="矩形: 圆角 292">
            <a:extLst>
              <a:ext uri="{FF2B5EF4-FFF2-40B4-BE49-F238E27FC236}">
                <a16:creationId xmlns:a16="http://schemas.microsoft.com/office/drawing/2014/main" id="{6E01F4DE-5A66-343C-8109-5960A6BE8DF4}"/>
              </a:ext>
            </a:extLst>
          </p:cNvPr>
          <p:cNvSpPr/>
          <p:nvPr/>
        </p:nvSpPr>
        <p:spPr>
          <a:xfrm>
            <a:off x="8370791" y="1522259"/>
            <a:ext cx="3543569" cy="1805502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4" name="矩形: 圆角 293">
            <a:extLst>
              <a:ext uri="{FF2B5EF4-FFF2-40B4-BE49-F238E27FC236}">
                <a16:creationId xmlns:a16="http://schemas.microsoft.com/office/drawing/2014/main" id="{838FDDD1-5CA0-9A4B-D900-5D0521D58754}"/>
              </a:ext>
            </a:extLst>
          </p:cNvPr>
          <p:cNvSpPr/>
          <p:nvPr/>
        </p:nvSpPr>
        <p:spPr>
          <a:xfrm>
            <a:off x="8528183" y="1664563"/>
            <a:ext cx="1168078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信号约束</a:t>
            </a:r>
          </a:p>
        </p:txBody>
      </p:sp>
      <p:graphicFrame>
        <p:nvGraphicFramePr>
          <p:cNvPr id="295" name="对象 294">
            <a:extLst>
              <a:ext uri="{FF2B5EF4-FFF2-40B4-BE49-F238E27FC236}">
                <a16:creationId xmlns:a16="http://schemas.microsoft.com/office/drawing/2014/main" id="{8733D65D-4CDE-E86A-DCDA-B35B3805AB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6158241"/>
              </p:ext>
            </p:extLst>
          </p:nvPr>
        </p:nvGraphicFramePr>
        <p:xfrm>
          <a:off x="8585372" y="2028850"/>
          <a:ext cx="1804988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98320" imgH="457200" progId="Equation.DSMT4">
                  <p:embed/>
                </p:oleObj>
              </mc:Choice>
              <mc:Fallback>
                <p:oleObj name="Equation" r:id="rId8" imgW="1498320" imgH="457200" progId="Equation.DSMT4">
                  <p:embed/>
                  <p:pic>
                    <p:nvPicPr>
                      <p:cNvPr id="295" name="对象 294">
                        <a:extLst>
                          <a:ext uri="{FF2B5EF4-FFF2-40B4-BE49-F238E27FC236}">
                            <a16:creationId xmlns:a16="http://schemas.microsoft.com/office/drawing/2014/main" id="{A0FC9EE4-8CCA-25FD-C54F-0C6C644A53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585372" y="2028850"/>
                        <a:ext cx="1804988" cy="547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7C54EB89-6D1B-396A-CFB9-1DC4230E1AA2}"/>
              </a:ext>
            </a:extLst>
          </p:cNvPr>
          <p:cNvSpPr txBox="1"/>
          <p:nvPr/>
        </p:nvSpPr>
        <p:spPr>
          <a:xfrm>
            <a:off x="2194422" y="1664563"/>
            <a:ext cx="21886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Min </a:t>
            </a:r>
            <a:r>
              <a:rPr lang="zh-CN" altLang="en-US" sz="14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电耗 </a:t>
            </a:r>
            <a:r>
              <a:rPr lang="en-US" altLang="zh-CN" sz="14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 Max </a:t>
            </a:r>
            <a:r>
              <a:rPr lang="zh-CN" altLang="en-US" sz="14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舒适度</a:t>
            </a:r>
            <a:endParaRPr lang="zh-CN" altLang="en-US" sz="14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BFAD7D5-2779-981D-BE50-85BAC0D2E826}"/>
              </a:ext>
            </a:extLst>
          </p:cNvPr>
          <p:cNvSpPr/>
          <p:nvPr/>
        </p:nvSpPr>
        <p:spPr>
          <a:xfrm>
            <a:off x="1801640" y="2245637"/>
            <a:ext cx="1122629" cy="425135"/>
          </a:xfrm>
          <a:prstGeom prst="rect">
            <a:avLst/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F83973-FB40-EF03-3D6D-0D647F6C30DB}"/>
              </a:ext>
            </a:extLst>
          </p:cNvPr>
          <p:cNvSpPr/>
          <p:nvPr/>
        </p:nvSpPr>
        <p:spPr>
          <a:xfrm>
            <a:off x="3764865" y="2245637"/>
            <a:ext cx="304978" cy="425135"/>
          </a:xfrm>
          <a:prstGeom prst="rect">
            <a:avLst/>
          </a:prstGeom>
          <a:noFill/>
          <a:ln w="19050">
            <a:solidFill>
              <a:srgbClr val="453DF4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D6187FD-B62B-ABE7-3F26-9F06129E3147}"/>
              </a:ext>
            </a:extLst>
          </p:cNvPr>
          <p:cNvSpPr txBox="1"/>
          <p:nvPr/>
        </p:nvSpPr>
        <p:spPr>
          <a:xfrm>
            <a:off x="1642442" y="2704131"/>
            <a:ext cx="14912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预测时域总能耗</a:t>
            </a:r>
            <a:endParaRPr lang="zh-CN" altLang="en-US" sz="14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6870B87-EE68-8903-1A31-866C4F4D3E97}"/>
              </a:ext>
            </a:extLst>
          </p:cNvPr>
          <p:cNvSpPr txBox="1"/>
          <p:nvPr/>
        </p:nvSpPr>
        <p:spPr>
          <a:xfrm>
            <a:off x="3633760" y="2704131"/>
            <a:ext cx="9422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453DF4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加速度项</a:t>
            </a:r>
            <a:endParaRPr lang="zh-CN" altLang="en-US" sz="1400" dirty="0">
              <a:solidFill>
                <a:srgbClr val="453DF4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68A17FF-2A2F-3DB1-D82D-DCABB3CB5AB9}"/>
              </a:ext>
            </a:extLst>
          </p:cNvPr>
          <p:cNvSpPr/>
          <p:nvPr/>
        </p:nvSpPr>
        <p:spPr>
          <a:xfrm>
            <a:off x="195034" y="3360097"/>
            <a:ext cx="4485608" cy="2229492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D932E5C7-92AB-7428-ECC9-C7619FC5CEB7}"/>
              </a:ext>
            </a:extLst>
          </p:cNvPr>
          <p:cNvSpPr/>
          <p:nvPr/>
        </p:nvSpPr>
        <p:spPr>
          <a:xfrm>
            <a:off x="352426" y="3502401"/>
            <a:ext cx="1512588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CAV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电耗模型</a:t>
            </a: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FAB54F4D-0E20-AFA2-89E9-FCE999A924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8530797"/>
              </p:ext>
            </p:extLst>
          </p:nvPr>
        </p:nvGraphicFramePr>
        <p:xfrm>
          <a:off x="263755" y="3915271"/>
          <a:ext cx="3067978" cy="3368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84120" imgH="241200" progId="Equation.DSMT4">
                  <p:embed/>
                </p:oleObj>
              </mc:Choice>
              <mc:Fallback>
                <p:oleObj name="Equation" r:id="rId10" imgW="2184120" imgH="2412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64413795-E1F6-E1EA-907E-7245419ADF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63755" y="3915271"/>
                        <a:ext cx="3067978" cy="3368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08CD6F4A-9D34-43E1-572D-34D05A20BE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3373168"/>
              </p:ext>
            </p:extLst>
          </p:nvPr>
        </p:nvGraphicFramePr>
        <p:xfrm>
          <a:off x="242639" y="4280902"/>
          <a:ext cx="4387236" cy="5838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124080" imgH="419040" progId="Equation.DSMT4">
                  <p:embed/>
                </p:oleObj>
              </mc:Choice>
              <mc:Fallback>
                <p:oleObj name="Equation" r:id="rId12" imgW="3124080" imgH="41904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FAB54F4D-0E20-AFA2-89E9-FCE999A924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42639" y="4280902"/>
                        <a:ext cx="4387236" cy="5838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1C592387-4F5D-A529-FDFC-2BE2E42817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9878303"/>
              </p:ext>
            </p:extLst>
          </p:nvPr>
        </p:nvGraphicFramePr>
        <p:xfrm>
          <a:off x="263755" y="4908579"/>
          <a:ext cx="1427325" cy="6371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15920" imgH="457200" progId="Equation.DSMT4">
                  <p:embed/>
                </p:oleObj>
              </mc:Choice>
              <mc:Fallback>
                <p:oleObj name="Equation" r:id="rId14" imgW="1015920" imgH="45720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08CD6F4A-9D34-43E1-572D-34D05A20BE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63755" y="4908579"/>
                        <a:ext cx="1427325" cy="6371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31A80CEE-BE19-E59B-552F-DDA9EA94CD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3097774"/>
              </p:ext>
            </p:extLst>
          </p:nvPr>
        </p:nvGraphicFramePr>
        <p:xfrm>
          <a:off x="5287067" y="2702345"/>
          <a:ext cx="2579688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625400" imgH="393480" progId="Equation.DSMT4">
                  <p:embed/>
                </p:oleObj>
              </mc:Choice>
              <mc:Fallback>
                <p:oleObj name="Equation" r:id="rId16" imgW="1625400" imgH="393480" progId="Equation.DSMT4">
                  <p:embed/>
                  <p:pic>
                    <p:nvPicPr>
                      <p:cNvPr id="291" name="对象 290">
                        <a:extLst>
                          <a:ext uri="{FF2B5EF4-FFF2-40B4-BE49-F238E27FC236}">
                            <a16:creationId xmlns:a16="http://schemas.microsoft.com/office/drawing/2014/main" id="{D2677986-12E7-49FD-B65E-2579C95BBC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287067" y="2702345"/>
                        <a:ext cx="2579688" cy="619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0F5BE246-E33E-A743-8656-E05BE3BEB7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4863147"/>
              </p:ext>
            </p:extLst>
          </p:nvPr>
        </p:nvGraphicFramePr>
        <p:xfrm>
          <a:off x="5287067" y="3481977"/>
          <a:ext cx="1490662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939600" imgH="228600" progId="Equation.DSMT4">
                  <p:embed/>
                </p:oleObj>
              </mc:Choice>
              <mc:Fallback>
                <p:oleObj name="Equation" r:id="rId18" imgW="939600" imgH="22860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31A80CEE-BE19-E59B-552F-DDA9EA94CD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287067" y="3481977"/>
                        <a:ext cx="1490662" cy="358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00D6A24C-F469-89DA-E756-D79DC4B785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2331350"/>
              </p:ext>
            </p:extLst>
          </p:nvPr>
        </p:nvGraphicFramePr>
        <p:xfrm>
          <a:off x="5292511" y="4096754"/>
          <a:ext cx="1549400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977760" imgH="228600" progId="Equation.DSMT4">
                  <p:embed/>
                </p:oleObj>
              </mc:Choice>
              <mc:Fallback>
                <p:oleObj name="Equation" r:id="rId20" imgW="977760" imgH="22860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0F5BE246-E33E-A743-8656-E05BE3BEB7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292511" y="4096754"/>
                        <a:ext cx="1549400" cy="358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036CC8F9-95AC-68DD-5FB0-14FD3CEE7C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1267924"/>
              </p:ext>
            </p:extLst>
          </p:nvPr>
        </p:nvGraphicFramePr>
        <p:xfrm>
          <a:off x="5298911" y="4787458"/>
          <a:ext cx="1308100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825480" imgH="228600" progId="Equation.DSMT4">
                  <p:embed/>
                </p:oleObj>
              </mc:Choice>
              <mc:Fallback>
                <p:oleObj name="Equation" r:id="rId22" imgW="825480" imgH="22860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00D6A24C-F469-89DA-E756-D79DC4B785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5298911" y="4787458"/>
                        <a:ext cx="1308100" cy="358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F915A192-89E2-01F9-CF6C-772F2F55DF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219102"/>
              </p:ext>
            </p:extLst>
          </p:nvPr>
        </p:nvGraphicFramePr>
        <p:xfrm>
          <a:off x="8585372" y="2605100"/>
          <a:ext cx="1760538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460160" imgH="507960" progId="Equation.DSMT4">
                  <p:embed/>
                </p:oleObj>
              </mc:Choice>
              <mc:Fallback>
                <p:oleObj name="Equation" r:id="rId24" imgW="1460160" imgH="507960" progId="Equation.DSMT4">
                  <p:embed/>
                  <p:pic>
                    <p:nvPicPr>
                      <p:cNvPr id="295" name="对象 294">
                        <a:extLst>
                          <a:ext uri="{FF2B5EF4-FFF2-40B4-BE49-F238E27FC236}">
                            <a16:creationId xmlns:a16="http://schemas.microsoft.com/office/drawing/2014/main" id="{8733D65D-4CDE-E86A-DCDA-B35B3805AB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8585372" y="2605100"/>
                        <a:ext cx="1760538" cy="608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D69D23D4-D84A-2A97-C4E3-9B62EF1F69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9111797"/>
              </p:ext>
            </p:extLst>
          </p:nvPr>
        </p:nvGraphicFramePr>
        <p:xfrm>
          <a:off x="10820400" y="2331594"/>
          <a:ext cx="898889" cy="39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545760" imgH="241200" progId="Equation.DSMT4">
                  <p:embed/>
                </p:oleObj>
              </mc:Choice>
              <mc:Fallback>
                <p:oleObj name="Equation" r:id="rId26" imgW="545760" imgH="241200" progId="Equation.DSMT4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F915A192-89E2-01F9-CF6C-772F2F55DF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0820400" y="2331594"/>
                        <a:ext cx="898889" cy="394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D7DAC3FD-E9E5-9DA9-BADA-850F35444341}"/>
              </a:ext>
            </a:extLst>
          </p:cNvPr>
          <p:cNvSpPr/>
          <p:nvPr/>
        </p:nvSpPr>
        <p:spPr>
          <a:xfrm>
            <a:off x="8370791" y="3487431"/>
            <a:ext cx="3543569" cy="2102158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93C9B0EE-C3CA-A6E1-351A-0B7430584912}"/>
              </a:ext>
            </a:extLst>
          </p:cNvPr>
          <p:cNvSpPr/>
          <p:nvPr/>
        </p:nvSpPr>
        <p:spPr>
          <a:xfrm>
            <a:off x="8528182" y="3629735"/>
            <a:ext cx="1494003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前向安全约束</a:t>
            </a:r>
          </a:p>
        </p:txBody>
      </p:sp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546357F3-FAE0-56F9-71A9-70ED6DBD11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7928574"/>
              </p:ext>
            </p:extLst>
          </p:nvPr>
        </p:nvGraphicFramePr>
        <p:xfrm>
          <a:off x="8585372" y="4014009"/>
          <a:ext cx="2461289" cy="37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549080" imgH="241200" progId="Equation.DSMT4">
                  <p:embed/>
                </p:oleObj>
              </mc:Choice>
              <mc:Fallback>
                <p:oleObj name="Equation" r:id="rId28" imgW="1549080" imgH="241200" progId="Equation.DSMT4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F915A192-89E2-01F9-CF6C-772F2F55DF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8585372" y="4014009"/>
                        <a:ext cx="2461289" cy="378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9" name="对象 238">
            <a:extLst>
              <a:ext uri="{FF2B5EF4-FFF2-40B4-BE49-F238E27FC236}">
                <a16:creationId xmlns:a16="http://schemas.microsoft.com/office/drawing/2014/main" id="{A7DE24E3-52BF-DB9F-2A97-8746EAB4CC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781632"/>
              </p:ext>
            </p:extLst>
          </p:nvPr>
        </p:nvGraphicFramePr>
        <p:xfrm>
          <a:off x="8582502" y="4483096"/>
          <a:ext cx="2904616" cy="397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828800" imgH="253800" progId="Equation.DSMT4">
                  <p:embed/>
                </p:oleObj>
              </mc:Choice>
              <mc:Fallback>
                <p:oleObj name="Equation" r:id="rId30" imgW="1828800" imgH="253800" progId="Equation.DSMT4">
                  <p:embed/>
                  <p:pic>
                    <p:nvPicPr>
                      <p:cNvPr id="30" name="对象 29">
                        <a:extLst>
                          <a:ext uri="{FF2B5EF4-FFF2-40B4-BE49-F238E27FC236}">
                            <a16:creationId xmlns:a16="http://schemas.microsoft.com/office/drawing/2014/main" id="{546357F3-FAE0-56F9-71A9-70ED6DBD11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8582502" y="4483096"/>
                        <a:ext cx="2904616" cy="3973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0" name="对象 239">
            <a:extLst>
              <a:ext uri="{FF2B5EF4-FFF2-40B4-BE49-F238E27FC236}">
                <a16:creationId xmlns:a16="http://schemas.microsoft.com/office/drawing/2014/main" id="{7D301E64-A2B0-A1B0-7D9D-5C5E92FA16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4617582"/>
              </p:ext>
            </p:extLst>
          </p:nvPr>
        </p:nvGraphicFramePr>
        <p:xfrm>
          <a:off x="8582502" y="4966764"/>
          <a:ext cx="1875766" cy="37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180800" imgH="241200" progId="Equation.DSMT4">
                  <p:embed/>
                </p:oleObj>
              </mc:Choice>
              <mc:Fallback>
                <p:oleObj name="Equation" r:id="rId32" imgW="1180800" imgH="241200" progId="Equation.DSMT4">
                  <p:embed/>
                  <p:pic>
                    <p:nvPicPr>
                      <p:cNvPr id="239" name="对象 238">
                        <a:extLst>
                          <a:ext uri="{FF2B5EF4-FFF2-40B4-BE49-F238E27FC236}">
                            <a16:creationId xmlns:a16="http://schemas.microsoft.com/office/drawing/2014/main" id="{A7DE24E3-52BF-DB9F-2A97-8746EAB4CC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8582502" y="4966764"/>
                        <a:ext cx="1875766" cy="378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1" name="矩形: 圆角 240">
            <a:extLst>
              <a:ext uri="{FF2B5EF4-FFF2-40B4-BE49-F238E27FC236}">
                <a16:creationId xmlns:a16="http://schemas.microsoft.com/office/drawing/2014/main" id="{62C86B28-3DF6-F1EE-4FA7-86CD47EF63B1}"/>
              </a:ext>
            </a:extLst>
          </p:cNvPr>
          <p:cNvSpPr/>
          <p:nvPr/>
        </p:nvSpPr>
        <p:spPr>
          <a:xfrm>
            <a:off x="195034" y="5708772"/>
            <a:ext cx="11719326" cy="851974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2" name="矩形: 圆角 241">
            <a:extLst>
              <a:ext uri="{FF2B5EF4-FFF2-40B4-BE49-F238E27FC236}">
                <a16:creationId xmlns:a16="http://schemas.microsoft.com/office/drawing/2014/main" id="{A2B243F2-279C-A7D9-20EF-015E52179D44}"/>
              </a:ext>
            </a:extLst>
          </p:cNvPr>
          <p:cNvSpPr/>
          <p:nvPr/>
        </p:nvSpPr>
        <p:spPr>
          <a:xfrm>
            <a:off x="352426" y="5997919"/>
            <a:ext cx="1512588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滚动时域优化</a:t>
            </a:r>
          </a:p>
        </p:txBody>
      </p:sp>
      <p:cxnSp>
        <p:nvCxnSpPr>
          <p:cNvPr id="309" name="直接箭头连接符 308">
            <a:extLst>
              <a:ext uri="{FF2B5EF4-FFF2-40B4-BE49-F238E27FC236}">
                <a16:creationId xmlns:a16="http://schemas.microsoft.com/office/drawing/2014/main" id="{10512601-C841-9E2B-0476-153640150AB7}"/>
              </a:ext>
            </a:extLst>
          </p:cNvPr>
          <p:cNvCxnSpPr>
            <a:cxnSpLocks/>
          </p:cNvCxnSpPr>
          <p:nvPr/>
        </p:nvCxnSpPr>
        <p:spPr>
          <a:xfrm>
            <a:off x="4085219" y="6210677"/>
            <a:ext cx="647382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" name="直接连接符 313">
            <a:extLst>
              <a:ext uri="{FF2B5EF4-FFF2-40B4-BE49-F238E27FC236}">
                <a16:creationId xmlns:a16="http://schemas.microsoft.com/office/drawing/2014/main" id="{B530CCF6-9E13-DBEE-A7BB-DED7BDC2A724}"/>
              </a:ext>
            </a:extLst>
          </p:cNvPr>
          <p:cNvCxnSpPr>
            <a:cxnSpLocks/>
          </p:cNvCxnSpPr>
          <p:nvPr/>
        </p:nvCxnSpPr>
        <p:spPr>
          <a:xfrm>
            <a:off x="4585254" y="6144762"/>
            <a:ext cx="0" cy="12745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5" name="直接连接符 314">
            <a:extLst>
              <a:ext uri="{FF2B5EF4-FFF2-40B4-BE49-F238E27FC236}">
                <a16:creationId xmlns:a16="http://schemas.microsoft.com/office/drawing/2014/main" id="{D721936D-5DBC-1F2A-A1E4-E1339DB901B5}"/>
              </a:ext>
            </a:extLst>
          </p:cNvPr>
          <p:cNvCxnSpPr>
            <a:cxnSpLocks/>
          </p:cNvCxnSpPr>
          <p:nvPr/>
        </p:nvCxnSpPr>
        <p:spPr>
          <a:xfrm>
            <a:off x="5178979" y="6144762"/>
            <a:ext cx="0" cy="12745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6" name="直接连接符 315">
            <a:extLst>
              <a:ext uri="{FF2B5EF4-FFF2-40B4-BE49-F238E27FC236}">
                <a16:creationId xmlns:a16="http://schemas.microsoft.com/office/drawing/2014/main" id="{540F707C-34E0-947D-89CB-3826FBB12A50}"/>
              </a:ext>
            </a:extLst>
          </p:cNvPr>
          <p:cNvCxnSpPr>
            <a:cxnSpLocks/>
          </p:cNvCxnSpPr>
          <p:nvPr/>
        </p:nvCxnSpPr>
        <p:spPr>
          <a:xfrm>
            <a:off x="5794929" y="6144762"/>
            <a:ext cx="0" cy="12745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7" name="直接连接符 316">
            <a:extLst>
              <a:ext uri="{FF2B5EF4-FFF2-40B4-BE49-F238E27FC236}">
                <a16:creationId xmlns:a16="http://schemas.microsoft.com/office/drawing/2014/main" id="{1DE17536-F555-9E4F-70F4-4DC1F7143406}"/>
              </a:ext>
            </a:extLst>
          </p:cNvPr>
          <p:cNvCxnSpPr>
            <a:cxnSpLocks/>
          </p:cNvCxnSpPr>
          <p:nvPr/>
        </p:nvCxnSpPr>
        <p:spPr>
          <a:xfrm>
            <a:off x="6421855" y="6144762"/>
            <a:ext cx="0" cy="12745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8" name="直接连接符 317">
            <a:extLst>
              <a:ext uri="{FF2B5EF4-FFF2-40B4-BE49-F238E27FC236}">
                <a16:creationId xmlns:a16="http://schemas.microsoft.com/office/drawing/2014/main" id="{758E1D2B-CBBD-AEF7-7F3C-2422043EB954}"/>
              </a:ext>
            </a:extLst>
          </p:cNvPr>
          <p:cNvCxnSpPr>
            <a:cxnSpLocks/>
          </p:cNvCxnSpPr>
          <p:nvPr/>
        </p:nvCxnSpPr>
        <p:spPr>
          <a:xfrm>
            <a:off x="6959990" y="6144762"/>
            <a:ext cx="0" cy="12745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ED526A79-4914-E737-6DF9-99B182DE3F5E}"/>
              </a:ext>
            </a:extLst>
          </p:cNvPr>
          <p:cNvCxnSpPr>
            <a:cxnSpLocks/>
          </p:cNvCxnSpPr>
          <p:nvPr/>
        </p:nvCxnSpPr>
        <p:spPr>
          <a:xfrm>
            <a:off x="9349081" y="6144762"/>
            <a:ext cx="0" cy="12745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B55B603E-3750-9EF0-8410-6805ECB874AD}"/>
              </a:ext>
            </a:extLst>
          </p:cNvPr>
          <p:cNvCxnSpPr>
            <a:cxnSpLocks/>
          </p:cNvCxnSpPr>
          <p:nvPr/>
        </p:nvCxnSpPr>
        <p:spPr>
          <a:xfrm>
            <a:off x="9942806" y="6144762"/>
            <a:ext cx="0" cy="12745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9A8953F1-4B62-02BC-E71D-429760DE22DE}"/>
              </a:ext>
            </a:extLst>
          </p:cNvPr>
          <p:cNvSpPr txBox="1"/>
          <p:nvPr/>
        </p:nvSpPr>
        <p:spPr>
          <a:xfrm>
            <a:off x="4266395" y="6242748"/>
            <a:ext cx="6609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k=1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C4EFD6DB-87DD-A997-9365-3819B0BD1022}"/>
              </a:ext>
            </a:extLst>
          </p:cNvPr>
          <p:cNvSpPr txBox="1"/>
          <p:nvPr/>
        </p:nvSpPr>
        <p:spPr>
          <a:xfrm>
            <a:off x="5028611" y="6242748"/>
            <a:ext cx="3217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D7439A08-543A-2A2D-96D7-4C676F6D091C}"/>
              </a:ext>
            </a:extLst>
          </p:cNvPr>
          <p:cNvSpPr txBox="1"/>
          <p:nvPr/>
        </p:nvSpPr>
        <p:spPr>
          <a:xfrm>
            <a:off x="5645008" y="6242748"/>
            <a:ext cx="3217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8249F27D-B56F-AEA3-814C-7CAF42CF5800}"/>
              </a:ext>
            </a:extLst>
          </p:cNvPr>
          <p:cNvSpPr txBox="1"/>
          <p:nvPr/>
        </p:nvSpPr>
        <p:spPr>
          <a:xfrm>
            <a:off x="6267942" y="6242748"/>
            <a:ext cx="3217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F157E3D0-698A-389B-9FDA-315E9A0A70ED}"/>
              </a:ext>
            </a:extLst>
          </p:cNvPr>
          <p:cNvSpPr txBox="1"/>
          <p:nvPr/>
        </p:nvSpPr>
        <p:spPr>
          <a:xfrm>
            <a:off x="6793941" y="6242748"/>
            <a:ext cx="3217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89" name="对象 88">
            <a:extLst>
              <a:ext uri="{FF2B5EF4-FFF2-40B4-BE49-F238E27FC236}">
                <a16:creationId xmlns:a16="http://schemas.microsoft.com/office/drawing/2014/main" id="{C44B7C0C-010C-0E4A-8BA7-E5F3AEE6E9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9323607"/>
              </p:ext>
            </p:extLst>
          </p:nvPr>
        </p:nvGraphicFramePr>
        <p:xfrm>
          <a:off x="9097153" y="6275888"/>
          <a:ext cx="503855" cy="2787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431640" imgH="241200" progId="Equation.DSMT4">
                  <p:embed/>
                </p:oleObj>
              </mc:Choice>
              <mc:Fallback>
                <p:oleObj name="Equation" r:id="rId34" imgW="431640" imgH="241200" progId="Equation.DSMT4">
                  <p:embed/>
                  <p:pic>
                    <p:nvPicPr>
                      <p:cNvPr id="240" name="对象 239">
                        <a:extLst>
                          <a:ext uri="{FF2B5EF4-FFF2-40B4-BE49-F238E27FC236}">
                            <a16:creationId xmlns:a16="http://schemas.microsoft.com/office/drawing/2014/main" id="{7D301E64-A2B0-A1B0-7D9D-5C5E92FA16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9097153" y="6275888"/>
                        <a:ext cx="503855" cy="2787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" name="对象 89">
            <a:extLst>
              <a:ext uri="{FF2B5EF4-FFF2-40B4-BE49-F238E27FC236}">
                <a16:creationId xmlns:a16="http://schemas.microsoft.com/office/drawing/2014/main" id="{9F3F27CD-6A0E-6C73-3073-FC2132A782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4906545"/>
              </p:ext>
            </p:extLst>
          </p:nvPr>
        </p:nvGraphicFramePr>
        <p:xfrm>
          <a:off x="9833858" y="6275388"/>
          <a:ext cx="266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228600" imgH="241200" progId="Equation.DSMT4">
                  <p:embed/>
                </p:oleObj>
              </mc:Choice>
              <mc:Fallback>
                <p:oleObj name="Equation" r:id="rId36" imgW="228600" imgH="241200" progId="Equation.DSMT4">
                  <p:embed/>
                  <p:pic>
                    <p:nvPicPr>
                      <p:cNvPr id="89" name="对象 88">
                        <a:extLst>
                          <a:ext uri="{FF2B5EF4-FFF2-40B4-BE49-F238E27FC236}">
                            <a16:creationId xmlns:a16="http://schemas.microsoft.com/office/drawing/2014/main" id="{C44B7C0C-010C-0E4A-8BA7-E5F3AEE6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9833858" y="6275388"/>
                        <a:ext cx="2667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" name="矩形 73">
            <a:extLst>
              <a:ext uri="{FF2B5EF4-FFF2-40B4-BE49-F238E27FC236}">
                <a16:creationId xmlns:a16="http://schemas.microsoft.com/office/drawing/2014/main" id="{EBB846D6-31A8-857C-9C9B-98159945C121}"/>
              </a:ext>
            </a:extLst>
          </p:cNvPr>
          <p:cNvSpPr/>
          <p:nvPr/>
        </p:nvSpPr>
        <p:spPr>
          <a:xfrm>
            <a:off x="4509342" y="6141950"/>
            <a:ext cx="137454" cy="137454"/>
          </a:xfrm>
          <a:prstGeom prst="rect">
            <a:avLst/>
          </a:prstGeom>
          <a:solidFill>
            <a:srgbClr val="453DF4"/>
          </a:solidFill>
          <a:ln>
            <a:solidFill>
              <a:srgbClr val="453D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95" name="对象 94">
            <a:extLst>
              <a:ext uri="{FF2B5EF4-FFF2-40B4-BE49-F238E27FC236}">
                <a16:creationId xmlns:a16="http://schemas.microsoft.com/office/drawing/2014/main" id="{0FF2481C-3DC8-40DA-CB81-1CB05B4356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3963686"/>
              </p:ext>
            </p:extLst>
          </p:nvPr>
        </p:nvGraphicFramePr>
        <p:xfrm>
          <a:off x="4444760" y="5748090"/>
          <a:ext cx="280988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177480" imgH="241200" progId="Equation.DSMT4">
                  <p:embed/>
                </p:oleObj>
              </mc:Choice>
              <mc:Fallback>
                <p:oleObj name="Equation" r:id="rId38" imgW="177480" imgH="24120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036CC8F9-95AC-68DD-5FB0-14FD3CEE7C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4444760" y="5748090"/>
                        <a:ext cx="280988" cy="377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" name="对象 102">
            <a:extLst>
              <a:ext uri="{FF2B5EF4-FFF2-40B4-BE49-F238E27FC236}">
                <a16:creationId xmlns:a16="http://schemas.microsoft.com/office/drawing/2014/main" id="{1DB68D05-B549-C9FC-9EF8-08F2A840E7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6134874"/>
              </p:ext>
            </p:extLst>
          </p:nvPr>
        </p:nvGraphicFramePr>
        <p:xfrm>
          <a:off x="5028611" y="5748090"/>
          <a:ext cx="280988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177480" imgH="241200" progId="Equation.DSMT4">
                  <p:embed/>
                </p:oleObj>
              </mc:Choice>
              <mc:Fallback>
                <p:oleObj name="Equation" r:id="rId40" imgW="177480" imgH="241200" progId="Equation.DSMT4">
                  <p:embed/>
                  <p:pic>
                    <p:nvPicPr>
                      <p:cNvPr id="95" name="对象 94">
                        <a:extLst>
                          <a:ext uri="{FF2B5EF4-FFF2-40B4-BE49-F238E27FC236}">
                            <a16:creationId xmlns:a16="http://schemas.microsoft.com/office/drawing/2014/main" id="{0FF2481C-3DC8-40DA-CB81-1CB05B4356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5028611" y="5748090"/>
                        <a:ext cx="280988" cy="377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" name="对象 103">
            <a:extLst>
              <a:ext uri="{FF2B5EF4-FFF2-40B4-BE49-F238E27FC236}">
                <a16:creationId xmlns:a16="http://schemas.microsoft.com/office/drawing/2014/main" id="{69B12567-CC98-E8DF-3EAD-A0FE1911C3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9495513"/>
              </p:ext>
            </p:extLst>
          </p:nvPr>
        </p:nvGraphicFramePr>
        <p:xfrm>
          <a:off x="5661312" y="5748090"/>
          <a:ext cx="280988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2" imgW="177480" imgH="241200" progId="Equation.DSMT4">
                  <p:embed/>
                </p:oleObj>
              </mc:Choice>
              <mc:Fallback>
                <p:oleObj name="Equation" r:id="rId42" imgW="177480" imgH="241200" progId="Equation.DSMT4">
                  <p:embed/>
                  <p:pic>
                    <p:nvPicPr>
                      <p:cNvPr id="103" name="对象 102">
                        <a:extLst>
                          <a:ext uri="{FF2B5EF4-FFF2-40B4-BE49-F238E27FC236}">
                            <a16:creationId xmlns:a16="http://schemas.microsoft.com/office/drawing/2014/main" id="{1DB68D05-B549-C9FC-9EF8-08F2A840E7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5661312" y="5748090"/>
                        <a:ext cx="280988" cy="377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" name="对象 104">
            <a:extLst>
              <a:ext uri="{FF2B5EF4-FFF2-40B4-BE49-F238E27FC236}">
                <a16:creationId xmlns:a16="http://schemas.microsoft.com/office/drawing/2014/main" id="{B3FDC169-7854-2C69-7960-CDCE305741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6315576"/>
              </p:ext>
            </p:extLst>
          </p:nvPr>
        </p:nvGraphicFramePr>
        <p:xfrm>
          <a:off x="6277396" y="5748090"/>
          <a:ext cx="280988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4" imgW="177480" imgH="241200" progId="Equation.DSMT4">
                  <p:embed/>
                </p:oleObj>
              </mc:Choice>
              <mc:Fallback>
                <p:oleObj name="Equation" r:id="rId44" imgW="177480" imgH="241200" progId="Equation.DSMT4">
                  <p:embed/>
                  <p:pic>
                    <p:nvPicPr>
                      <p:cNvPr id="104" name="对象 103">
                        <a:extLst>
                          <a:ext uri="{FF2B5EF4-FFF2-40B4-BE49-F238E27FC236}">
                            <a16:creationId xmlns:a16="http://schemas.microsoft.com/office/drawing/2014/main" id="{69B12567-CC98-E8DF-3EAD-A0FE1911C3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6277396" y="5748090"/>
                        <a:ext cx="280988" cy="377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" name="对象 105">
            <a:extLst>
              <a:ext uri="{FF2B5EF4-FFF2-40B4-BE49-F238E27FC236}">
                <a16:creationId xmlns:a16="http://schemas.microsoft.com/office/drawing/2014/main" id="{130A405D-2980-AD3A-7459-232709D13B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1336560"/>
              </p:ext>
            </p:extLst>
          </p:nvPr>
        </p:nvGraphicFramePr>
        <p:xfrm>
          <a:off x="6801097" y="5748090"/>
          <a:ext cx="280988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6" imgW="177480" imgH="241200" progId="Equation.DSMT4">
                  <p:embed/>
                </p:oleObj>
              </mc:Choice>
              <mc:Fallback>
                <p:oleObj name="Equation" r:id="rId46" imgW="177480" imgH="241200" progId="Equation.DSMT4">
                  <p:embed/>
                  <p:pic>
                    <p:nvPicPr>
                      <p:cNvPr id="105" name="对象 104">
                        <a:extLst>
                          <a:ext uri="{FF2B5EF4-FFF2-40B4-BE49-F238E27FC236}">
                            <a16:creationId xmlns:a16="http://schemas.microsoft.com/office/drawing/2014/main" id="{B3FDC169-7854-2C69-7960-CDCE305741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6801097" y="5748090"/>
                        <a:ext cx="280988" cy="377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" name="对象 106">
            <a:extLst>
              <a:ext uri="{FF2B5EF4-FFF2-40B4-BE49-F238E27FC236}">
                <a16:creationId xmlns:a16="http://schemas.microsoft.com/office/drawing/2014/main" id="{030DC575-4DF7-10CE-D9A5-85558C949C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5414265"/>
              </p:ext>
            </p:extLst>
          </p:nvPr>
        </p:nvGraphicFramePr>
        <p:xfrm>
          <a:off x="9068382" y="5729288"/>
          <a:ext cx="561975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8" imgW="355320" imgH="266400" progId="Equation.DSMT4">
                  <p:embed/>
                </p:oleObj>
              </mc:Choice>
              <mc:Fallback>
                <p:oleObj name="Equation" r:id="rId48" imgW="355320" imgH="266400" progId="Equation.DSMT4">
                  <p:embed/>
                  <p:pic>
                    <p:nvPicPr>
                      <p:cNvPr id="106" name="对象 105">
                        <a:extLst>
                          <a:ext uri="{FF2B5EF4-FFF2-40B4-BE49-F238E27FC236}">
                            <a16:creationId xmlns:a16="http://schemas.microsoft.com/office/drawing/2014/main" id="{130A405D-2980-AD3A-7459-232709D13B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9068382" y="5729288"/>
                        <a:ext cx="561975" cy="4175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" name="对象 116">
            <a:extLst>
              <a:ext uri="{FF2B5EF4-FFF2-40B4-BE49-F238E27FC236}">
                <a16:creationId xmlns:a16="http://schemas.microsoft.com/office/drawing/2014/main" id="{AA014B44-33AC-4B30-7336-8C9A312B7E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4013292"/>
              </p:ext>
            </p:extLst>
          </p:nvPr>
        </p:nvGraphicFramePr>
        <p:xfrm>
          <a:off x="9649407" y="5729288"/>
          <a:ext cx="541337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0" imgW="342720" imgH="266400" progId="Equation.DSMT4">
                  <p:embed/>
                </p:oleObj>
              </mc:Choice>
              <mc:Fallback>
                <p:oleObj name="Equation" r:id="rId50" imgW="342720" imgH="266400" progId="Equation.DSMT4">
                  <p:embed/>
                  <p:pic>
                    <p:nvPicPr>
                      <p:cNvPr id="107" name="对象 106">
                        <a:extLst>
                          <a:ext uri="{FF2B5EF4-FFF2-40B4-BE49-F238E27FC236}">
                            <a16:creationId xmlns:a16="http://schemas.microsoft.com/office/drawing/2014/main" id="{030DC575-4DF7-10CE-D9A5-85558C949C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9649407" y="5729288"/>
                        <a:ext cx="541337" cy="4175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" name="文本框 117">
            <a:extLst>
              <a:ext uri="{FF2B5EF4-FFF2-40B4-BE49-F238E27FC236}">
                <a16:creationId xmlns:a16="http://schemas.microsoft.com/office/drawing/2014/main" id="{62B59035-9E70-11A7-1464-2AC92AADBD01}"/>
              </a:ext>
            </a:extLst>
          </p:cNvPr>
          <p:cNvSpPr txBox="1"/>
          <p:nvPr/>
        </p:nvSpPr>
        <p:spPr>
          <a:xfrm>
            <a:off x="7915020" y="6242748"/>
            <a:ext cx="285127" cy="317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FDDDE180-F81A-6242-2487-3EAC0A85D599}"/>
              </a:ext>
            </a:extLst>
          </p:cNvPr>
          <p:cNvSpPr txBox="1"/>
          <p:nvPr/>
        </p:nvSpPr>
        <p:spPr>
          <a:xfrm>
            <a:off x="7915020" y="5850301"/>
            <a:ext cx="285127" cy="317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070A84A3-EA2E-C4F2-3473-84F57B22A6DB}"/>
              </a:ext>
            </a:extLst>
          </p:cNvPr>
          <p:cNvSpPr/>
          <p:nvPr/>
        </p:nvSpPr>
        <p:spPr>
          <a:xfrm>
            <a:off x="4379693" y="5768445"/>
            <a:ext cx="396992" cy="741949"/>
          </a:xfrm>
          <a:prstGeom prst="rect">
            <a:avLst/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261DD289-3A2E-5D8B-783C-AC4C8F284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b="1" smtClean="0"/>
              <a:pPr/>
              <a:t>14</a:t>
            </a:fld>
            <a:r>
              <a:rPr lang="en-US" altLang="zh-CN"/>
              <a:t>/17</a:t>
            </a:r>
            <a:endParaRPr lang="zh-CN" altLang="en-US" dirty="0"/>
          </a:p>
        </p:txBody>
      </p:sp>
      <p:sp>
        <p:nvSpPr>
          <p:cNvPr id="225" name="文本框 224">
            <a:extLst>
              <a:ext uri="{FF2B5EF4-FFF2-40B4-BE49-F238E27FC236}">
                <a16:creationId xmlns:a16="http://schemas.microsoft.com/office/drawing/2014/main" id="{B500D9DE-2BE5-AF77-E84F-542D81ADE9DD}"/>
              </a:ext>
            </a:extLst>
          </p:cNvPr>
          <p:cNvSpPr txBox="1"/>
          <p:nvPr/>
        </p:nvSpPr>
        <p:spPr>
          <a:xfrm>
            <a:off x="2149150" y="3496191"/>
            <a:ext cx="23226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 Wu et al., 2015, Part D )</a:t>
            </a:r>
            <a:endParaRPr lang="zh-CN" altLang="en-US" sz="14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6" name="文本框 225">
            <a:extLst>
              <a:ext uri="{FF2B5EF4-FFF2-40B4-BE49-F238E27FC236}">
                <a16:creationId xmlns:a16="http://schemas.microsoft.com/office/drawing/2014/main" id="{E6CD774D-32D8-75F7-7C76-0C295BCB0278}"/>
              </a:ext>
            </a:extLst>
          </p:cNvPr>
          <p:cNvSpPr txBox="1"/>
          <p:nvPr/>
        </p:nvSpPr>
        <p:spPr>
          <a:xfrm>
            <a:off x="10009468" y="1666614"/>
            <a:ext cx="15568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设置虚拟障碍物</a:t>
            </a:r>
          </a:p>
        </p:txBody>
      </p:sp>
      <p:sp>
        <p:nvSpPr>
          <p:cNvPr id="227" name="文本框 226">
            <a:extLst>
              <a:ext uri="{FF2B5EF4-FFF2-40B4-BE49-F238E27FC236}">
                <a16:creationId xmlns:a16="http://schemas.microsoft.com/office/drawing/2014/main" id="{EB32282C-EDCE-0C6A-663F-91E43EA607C7}"/>
              </a:ext>
            </a:extLst>
          </p:cNvPr>
          <p:cNvSpPr txBox="1"/>
          <p:nvPr/>
        </p:nvSpPr>
        <p:spPr>
          <a:xfrm>
            <a:off x="2091442" y="5997919"/>
            <a:ext cx="16456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执行第一个预测步</a:t>
            </a:r>
          </a:p>
        </p:txBody>
      </p:sp>
    </p:spTree>
    <p:extLst>
      <p:ext uri="{BB962C8B-B14F-4D97-AF65-F5344CB8AC3E}">
        <p14:creationId xmlns:p14="http://schemas.microsoft.com/office/powerpoint/2010/main" val="41066154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38FCB7-EB0D-5FC6-9D78-B080C055C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文本框 114">
            <a:extLst>
              <a:ext uri="{FF2B5EF4-FFF2-40B4-BE49-F238E27FC236}">
                <a16:creationId xmlns:a16="http://schemas.microsoft.com/office/drawing/2014/main" id="{2898C142-C097-F1FC-0554-B4E8AC6CFB44}"/>
              </a:ext>
            </a:extLst>
          </p:cNvPr>
          <p:cNvSpPr txBox="1"/>
          <p:nvPr/>
        </p:nvSpPr>
        <p:spPr>
          <a:xfrm>
            <a:off x="7855610" y="1657517"/>
            <a:ext cx="25562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大小为           的矩阵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5091F2A-F236-A1BE-47B8-AEF55112CD4E}"/>
              </a:ext>
            </a:extLst>
          </p:cNvPr>
          <p:cNvSpPr txBox="1"/>
          <p:nvPr/>
        </p:nvSpPr>
        <p:spPr>
          <a:xfrm>
            <a:off x="701167" y="63461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628A406B-A158-FF79-1C81-95C5B590F9B9}"/>
              </a:ext>
            </a:extLst>
          </p:cNvPr>
          <p:cNvGrpSpPr/>
          <p:nvPr/>
        </p:nvGrpSpPr>
        <p:grpSpPr>
          <a:xfrm>
            <a:off x="2584397" y="136012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4" name="圆角矩形 3">
              <a:extLst>
                <a:ext uri="{FF2B5EF4-FFF2-40B4-BE49-F238E27FC236}">
                  <a16:creationId xmlns:a16="http://schemas.microsoft.com/office/drawing/2014/main" id="{358FB65D-7A1A-F862-9332-42021DFBB33A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>
              <a:extLst>
                <a:ext uri="{FF2B5EF4-FFF2-40B4-BE49-F238E27FC236}">
                  <a16:creationId xmlns:a16="http://schemas.microsoft.com/office/drawing/2014/main" id="{A7D2284C-7FE3-DC60-2950-A0D1A591BF8E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CE8BE604-E64E-D30B-448F-0FB3C57FEC32}"/>
                </a:ext>
              </a:extLst>
            </p:cNvPr>
            <p:cNvSpPr/>
            <p:nvPr/>
          </p:nvSpPr>
          <p:spPr>
            <a:xfrm>
              <a:off x="2723392" y="239783"/>
              <a:ext cx="1473344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Content</a:t>
              </a:r>
            </a:p>
          </p:txBody>
        </p:sp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790B28F0-136E-19C9-9E3F-24A60D08D23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94775"/>
            <a:ext cx="1264639" cy="444778"/>
          </a:xfrm>
          <a:prstGeom prst="rect">
            <a:avLst/>
          </a:prstGeom>
        </p:spPr>
      </p:pic>
      <p:grpSp>
        <p:nvGrpSpPr>
          <p:cNvPr id="67" name="组合 66">
            <a:extLst>
              <a:ext uri="{FF2B5EF4-FFF2-40B4-BE49-F238E27FC236}">
                <a16:creationId xmlns:a16="http://schemas.microsoft.com/office/drawing/2014/main" id="{D71ABAF8-06ED-73D7-8F0E-2D7B922AA19E}"/>
              </a:ext>
            </a:extLst>
          </p:cNvPr>
          <p:cNvGrpSpPr/>
          <p:nvPr/>
        </p:nvGrpSpPr>
        <p:grpSpPr>
          <a:xfrm>
            <a:off x="-254000" y="120204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68" name="圆角矩形 4">
              <a:extLst>
                <a:ext uri="{FF2B5EF4-FFF2-40B4-BE49-F238E27FC236}">
                  <a16:creationId xmlns:a16="http://schemas.microsoft.com/office/drawing/2014/main" id="{947D1C84-32A2-370E-633A-5794988ECBCC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348D14F3-626C-7D0C-DD60-AA5C94B770B9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32A973EF-7531-FB4B-3DBE-4E225C000B2D}"/>
              </a:ext>
            </a:extLst>
          </p:cNvPr>
          <p:cNvSpPr txBox="1"/>
          <p:nvPr/>
        </p:nvSpPr>
        <p:spPr>
          <a:xfrm>
            <a:off x="352425" y="848851"/>
            <a:ext cx="5562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考虑置信度的后向安全约束</a:t>
            </a:r>
            <a:endParaRPr lang="zh-CN" altLang="en-US" sz="20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BEF7F37D-1579-A059-5702-575D55B01346}"/>
              </a:ext>
            </a:extLst>
          </p:cNvPr>
          <p:cNvCxnSpPr/>
          <p:nvPr/>
        </p:nvCxnSpPr>
        <p:spPr>
          <a:xfrm>
            <a:off x="456774" y="1268011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C522B3EB-8768-4418-7832-F9B9F53A0B96}"/>
              </a:ext>
            </a:extLst>
          </p:cNvPr>
          <p:cNvSpPr/>
          <p:nvPr/>
        </p:nvSpPr>
        <p:spPr>
          <a:xfrm>
            <a:off x="195034" y="1522259"/>
            <a:ext cx="4485608" cy="1658982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883DA454-E11C-DFDC-D8FF-5CC3B0D43439}"/>
              </a:ext>
            </a:extLst>
          </p:cNvPr>
          <p:cNvSpPr/>
          <p:nvPr/>
        </p:nvSpPr>
        <p:spPr>
          <a:xfrm>
            <a:off x="352426" y="1664563"/>
            <a:ext cx="1747978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后向安全机会约束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D62C3D56-58BD-9BE9-A8B1-C9F1EC5184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2431125"/>
              </p:ext>
            </p:extLst>
          </p:nvPr>
        </p:nvGraphicFramePr>
        <p:xfrm>
          <a:off x="352425" y="2084580"/>
          <a:ext cx="4262410" cy="3885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47760" imgH="279360" progId="Equation.DSMT4">
                  <p:embed/>
                </p:oleObj>
              </mc:Choice>
              <mc:Fallback>
                <p:oleObj name="Equation" r:id="rId4" imgW="3047760" imgH="27936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64413795-E1F6-E1EA-907E-7245419ADF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2425" y="2084580"/>
                        <a:ext cx="4262410" cy="3885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9" name="矩形: 圆角 288">
            <a:extLst>
              <a:ext uri="{FF2B5EF4-FFF2-40B4-BE49-F238E27FC236}">
                <a16:creationId xmlns:a16="http://schemas.microsoft.com/office/drawing/2014/main" id="{DC9CEFF8-A51B-00EE-ED32-2E1EF48083CC}"/>
              </a:ext>
            </a:extLst>
          </p:cNvPr>
          <p:cNvSpPr/>
          <p:nvPr/>
        </p:nvSpPr>
        <p:spPr>
          <a:xfrm>
            <a:off x="4993849" y="1522259"/>
            <a:ext cx="6920511" cy="4067330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0" name="矩形: 圆角 289">
            <a:extLst>
              <a:ext uri="{FF2B5EF4-FFF2-40B4-BE49-F238E27FC236}">
                <a16:creationId xmlns:a16="http://schemas.microsoft.com/office/drawing/2014/main" id="{7FF45139-EA13-DB50-2887-9161A1426DD1}"/>
              </a:ext>
            </a:extLst>
          </p:cNvPr>
          <p:cNvSpPr/>
          <p:nvPr/>
        </p:nvSpPr>
        <p:spPr>
          <a:xfrm>
            <a:off x="5151241" y="1664563"/>
            <a:ext cx="1955730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后方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HDV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轨迹采样</a:t>
            </a:r>
          </a:p>
        </p:txBody>
      </p:sp>
      <p:graphicFrame>
        <p:nvGraphicFramePr>
          <p:cNvPr id="291" name="对象 290">
            <a:extLst>
              <a:ext uri="{FF2B5EF4-FFF2-40B4-BE49-F238E27FC236}">
                <a16:creationId xmlns:a16="http://schemas.microsoft.com/office/drawing/2014/main" id="{0EB511FA-A0A6-2681-10FB-07E0A4DAE0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5850902"/>
              </p:ext>
            </p:extLst>
          </p:nvPr>
        </p:nvGraphicFramePr>
        <p:xfrm>
          <a:off x="5352739" y="2050056"/>
          <a:ext cx="3802106" cy="51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895480" imgH="393480" progId="Equation.DSMT4">
                  <p:embed/>
                </p:oleObj>
              </mc:Choice>
              <mc:Fallback>
                <p:oleObj name="Equation" r:id="rId6" imgW="2895480" imgH="393480" progId="Equation.DSMT4">
                  <p:embed/>
                  <p:pic>
                    <p:nvPicPr>
                      <p:cNvPr id="291" name="对象 290">
                        <a:extLst>
                          <a:ext uri="{FF2B5EF4-FFF2-40B4-BE49-F238E27FC236}">
                            <a16:creationId xmlns:a16="http://schemas.microsoft.com/office/drawing/2014/main" id="{D2677986-12E7-49FD-B65E-2579C95BBC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352739" y="2050056"/>
                        <a:ext cx="3802106" cy="510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9675720-7058-9A61-AFEF-36B5857AA28A}"/>
              </a:ext>
            </a:extLst>
          </p:cNvPr>
          <p:cNvSpPr/>
          <p:nvPr/>
        </p:nvSpPr>
        <p:spPr>
          <a:xfrm>
            <a:off x="195034" y="3360097"/>
            <a:ext cx="4485608" cy="2229492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2120E240-F49E-68B7-A57D-50D64DA1062B}"/>
              </a:ext>
            </a:extLst>
          </p:cNvPr>
          <p:cNvSpPr/>
          <p:nvPr/>
        </p:nvSpPr>
        <p:spPr>
          <a:xfrm>
            <a:off x="352425" y="3502401"/>
            <a:ext cx="2244671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改进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IDM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车辆跟驰模型</a:t>
            </a: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EEEAD356-FC92-7386-9904-7ABA284831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465155"/>
              </p:ext>
            </p:extLst>
          </p:nvPr>
        </p:nvGraphicFramePr>
        <p:xfrm>
          <a:off x="352425" y="3852426"/>
          <a:ext cx="4218228" cy="7195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87720" imgH="685800" progId="Equation.DSMT4">
                  <p:embed/>
                </p:oleObj>
              </mc:Choice>
              <mc:Fallback>
                <p:oleObj name="Equation" r:id="rId8" imgW="3987720" imgH="68580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FAB54F4D-0E20-AFA2-89E9-FCE999A924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52425" y="3852426"/>
                        <a:ext cx="4218228" cy="7195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45141F05-7B24-46AF-5F53-B77E98CFDB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7735868"/>
              </p:ext>
            </p:extLst>
          </p:nvPr>
        </p:nvGraphicFramePr>
        <p:xfrm>
          <a:off x="352425" y="4645914"/>
          <a:ext cx="2090338" cy="32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73120" imgH="228600" progId="Equation.DSMT4">
                  <p:embed/>
                </p:oleObj>
              </mc:Choice>
              <mc:Fallback>
                <p:oleObj name="Equation" r:id="rId10" imgW="1473120" imgH="22860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08CD6F4A-9D34-43E1-572D-34D05A20BE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52425" y="4645914"/>
                        <a:ext cx="2090338" cy="320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35FCA2A4-0C6B-6D8E-F4DB-926F3612C8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5421555"/>
              </p:ext>
            </p:extLst>
          </p:nvPr>
        </p:nvGraphicFramePr>
        <p:xfrm>
          <a:off x="9448800" y="2149484"/>
          <a:ext cx="1249408" cy="3358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88840" imgH="241200" progId="Equation.DSMT4">
                  <p:embed/>
                </p:oleObj>
              </mc:Choice>
              <mc:Fallback>
                <p:oleObj name="Equation" r:id="rId12" imgW="888840" imgH="24120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31A80CEE-BE19-E59B-552F-DDA9EA94CD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448800" y="2149484"/>
                        <a:ext cx="1249408" cy="3358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0B898472-B7F0-F775-F807-D0428FE82F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2195823"/>
              </p:ext>
            </p:extLst>
          </p:nvPr>
        </p:nvGraphicFramePr>
        <p:xfrm>
          <a:off x="5352739" y="2602712"/>
          <a:ext cx="3215438" cy="4033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209680" imgH="279360" progId="Equation.DSMT4">
                  <p:embed/>
                </p:oleObj>
              </mc:Choice>
              <mc:Fallback>
                <p:oleObj name="Equation" r:id="rId14" imgW="2209680" imgH="27936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0F5BE246-E33E-A743-8656-E05BE3BEB7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352739" y="2602712"/>
                        <a:ext cx="3215438" cy="4033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421FBC6F-D98F-C742-4914-5DF587EAA2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0163089"/>
              </p:ext>
            </p:extLst>
          </p:nvPr>
        </p:nvGraphicFramePr>
        <p:xfrm>
          <a:off x="9239250" y="2627732"/>
          <a:ext cx="1327150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838080" imgH="203040" progId="Equation.DSMT4">
                  <p:embed/>
                </p:oleObj>
              </mc:Choice>
              <mc:Fallback>
                <p:oleObj name="Equation" r:id="rId16" imgW="838080" imgH="20304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00D6A24C-F469-89DA-E756-D79DC4B785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9239250" y="2627732"/>
                        <a:ext cx="1327150" cy="319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F124E732-8BF7-4E85-8452-AEFDCE396F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1645332"/>
              </p:ext>
            </p:extLst>
          </p:nvPr>
        </p:nvGraphicFramePr>
        <p:xfrm>
          <a:off x="8533738" y="1692965"/>
          <a:ext cx="880363" cy="3001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698400" imgH="241200" progId="Equation.DSMT4">
                  <p:embed/>
                </p:oleObj>
              </mc:Choice>
              <mc:Fallback>
                <p:oleObj name="Equation" r:id="rId18" imgW="698400" imgH="24120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036CC8F9-95AC-68DD-5FB0-14FD3CEE7C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8533738" y="1692965"/>
                        <a:ext cx="880363" cy="3001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1" name="矩形: 圆角 240">
            <a:extLst>
              <a:ext uri="{FF2B5EF4-FFF2-40B4-BE49-F238E27FC236}">
                <a16:creationId xmlns:a16="http://schemas.microsoft.com/office/drawing/2014/main" id="{7BD86819-D62C-FDC6-6567-1592EB2F2EE9}"/>
              </a:ext>
            </a:extLst>
          </p:cNvPr>
          <p:cNvSpPr/>
          <p:nvPr/>
        </p:nvSpPr>
        <p:spPr>
          <a:xfrm>
            <a:off x="195034" y="5708772"/>
            <a:ext cx="11719326" cy="851974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2" name="矩形: 圆角 241">
            <a:extLst>
              <a:ext uri="{FF2B5EF4-FFF2-40B4-BE49-F238E27FC236}">
                <a16:creationId xmlns:a16="http://schemas.microsoft.com/office/drawing/2014/main" id="{B25766F3-892A-82F5-68FE-2E93CF43EDE9}"/>
              </a:ext>
            </a:extLst>
          </p:cNvPr>
          <p:cNvSpPr/>
          <p:nvPr/>
        </p:nvSpPr>
        <p:spPr>
          <a:xfrm>
            <a:off x="352425" y="5997919"/>
            <a:ext cx="1725713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样本近似机会约束</a:t>
            </a: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6D62AFB3-9CA2-9094-5ABC-2523B8F4F3BD}"/>
              </a:ext>
            </a:extLst>
          </p:cNvPr>
          <p:cNvGrpSpPr/>
          <p:nvPr/>
        </p:nvGrpSpPr>
        <p:grpSpPr>
          <a:xfrm>
            <a:off x="741516" y="2485376"/>
            <a:ext cx="3581601" cy="643731"/>
            <a:chOff x="741516" y="2485376"/>
            <a:chExt cx="3581601" cy="643731"/>
          </a:xfrm>
        </p:grpSpPr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93575C53-917B-9E93-F585-D015643F53B3}"/>
                </a:ext>
              </a:extLst>
            </p:cNvPr>
            <p:cNvSpPr/>
            <p:nvPr/>
          </p:nvSpPr>
          <p:spPr>
            <a:xfrm>
              <a:off x="2181904" y="3029123"/>
              <a:ext cx="280472" cy="99984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24" name="组合 223">
              <a:extLst>
                <a:ext uri="{FF2B5EF4-FFF2-40B4-BE49-F238E27FC236}">
                  <a16:creationId xmlns:a16="http://schemas.microsoft.com/office/drawing/2014/main" id="{46DD293B-B031-6262-EE5D-1DDA964273BB}"/>
                </a:ext>
              </a:extLst>
            </p:cNvPr>
            <p:cNvGrpSpPr/>
            <p:nvPr/>
          </p:nvGrpSpPr>
          <p:grpSpPr>
            <a:xfrm>
              <a:off x="3256662" y="2672549"/>
              <a:ext cx="802726" cy="420498"/>
              <a:chOff x="3018629" y="3467665"/>
              <a:chExt cx="491014" cy="257212"/>
            </a:xfrm>
          </p:grpSpPr>
          <p:pic>
            <p:nvPicPr>
              <p:cNvPr id="102" name="图片 101">
                <a:extLst>
                  <a:ext uri="{FF2B5EF4-FFF2-40B4-BE49-F238E27FC236}">
                    <a16:creationId xmlns:a16="http://schemas.microsoft.com/office/drawing/2014/main" id="{CFD01DB8-4602-1ADB-FB68-BE6B49A2E1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rcRect b="6269"/>
              <a:stretch/>
            </p:blipFill>
            <p:spPr>
              <a:xfrm>
                <a:off x="3018629" y="3467665"/>
                <a:ext cx="382929" cy="221160"/>
              </a:xfrm>
              <a:prstGeom prst="rect">
                <a:avLst/>
              </a:prstGeom>
            </p:spPr>
          </p:pic>
          <p:sp>
            <p:nvSpPr>
              <p:cNvPr id="108" name="弧形 107">
                <a:extLst>
                  <a:ext uri="{FF2B5EF4-FFF2-40B4-BE49-F238E27FC236}">
                    <a16:creationId xmlns:a16="http://schemas.microsoft.com/office/drawing/2014/main" id="{60E0B24B-B5D2-C16C-DF27-0F660A96D14B}"/>
                  </a:ext>
                </a:extLst>
              </p:cNvPr>
              <p:cNvSpPr/>
              <p:nvPr/>
            </p:nvSpPr>
            <p:spPr>
              <a:xfrm rot="3393584">
                <a:off x="3323388" y="3541460"/>
                <a:ext cx="111636" cy="111636"/>
              </a:xfrm>
              <a:prstGeom prst="arc">
                <a:avLst>
                  <a:gd name="adj1" fmla="val 14687986"/>
                  <a:gd name="adj2" fmla="val 0"/>
                </a:avLst>
              </a:prstGeom>
              <a:ln w="9525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9" name="弧形 108">
                <a:extLst>
                  <a:ext uri="{FF2B5EF4-FFF2-40B4-BE49-F238E27FC236}">
                    <a16:creationId xmlns:a16="http://schemas.microsoft.com/office/drawing/2014/main" id="{431CFCEF-B44F-3D56-3A60-843D5378625D}"/>
                  </a:ext>
                </a:extLst>
              </p:cNvPr>
              <p:cNvSpPr/>
              <p:nvPr/>
            </p:nvSpPr>
            <p:spPr>
              <a:xfrm rot="3393584">
                <a:off x="3299550" y="3512593"/>
                <a:ext cx="173258" cy="173258"/>
              </a:xfrm>
              <a:prstGeom prst="arc">
                <a:avLst>
                  <a:gd name="adj1" fmla="val 14687986"/>
                  <a:gd name="adj2" fmla="val 0"/>
                </a:avLst>
              </a:prstGeom>
              <a:ln w="9525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0" name="弧形 109">
                <a:extLst>
                  <a:ext uri="{FF2B5EF4-FFF2-40B4-BE49-F238E27FC236}">
                    <a16:creationId xmlns:a16="http://schemas.microsoft.com/office/drawing/2014/main" id="{B5868A80-7C40-3710-D35A-D1B6B9A1F7B2}"/>
                  </a:ext>
                </a:extLst>
              </p:cNvPr>
              <p:cNvSpPr/>
              <p:nvPr/>
            </p:nvSpPr>
            <p:spPr>
              <a:xfrm rot="3393584">
                <a:off x="3261583" y="3476817"/>
                <a:ext cx="248060" cy="248060"/>
              </a:xfrm>
              <a:prstGeom prst="arc">
                <a:avLst>
                  <a:gd name="adj1" fmla="val 14687986"/>
                  <a:gd name="adj2" fmla="val 0"/>
                </a:avLst>
              </a:prstGeom>
              <a:ln w="9525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225" name="图片 224">
              <a:extLst>
                <a:ext uri="{FF2B5EF4-FFF2-40B4-BE49-F238E27FC236}">
                  <a16:creationId xmlns:a16="http://schemas.microsoft.com/office/drawing/2014/main" id="{5100ADD4-276E-3A0A-7D18-C2EFF81E36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326125" y="2711218"/>
              <a:ext cx="651792" cy="345335"/>
            </a:xfrm>
            <a:prstGeom prst="rect">
              <a:avLst/>
            </a:prstGeom>
          </p:spPr>
        </p:pic>
        <p:cxnSp>
          <p:nvCxnSpPr>
            <p:cNvPr id="226" name="直接连接符 225">
              <a:extLst>
                <a:ext uri="{FF2B5EF4-FFF2-40B4-BE49-F238E27FC236}">
                  <a16:creationId xmlns:a16="http://schemas.microsoft.com/office/drawing/2014/main" id="{2D7C0B13-866F-9CD3-C03E-A8606898EA1E}"/>
                </a:ext>
              </a:extLst>
            </p:cNvPr>
            <p:cNvCxnSpPr>
              <a:cxnSpLocks/>
            </p:cNvCxnSpPr>
            <p:nvPr/>
          </p:nvCxnSpPr>
          <p:spPr>
            <a:xfrm>
              <a:off x="751306" y="3083847"/>
              <a:ext cx="3571811" cy="0"/>
            </a:xfrm>
            <a:prstGeom prst="line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7" name="任意多边形: 形状 226">
              <a:extLst>
                <a:ext uri="{FF2B5EF4-FFF2-40B4-BE49-F238E27FC236}">
                  <a16:creationId xmlns:a16="http://schemas.microsoft.com/office/drawing/2014/main" id="{7CDC633C-F3BD-4F30-CB92-97E95BB965B9}"/>
                </a:ext>
              </a:extLst>
            </p:cNvPr>
            <p:cNvSpPr/>
            <p:nvPr/>
          </p:nvSpPr>
          <p:spPr>
            <a:xfrm>
              <a:off x="741516" y="2568009"/>
              <a:ext cx="896083" cy="513406"/>
            </a:xfrm>
            <a:custGeom>
              <a:avLst/>
              <a:gdLst>
                <a:gd name="csX0" fmla="*/ 0 w 1196975"/>
                <a:gd name="csY0" fmla="*/ 685800 h 685800"/>
                <a:gd name="csX1" fmla="*/ 339725 w 1196975"/>
                <a:gd name="csY1" fmla="*/ 615950 h 685800"/>
                <a:gd name="csX2" fmla="*/ 609600 w 1196975"/>
                <a:gd name="csY2" fmla="*/ 384175 h 685800"/>
                <a:gd name="csX3" fmla="*/ 895350 w 1196975"/>
                <a:gd name="csY3" fmla="*/ 92075 h 685800"/>
                <a:gd name="csX4" fmla="*/ 1196975 w 1196975"/>
                <a:gd name="csY4" fmla="*/ 0 h 685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6975" h="685800">
                  <a:moveTo>
                    <a:pt x="0" y="685800"/>
                  </a:moveTo>
                  <a:cubicBezTo>
                    <a:pt x="119062" y="676010"/>
                    <a:pt x="238125" y="666221"/>
                    <a:pt x="339725" y="615950"/>
                  </a:cubicBezTo>
                  <a:cubicBezTo>
                    <a:pt x="441325" y="565679"/>
                    <a:pt x="516996" y="471487"/>
                    <a:pt x="609600" y="384175"/>
                  </a:cubicBezTo>
                  <a:cubicBezTo>
                    <a:pt x="702204" y="296862"/>
                    <a:pt x="797454" y="156104"/>
                    <a:pt x="895350" y="92075"/>
                  </a:cubicBezTo>
                  <a:cubicBezTo>
                    <a:pt x="993246" y="28046"/>
                    <a:pt x="1095110" y="14023"/>
                    <a:pt x="1196975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8" name="任意多边形: 形状 227">
              <a:extLst>
                <a:ext uri="{FF2B5EF4-FFF2-40B4-BE49-F238E27FC236}">
                  <a16:creationId xmlns:a16="http://schemas.microsoft.com/office/drawing/2014/main" id="{ED5EADF1-0B27-75D4-CD8C-85C809B754A4}"/>
                </a:ext>
              </a:extLst>
            </p:cNvPr>
            <p:cNvSpPr/>
            <p:nvPr/>
          </p:nvSpPr>
          <p:spPr>
            <a:xfrm flipH="1">
              <a:off x="1627947" y="2568009"/>
              <a:ext cx="895231" cy="513406"/>
            </a:xfrm>
            <a:custGeom>
              <a:avLst/>
              <a:gdLst>
                <a:gd name="csX0" fmla="*/ 0 w 1196975"/>
                <a:gd name="csY0" fmla="*/ 685800 h 685800"/>
                <a:gd name="csX1" fmla="*/ 339725 w 1196975"/>
                <a:gd name="csY1" fmla="*/ 615950 h 685800"/>
                <a:gd name="csX2" fmla="*/ 609600 w 1196975"/>
                <a:gd name="csY2" fmla="*/ 384175 h 685800"/>
                <a:gd name="csX3" fmla="*/ 895350 w 1196975"/>
                <a:gd name="csY3" fmla="*/ 92075 h 685800"/>
                <a:gd name="csX4" fmla="*/ 1196975 w 1196975"/>
                <a:gd name="csY4" fmla="*/ 0 h 685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6975" h="685800">
                  <a:moveTo>
                    <a:pt x="0" y="685800"/>
                  </a:moveTo>
                  <a:cubicBezTo>
                    <a:pt x="119062" y="676010"/>
                    <a:pt x="238125" y="666221"/>
                    <a:pt x="339725" y="615950"/>
                  </a:cubicBezTo>
                  <a:cubicBezTo>
                    <a:pt x="441325" y="565679"/>
                    <a:pt x="516996" y="471487"/>
                    <a:pt x="609600" y="384175"/>
                  </a:cubicBezTo>
                  <a:cubicBezTo>
                    <a:pt x="702204" y="296862"/>
                    <a:pt x="797454" y="156104"/>
                    <a:pt x="895350" y="92075"/>
                  </a:cubicBezTo>
                  <a:cubicBezTo>
                    <a:pt x="993246" y="28046"/>
                    <a:pt x="1095110" y="14023"/>
                    <a:pt x="1196975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29" name="组合 228">
              <a:extLst>
                <a:ext uri="{FF2B5EF4-FFF2-40B4-BE49-F238E27FC236}">
                  <a16:creationId xmlns:a16="http://schemas.microsoft.com/office/drawing/2014/main" id="{811691E9-1480-59C5-8698-44F80296EB0F}"/>
                </a:ext>
              </a:extLst>
            </p:cNvPr>
            <p:cNvGrpSpPr/>
            <p:nvPr/>
          </p:nvGrpSpPr>
          <p:grpSpPr>
            <a:xfrm>
              <a:off x="1613162" y="3064301"/>
              <a:ext cx="854256" cy="34226"/>
              <a:chOff x="8276333" y="3739515"/>
              <a:chExt cx="1141103" cy="45719"/>
            </a:xfrm>
          </p:grpSpPr>
          <p:sp>
            <p:nvSpPr>
              <p:cNvPr id="306" name="椭圆 305">
                <a:extLst>
                  <a:ext uri="{FF2B5EF4-FFF2-40B4-BE49-F238E27FC236}">
                    <a16:creationId xmlns:a16="http://schemas.microsoft.com/office/drawing/2014/main" id="{643866F9-EC6D-75B2-965B-6C0F81955A3B}"/>
                  </a:ext>
                </a:extLst>
              </p:cNvPr>
              <p:cNvSpPr/>
              <p:nvPr/>
            </p:nvSpPr>
            <p:spPr>
              <a:xfrm flipH="1">
                <a:off x="8276333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7" name="椭圆 306">
                <a:extLst>
                  <a:ext uri="{FF2B5EF4-FFF2-40B4-BE49-F238E27FC236}">
                    <a16:creationId xmlns:a16="http://schemas.microsoft.com/office/drawing/2014/main" id="{AEA52B0B-6EED-5449-EDF2-BF3224E90A22}"/>
                  </a:ext>
                </a:extLst>
              </p:cNvPr>
              <p:cNvSpPr/>
              <p:nvPr/>
            </p:nvSpPr>
            <p:spPr>
              <a:xfrm flipH="1">
                <a:off x="8309437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8" name="椭圆 307">
                <a:extLst>
                  <a:ext uri="{FF2B5EF4-FFF2-40B4-BE49-F238E27FC236}">
                    <a16:creationId xmlns:a16="http://schemas.microsoft.com/office/drawing/2014/main" id="{7628DC32-B015-5E51-AC6F-1C3AB4D86313}"/>
                  </a:ext>
                </a:extLst>
              </p:cNvPr>
              <p:cNvSpPr/>
              <p:nvPr/>
            </p:nvSpPr>
            <p:spPr>
              <a:xfrm flipH="1">
                <a:off x="8345373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0" name="椭圆 309">
                <a:extLst>
                  <a:ext uri="{FF2B5EF4-FFF2-40B4-BE49-F238E27FC236}">
                    <a16:creationId xmlns:a16="http://schemas.microsoft.com/office/drawing/2014/main" id="{E1353EAA-391A-76D4-16CC-1C6E9F1FDC53}"/>
                  </a:ext>
                </a:extLst>
              </p:cNvPr>
              <p:cNvSpPr/>
              <p:nvPr/>
            </p:nvSpPr>
            <p:spPr>
              <a:xfrm flipH="1">
                <a:off x="8381309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1" name="椭圆 310">
                <a:extLst>
                  <a:ext uri="{FF2B5EF4-FFF2-40B4-BE49-F238E27FC236}">
                    <a16:creationId xmlns:a16="http://schemas.microsoft.com/office/drawing/2014/main" id="{AE371922-12CA-49F9-869D-71140EFA5C6B}"/>
                  </a:ext>
                </a:extLst>
              </p:cNvPr>
              <p:cNvSpPr/>
              <p:nvPr/>
            </p:nvSpPr>
            <p:spPr>
              <a:xfrm flipH="1">
                <a:off x="8430321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2" name="椭圆 311">
                <a:extLst>
                  <a:ext uri="{FF2B5EF4-FFF2-40B4-BE49-F238E27FC236}">
                    <a16:creationId xmlns:a16="http://schemas.microsoft.com/office/drawing/2014/main" id="{FCE8A32B-4211-2AA3-2BA4-4990666EE1B9}"/>
                  </a:ext>
                </a:extLst>
              </p:cNvPr>
              <p:cNvSpPr/>
              <p:nvPr/>
            </p:nvSpPr>
            <p:spPr>
              <a:xfrm flipH="1">
                <a:off x="8486886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3" name="椭圆 312">
                <a:extLst>
                  <a:ext uri="{FF2B5EF4-FFF2-40B4-BE49-F238E27FC236}">
                    <a16:creationId xmlns:a16="http://schemas.microsoft.com/office/drawing/2014/main" id="{A06B0856-D493-6BE1-8A65-259937596975}"/>
                  </a:ext>
                </a:extLst>
              </p:cNvPr>
              <p:cNvSpPr/>
              <p:nvPr/>
            </p:nvSpPr>
            <p:spPr>
              <a:xfrm flipH="1">
                <a:off x="8554252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9" name="椭圆 318">
                <a:extLst>
                  <a:ext uri="{FF2B5EF4-FFF2-40B4-BE49-F238E27FC236}">
                    <a16:creationId xmlns:a16="http://schemas.microsoft.com/office/drawing/2014/main" id="{81AFD0CF-098A-E2CF-B437-F1429903B740}"/>
                  </a:ext>
                </a:extLst>
              </p:cNvPr>
              <p:cNvSpPr/>
              <p:nvPr/>
            </p:nvSpPr>
            <p:spPr>
              <a:xfrm flipH="1">
                <a:off x="8633075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6" name="椭圆 95">
                <a:extLst>
                  <a:ext uri="{FF2B5EF4-FFF2-40B4-BE49-F238E27FC236}">
                    <a16:creationId xmlns:a16="http://schemas.microsoft.com/office/drawing/2014/main" id="{A2A048F6-C5E9-ACCE-EA8F-2278B98BB057}"/>
                  </a:ext>
                </a:extLst>
              </p:cNvPr>
              <p:cNvSpPr/>
              <p:nvPr/>
            </p:nvSpPr>
            <p:spPr>
              <a:xfrm flipH="1">
                <a:off x="8712144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" name="椭圆 96">
                <a:extLst>
                  <a:ext uri="{FF2B5EF4-FFF2-40B4-BE49-F238E27FC236}">
                    <a16:creationId xmlns:a16="http://schemas.microsoft.com/office/drawing/2014/main" id="{4F727915-4F42-FDAC-57AC-E8F671FAAC33}"/>
                  </a:ext>
                </a:extLst>
              </p:cNvPr>
              <p:cNvSpPr/>
              <p:nvPr/>
            </p:nvSpPr>
            <p:spPr>
              <a:xfrm flipH="1">
                <a:off x="8807337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8" name="椭圆 97">
                <a:extLst>
                  <a:ext uri="{FF2B5EF4-FFF2-40B4-BE49-F238E27FC236}">
                    <a16:creationId xmlns:a16="http://schemas.microsoft.com/office/drawing/2014/main" id="{97EF0748-C2CD-A6B1-0C6D-2A42E44A01AF}"/>
                  </a:ext>
                </a:extLst>
              </p:cNvPr>
              <p:cNvSpPr/>
              <p:nvPr/>
            </p:nvSpPr>
            <p:spPr>
              <a:xfrm flipH="1">
                <a:off x="8908409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9" name="椭圆 98">
                <a:extLst>
                  <a:ext uri="{FF2B5EF4-FFF2-40B4-BE49-F238E27FC236}">
                    <a16:creationId xmlns:a16="http://schemas.microsoft.com/office/drawing/2014/main" id="{2C9983E9-C666-9055-51BA-4E63C85460F9}"/>
                  </a:ext>
                </a:extLst>
              </p:cNvPr>
              <p:cNvSpPr/>
              <p:nvPr/>
            </p:nvSpPr>
            <p:spPr>
              <a:xfrm flipH="1">
                <a:off x="9028263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0" name="椭圆 99">
                <a:extLst>
                  <a:ext uri="{FF2B5EF4-FFF2-40B4-BE49-F238E27FC236}">
                    <a16:creationId xmlns:a16="http://schemas.microsoft.com/office/drawing/2014/main" id="{027006DF-3AC6-FEFC-C891-967AE61C3C45}"/>
                  </a:ext>
                </a:extLst>
              </p:cNvPr>
              <p:cNvSpPr/>
              <p:nvPr/>
            </p:nvSpPr>
            <p:spPr>
              <a:xfrm flipH="1">
                <a:off x="9156138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1" name="椭圆 100">
                <a:extLst>
                  <a:ext uri="{FF2B5EF4-FFF2-40B4-BE49-F238E27FC236}">
                    <a16:creationId xmlns:a16="http://schemas.microsoft.com/office/drawing/2014/main" id="{BECB341F-6513-27DA-0B59-92D4EB72F623}"/>
                  </a:ext>
                </a:extLst>
              </p:cNvPr>
              <p:cNvSpPr/>
              <p:nvPr/>
            </p:nvSpPr>
            <p:spPr>
              <a:xfrm flipH="1">
                <a:off x="9371717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30" name="组合 229">
              <a:extLst>
                <a:ext uri="{FF2B5EF4-FFF2-40B4-BE49-F238E27FC236}">
                  <a16:creationId xmlns:a16="http://schemas.microsoft.com/office/drawing/2014/main" id="{4D2587DD-1976-50DC-6117-49BA0D3C2489}"/>
                </a:ext>
              </a:extLst>
            </p:cNvPr>
            <p:cNvGrpSpPr/>
            <p:nvPr/>
          </p:nvGrpSpPr>
          <p:grpSpPr>
            <a:xfrm rot="10800000">
              <a:off x="791350" y="3064481"/>
              <a:ext cx="854256" cy="34226"/>
              <a:chOff x="8276333" y="3739515"/>
              <a:chExt cx="1141103" cy="45719"/>
            </a:xfrm>
          </p:grpSpPr>
          <p:sp>
            <p:nvSpPr>
              <p:cNvPr id="93" name="椭圆 92">
                <a:extLst>
                  <a:ext uri="{FF2B5EF4-FFF2-40B4-BE49-F238E27FC236}">
                    <a16:creationId xmlns:a16="http://schemas.microsoft.com/office/drawing/2014/main" id="{C3053172-532A-C829-3A72-59703D47E441}"/>
                  </a:ext>
                </a:extLst>
              </p:cNvPr>
              <p:cNvSpPr/>
              <p:nvPr/>
            </p:nvSpPr>
            <p:spPr>
              <a:xfrm flipH="1">
                <a:off x="8276333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4" name="椭圆 93">
                <a:extLst>
                  <a:ext uri="{FF2B5EF4-FFF2-40B4-BE49-F238E27FC236}">
                    <a16:creationId xmlns:a16="http://schemas.microsoft.com/office/drawing/2014/main" id="{FB164E71-9905-CCF1-E78E-B43333F60293}"/>
                  </a:ext>
                </a:extLst>
              </p:cNvPr>
              <p:cNvSpPr/>
              <p:nvPr/>
            </p:nvSpPr>
            <p:spPr>
              <a:xfrm flipH="1">
                <a:off x="8309437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8" name="椭圆 287">
                <a:extLst>
                  <a:ext uri="{FF2B5EF4-FFF2-40B4-BE49-F238E27FC236}">
                    <a16:creationId xmlns:a16="http://schemas.microsoft.com/office/drawing/2014/main" id="{90B6D024-87E7-EBC1-0134-F7E157E3421B}"/>
                  </a:ext>
                </a:extLst>
              </p:cNvPr>
              <p:cNvSpPr/>
              <p:nvPr/>
            </p:nvSpPr>
            <p:spPr>
              <a:xfrm flipH="1">
                <a:off x="8345373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2" name="椭圆 291">
                <a:extLst>
                  <a:ext uri="{FF2B5EF4-FFF2-40B4-BE49-F238E27FC236}">
                    <a16:creationId xmlns:a16="http://schemas.microsoft.com/office/drawing/2014/main" id="{7AAA1F9E-165C-C9FC-BE61-20D2204837DC}"/>
                  </a:ext>
                </a:extLst>
              </p:cNvPr>
              <p:cNvSpPr/>
              <p:nvPr/>
            </p:nvSpPr>
            <p:spPr>
              <a:xfrm flipH="1">
                <a:off x="8381309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6" name="椭圆 295">
                <a:extLst>
                  <a:ext uri="{FF2B5EF4-FFF2-40B4-BE49-F238E27FC236}">
                    <a16:creationId xmlns:a16="http://schemas.microsoft.com/office/drawing/2014/main" id="{D5038333-409F-7E47-4D57-0B9BEC94EF0C}"/>
                  </a:ext>
                </a:extLst>
              </p:cNvPr>
              <p:cNvSpPr/>
              <p:nvPr/>
            </p:nvSpPr>
            <p:spPr>
              <a:xfrm flipH="1">
                <a:off x="8430321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7" name="椭圆 296">
                <a:extLst>
                  <a:ext uri="{FF2B5EF4-FFF2-40B4-BE49-F238E27FC236}">
                    <a16:creationId xmlns:a16="http://schemas.microsoft.com/office/drawing/2014/main" id="{7711FDC1-E770-767A-117E-8680C30A162F}"/>
                  </a:ext>
                </a:extLst>
              </p:cNvPr>
              <p:cNvSpPr/>
              <p:nvPr/>
            </p:nvSpPr>
            <p:spPr>
              <a:xfrm flipH="1">
                <a:off x="8486886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8" name="椭圆 297">
                <a:extLst>
                  <a:ext uri="{FF2B5EF4-FFF2-40B4-BE49-F238E27FC236}">
                    <a16:creationId xmlns:a16="http://schemas.microsoft.com/office/drawing/2014/main" id="{1F121948-E086-180C-BEC7-0D99A9482D3F}"/>
                  </a:ext>
                </a:extLst>
              </p:cNvPr>
              <p:cNvSpPr/>
              <p:nvPr/>
            </p:nvSpPr>
            <p:spPr>
              <a:xfrm flipH="1">
                <a:off x="8554252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9" name="椭圆 298">
                <a:extLst>
                  <a:ext uri="{FF2B5EF4-FFF2-40B4-BE49-F238E27FC236}">
                    <a16:creationId xmlns:a16="http://schemas.microsoft.com/office/drawing/2014/main" id="{538089F2-D486-A6AD-6905-D73D96CE8137}"/>
                  </a:ext>
                </a:extLst>
              </p:cNvPr>
              <p:cNvSpPr/>
              <p:nvPr/>
            </p:nvSpPr>
            <p:spPr>
              <a:xfrm flipH="1">
                <a:off x="8633075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0" name="椭圆 299">
                <a:extLst>
                  <a:ext uri="{FF2B5EF4-FFF2-40B4-BE49-F238E27FC236}">
                    <a16:creationId xmlns:a16="http://schemas.microsoft.com/office/drawing/2014/main" id="{8BFBA937-CE95-6323-7B16-02623D7EBC3B}"/>
                  </a:ext>
                </a:extLst>
              </p:cNvPr>
              <p:cNvSpPr/>
              <p:nvPr/>
            </p:nvSpPr>
            <p:spPr>
              <a:xfrm flipH="1">
                <a:off x="8712144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1" name="椭圆 300">
                <a:extLst>
                  <a:ext uri="{FF2B5EF4-FFF2-40B4-BE49-F238E27FC236}">
                    <a16:creationId xmlns:a16="http://schemas.microsoft.com/office/drawing/2014/main" id="{F4053DC7-8980-66DE-2BCE-D9B7D02D136C}"/>
                  </a:ext>
                </a:extLst>
              </p:cNvPr>
              <p:cNvSpPr/>
              <p:nvPr/>
            </p:nvSpPr>
            <p:spPr>
              <a:xfrm flipH="1">
                <a:off x="8807337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2" name="椭圆 301">
                <a:extLst>
                  <a:ext uri="{FF2B5EF4-FFF2-40B4-BE49-F238E27FC236}">
                    <a16:creationId xmlns:a16="http://schemas.microsoft.com/office/drawing/2014/main" id="{5DE95F6E-683E-AE9A-3C9F-CB7D07DBAF66}"/>
                  </a:ext>
                </a:extLst>
              </p:cNvPr>
              <p:cNvSpPr/>
              <p:nvPr/>
            </p:nvSpPr>
            <p:spPr>
              <a:xfrm flipH="1">
                <a:off x="8908409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3" name="椭圆 302">
                <a:extLst>
                  <a:ext uri="{FF2B5EF4-FFF2-40B4-BE49-F238E27FC236}">
                    <a16:creationId xmlns:a16="http://schemas.microsoft.com/office/drawing/2014/main" id="{EA8E5847-4CDF-0783-E7DE-0419451E2769}"/>
                  </a:ext>
                </a:extLst>
              </p:cNvPr>
              <p:cNvSpPr/>
              <p:nvPr/>
            </p:nvSpPr>
            <p:spPr>
              <a:xfrm flipH="1">
                <a:off x="9028263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4" name="椭圆 303">
                <a:extLst>
                  <a:ext uri="{FF2B5EF4-FFF2-40B4-BE49-F238E27FC236}">
                    <a16:creationId xmlns:a16="http://schemas.microsoft.com/office/drawing/2014/main" id="{9A21519C-378F-FCB0-A16E-9EE12B980179}"/>
                  </a:ext>
                </a:extLst>
              </p:cNvPr>
              <p:cNvSpPr/>
              <p:nvPr/>
            </p:nvSpPr>
            <p:spPr>
              <a:xfrm flipH="1">
                <a:off x="9156138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5" name="椭圆 304">
                <a:extLst>
                  <a:ext uri="{FF2B5EF4-FFF2-40B4-BE49-F238E27FC236}">
                    <a16:creationId xmlns:a16="http://schemas.microsoft.com/office/drawing/2014/main" id="{E1AB4D31-D4FF-E6DF-82C8-5F3F63426B01}"/>
                  </a:ext>
                </a:extLst>
              </p:cNvPr>
              <p:cNvSpPr/>
              <p:nvPr/>
            </p:nvSpPr>
            <p:spPr>
              <a:xfrm flipH="1">
                <a:off x="9371717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31" name="组合 230">
              <a:extLst>
                <a:ext uri="{FF2B5EF4-FFF2-40B4-BE49-F238E27FC236}">
                  <a16:creationId xmlns:a16="http://schemas.microsoft.com/office/drawing/2014/main" id="{5136CBB9-501F-864A-9F5A-0A0EE1D429FF}"/>
                </a:ext>
              </a:extLst>
            </p:cNvPr>
            <p:cNvGrpSpPr/>
            <p:nvPr/>
          </p:nvGrpSpPr>
          <p:grpSpPr>
            <a:xfrm>
              <a:off x="1611380" y="2569791"/>
              <a:ext cx="674987" cy="523905"/>
              <a:chOff x="8273952" y="3078955"/>
              <a:chExt cx="901638" cy="699825"/>
            </a:xfrm>
          </p:grpSpPr>
          <p:cxnSp>
            <p:nvCxnSpPr>
              <p:cNvPr id="255" name="直接连接符 254">
                <a:extLst>
                  <a:ext uri="{FF2B5EF4-FFF2-40B4-BE49-F238E27FC236}">
                    <a16:creationId xmlns:a16="http://schemas.microsoft.com/office/drawing/2014/main" id="{6D0A3718-E8D8-24A8-20D2-99EE56C53AFB}"/>
                  </a:ext>
                </a:extLst>
              </p:cNvPr>
              <p:cNvCxnSpPr>
                <a:cxnSpLocks/>
                <a:stCxn id="94" idx="7"/>
              </p:cNvCxnSpPr>
              <p:nvPr/>
            </p:nvCxnSpPr>
            <p:spPr>
              <a:xfrm flipH="1" flipV="1">
                <a:off x="8273952" y="3078955"/>
                <a:ext cx="5920" cy="699825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>
                <a:extLst>
                  <a:ext uri="{FF2B5EF4-FFF2-40B4-BE49-F238E27FC236}">
                    <a16:creationId xmlns:a16="http://schemas.microsoft.com/office/drawing/2014/main" id="{4B70B05F-8B0F-2E2C-DC44-EC43C5ADEB6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298372" y="3078955"/>
                <a:ext cx="5920" cy="699825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接连接符 69">
                <a:extLst>
                  <a:ext uri="{FF2B5EF4-FFF2-40B4-BE49-F238E27FC236}">
                    <a16:creationId xmlns:a16="http://schemas.microsoft.com/office/drawing/2014/main" id="{D423B0BF-CDC8-9201-25CA-3EF2EA66E12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333990" y="3078955"/>
                <a:ext cx="5920" cy="699825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>
                <a:extLst>
                  <a:ext uri="{FF2B5EF4-FFF2-40B4-BE49-F238E27FC236}">
                    <a16:creationId xmlns:a16="http://schemas.microsoft.com/office/drawing/2014/main" id="{9602C806-D300-60DB-0FB5-A01172BC463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371485" y="3078955"/>
                <a:ext cx="5920" cy="699825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>
                <a:extLst>
                  <a:ext uri="{FF2B5EF4-FFF2-40B4-BE49-F238E27FC236}">
                    <a16:creationId xmlns:a16="http://schemas.microsoft.com/office/drawing/2014/main" id="{43A4E4BB-1E78-4627-B7D0-1EB4D3C1BB0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404451" y="3078955"/>
                <a:ext cx="5920" cy="699825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接连接符 77">
                <a:extLst>
                  <a:ext uri="{FF2B5EF4-FFF2-40B4-BE49-F238E27FC236}">
                    <a16:creationId xmlns:a16="http://schemas.microsoft.com/office/drawing/2014/main" id="{2E8B3590-4A29-0804-91B7-F525EBB968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13288" y="3119438"/>
                <a:ext cx="0" cy="659342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>
                <a:extLst>
                  <a:ext uri="{FF2B5EF4-FFF2-40B4-BE49-F238E27FC236}">
                    <a16:creationId xmlns:a16="http://schemas.microsoft.com/office/drawing/2014/main" id="{92AEB274-A1B0-ADFC-8CEB-9AAB25614C8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55909" y="3100388"/>
                <a:ext cx="0" cy="678392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>
                <a:extLst>
                  <a:ext uri="{FF2B5EF4-FFF2-40B4-BE49-F238E27FC236}">
                    <a16:creationId xmlns:a16="http://schemas.microsoft.com/office/drawing/2014/main" id="{FF55C06A-6F19-1450-1805-10947F422FA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0511" y="3161172"/>
                <a:ext cx="0" cy="617608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接连接符 84">
                <a:extLst>
                  <a:ext uri="{FF2B5EF4-FFF2-40B4-BE49-F238E27FC236}">
                    <a16:creationId xmlns:a16="http://schemas.microsoft.com/office/drawing/2014/main" id="{525EA574-A4F9-933C-15B4-F558BE40914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654215" y="3226594"/>
                <a:ext cx="0" cy="552186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直接连接符 85">
                <a:extLst>
                  <a:ext uri="{FF2B5EF4-FFF2-40B4-BE49-F238E27FC236}">
                    <a16:creationId xmlns:a16="http://schemas.microsoft.com/office/drawing/2014/main" id="{6BB34F90-6DDB-6A38-AF64-13D7C567745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736841" y="3295650"/>
                <a:ext cx="0" cy="483130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>
                <a:extLst>
                  <a:ext uri="{FF2B5EF4-FFF2-40B4-BE49-F238E27FC236}">
                    <a16:creationId xmlns:a16="http://schemas.microsoft.com/office/drawing/2014/main" id="{64AC6C31-96B0-33AD-DD20-76DB4DA7E74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825744" y="3395663"/>
                <a:ext cx="0" cy="383117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直接连接符 87">
                <a:extLst>
                  <a:ext uri="{FF2B5EF4-FFF2-40B4-BE49-F238E27FC236}">
                    <a16:creationId xmlns:a16="http://schemas.microsoft.com/office/drawing/2014/main" id="{F4B565BB-4EF0-0139-F76B-E1E78642DA6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931770" y="3498518"/>
                <a:ext cx="0" cy="280262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直接连接符 90">
                <a:extLst>
                  <a:ext uri="{FF2B5EF4-FFF2-40B4-BE49-F238E27FC236}">
                    <a16:creationId xmlns:a16="http://schemas.microsoft.com/office/drawing/2014/main" id="{0F0D2F83-D290-171C-063E-72583DE60FE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53680" y="3632848"/>
                <a:ext cx="0" cy="145932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直接连接符 91">
                <a:extLst>
                  <a:ext uri="{FF2B5EF4-FFF2-40B4-BE49-F238E27FC236}">
                    <a16:creationId xmlns:a16="http://schemas.microsoft.com/office/drawing/2014/main" id="{68916DDB-9555-358E-16AD-D1165196776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75590" y="3705814"/>
                <a:ext cx="0" cy="72966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2" name="组合 231">
              <a:extLst>
                <a:ext uri="{FF2B5EF4-FFF2-40B4-BE49-F238E27FC236}">
                  <a16:creationId xmlns:a16="http://schemas.microsoft.com/office/drawing/2014/main" id="{EDA015B8-E7FE-C9DB-9B38-802939115583}"/>
                </a:ext>
              </a:extLst>
            </p:cNvPr>
            <p:cNvGrpSpPr/>
            <p:nvPr/>
          </p:nvGrpSpPr>
          <p:grpSpPr>
            <a:xfrm flipH="1">
              <a:off x="970933" y="2578297"/>
              <a:ext cx="676456" cy="523905"/>
              <a:chOff x="8273952" y="3078955"/>
              <a:chExt cx="901638" cy="699825"/>
            </a:xfrm>
          </p:grpSpPr>
          <p:cxnSp>
            <p:nvCxnSpPr>
              <p:cNvPr id="237" name="直接连接符 236">
                <a:extLst>
                  <a:ext uri="{FF2B5EF4-FFF2-40B4-BE49-F238E27FC236}">
                    <a16:creationId xmlns:a16="http://schemas.microsoft.com/office/drawing/2014/main" id="{4877C5B9-98A5-DB61-827C-212EB2BA3C4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273952" y="3078955"/>
                <a:ext cx="5920" cy="699825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" name="直接连接符 237">
                <a:extLst>
                  <a:ext uri="{FF2B5EF4-FFF2-40B4-BE49-F238E27FC236}">
                    <a16:creationId xmlns:a16="http://schemas.microsoft.com/office/drawing/2014/main" id="{20521C2F-11DF-C77C-2B09-AE653BAD21D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298372" y="3078955"/>
                <a:ext cx="5920" cy="699825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直接连接符 242">
                <a:extLst>
                  <a:ext uri="{FF2B5EF4-FFF2-40B4-BE49-F238E27FC236}">
                    <a16:creationId xmlns:a16="http://schemas.microsoft.com/office/drawing/2014/main" id="{8CAC6732-F696-F16D-5943-DF745EE0170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333990" y="3078955"/>
                <a:ext cx="5920" cy="699825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直接连接符 243">
                <a:extLst>
                  <a:ext uri="{FF2B5EF4-FFF2-40B4-BE49-F238E27FC236}">
                    <a16:creationId xmlns:a16="http://schemas.microsoft.com/office/drawing/2014/main" id="{B73D3E38-BC3A-4F17-D429-214D68DFE7B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371485" y="3078955"/>
                <a:ext cx="5920" cy="699825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直接连接符 244">
                <a:extLst>
                  <a:ext uri="{FF2B5EF4-FFF2-40B4-BE49-F238E27FC236}">
                    <a16:creationId xmlns:a16="http://schemas.microsoft.com/office/drawing/2014/main" id="{78479018-BBF4-B0F9-8B47-07485AEA55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404451" y="3078955"/>
                <a:ext cx="5920" cy="699825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" name="直接连接符 245">
                <a:extLst>
                  <a:ext uri="{FF2B5EF4-FFF2-40B4-BE49-F238E27FC236}">
                    <a16:creationId xmlns:a16="http://schemas.microsoft.com/office/drawing/2014/main" id="{55456F5D-6DD1-1EF8-71AC-846B84B6BA4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13288" y="3119438"/>
                <a:ext cx="0" cy="659342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直接连接符 246">
                <a:extLst>
                  <a:ext uri="{FF2B5EF4-FFF2-40B4-BE49-F238E27FC236}">
                    <a16:creationId xmlns:a16="http://schemas.microsoft.com/office/drawing/2014/main" id="{FEEF66F5-D8D8-C644-BBEC-7D528407FF1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55909" y="3100388"/>
                <a:ext cx="0" cy="678392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直接连接符 247">
                <a:extLst>
                  <a:ext uri="{FF2B5EF4-FFF2-40B4-BE49-F238E27FC236}">
                    <a16:creationId xmlns:a16="http://schemas.microsoft.com/office/drawing/2014/main" id="{34C89F22-E0DE-22CE-AEBD-EAF4D500EAA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0511" y="3161172"/>
                <a:ext cx="0" cy="617608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直接连接符 248">
                <a:extLst>
                  <a:ext uri="{FF2B5EF4-FFF2-40B4-BE49-F238E27FC236}">
                    <a16:creationId xmlns:a16="http://schemas.microsoft.com/office/drawing/2014/main" id="{1134128A-CA61-980D-F8BB-169A3D216D5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654215" y="3226594"/>
                <a:ext cx="0" cy="552186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直接连接符 249">
                <a:extLst>
                  <a:ext uri="{FF2B5EF4-FFF2-40B4-BE49-F238E27FC236}">
                    <a16:creationId xmlns:a16="http://schemas.microsoft.com/office/drawing/2014/main" id="{95CC5F5A-5D65-32A1-9BEA-FCA1EE701D9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736841" y="3295650"/>
                <a:ext cx="0" cy="483130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直接连接符 250">
                <a:extLst>
                  <a:ext uri="{FF2B5EF4-FFF2-40B4-BE49-F238E27FC236}">
                    <a16:creationId xmlns:a16="http://schemas.microsoft.com/office/drawing/2014/main" id="{97570113-50C9-E255-0F3D-7068147BDC9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825744" y="3395663"/>
                <a:ext cx="0" cy="383117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直接连接符 251">
                <a:extLst>
                  <a:ext uri="{FF2B5EF4-FFF2-40B4-BE49-F238E27FC236}">
                    <a16:creationId xmlns:a16="http://schemas.microsoft.com/office/drawing/2014/main" id="{02C8D00F-02E0-6B3D-0188-0E845EEDDA6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931770" y="3498518"/>
                <a:ext cx="0" cy="280262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直接连接符 252">
                <a:extLst>
                  <a:ext uri="{FF2B5EF4-FFF2-40B4-BE49-F238E27FC236}">
                    <a16:creationId xmlns:a16="http://schemas.microsoft.com/office/drawing/2014/main" id="{963D0A68-B107-50E6-EC28-850732625E1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53680" y="3632848"/>
                <a:ext cx="0" cy="145932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直接连接符 253">
                <a:extLst>
                  <a:ext uri="{FF2B5EF4-FFF2-40B4-BE49-F238E27FC236}">
                    <a16:creationId xmlns:a16="http://schemas.microsoft.com/office/drawing/2014/main" id="{3B13EE09-DEE3-6026-4009-7104856C075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75590" y="3705814"/>
                <a:ext cx="0" cy="72966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33" name="直接箭头连接符 232">
              <a:extLst>
                <a:ext uri="{FF2B5EF4-FFF2-40B4-BE49-F238E27FC236}">
                  <a16:creationId xmlns:a16="http://schemas.microsoft.com/office/drawing/2014/main" id="{EEA866C5-2F0E-058D-E021-06863002615F}"/>
                </a:ext>
              </a:extLst>
            </p:cNvPr>
            <p:cNvCxnSpPr>
              <a:cxnSpLocks/>
            </p:cNvCxnSpPr>
            <p:nvPr/>
          </p:nvCxnSpPr>
          <p:spPr>
            <a:xfrm>
              <a:off x="2181904" y="2746275"/>
              <a:ext cx="1086233" cy="0"/>
            </a:xfrm>
            <a:prstGeom prst="straightConnector1">
              <a:avLst/>
            </a:prstGeom>
            <a:ln w="12700">
              <a:headEnd type="stealth"/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4" name="直接连接符 233">
              <a:extLst>
                <a:ext uri="{FF2B5EF4-FFF2-40B4-BE49-F238E27FC236}">
                  <a16:creationId xmlns:a16="http://schemas.microsoft.com/office/drawing/2014/main" id="{A4F8CD67-6452-AA25-AD6D-504107ED5D84}"/>
                </a:ext>
              </a:extLst>
            </p:cNvPr>
            <p:cNvCxnSpPr>
              <a:cxnSpLocks/>
            </p:cNvCxnSpPr>
            <p:nvPr/>
          </p:nvCxnSpPr>
          <p:spPr>
            <a:xfrm>
              <a:off x="2181904" y="2707957"/>
              <a:ext cx="0" cy="7931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5" name="直接连接符 234">
              <a:extLst>
                <a:ext uri="{FF2B5EF4-FFF2-40B4-BE49-F238E27FC236}">
                  <a16:creationId xmlns:a16="http://schemas.microsoft.com/office/drawing/2014/main" id="{2D9A12B9-BF34-DD1D-A867-61CBAA6F82B2}"/>
                </a:ext>
              </a:extLst>
            </p:cNvPr>
            <p:cNvCxnSpPr>
              <a:cxnSpLocks/>
            </p:cNvCxnSpPr>
            <p:nvPr/>
          </p:nvCxnSpPr>
          <p:spPr>
            <a:xfrm>
              <a:off x="3268137" y="2707957"/>
              <a:ext cx="0" cy="7931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aphicFrame>
          <p:nvGraphicFramePr>
            <p:cNvPr id="236" name="对象 235">
              <a:extLst>
                <a:ext uri="{FF2B5EF4-FFF2-40B4-BE49-F238E27FC236}">
                  <a16:creationId xmlns:a16="http://schemas.microsoft.com/office/drawing/2014/main" id="{ECA40AE8-BC02-7963-2659-73EB8F92F9B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04995611"/>
                </p:ext>
              </p:extLst>
            </p:nvPr>
          </p:nvGraphicFramePr>
          <p:xfrm>
            <a:off x="2406982" y="2485376"/>
            <a:ext cx="631788" cy="2225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647640" imgH="228600" progId="Equation.DSMT4">
                    <p:embed/>
                  </p:oleObj>
                </mc:Choice>
                <mc:Fallback>
                  <p:oleObj name="Equation" r:id="rId22" imgW="647640" imgH="228600" progId="Equation.DSMT4">
                    <p:embed/>
                    <p:pic>
                      <p:nvPicPr>
                        <p:cNvPr id="285" name="对象 284">
                          <a:extLst>
                            <a:ext uri="{FF2B5EF4-FFF2-40B4-BE49-F238E27FC236}">
                              <a16:creationId xmlns:a16="http://schemas.microsoft.com/office/drawing/2014/main" id="{5D791777-72BA-C257-C3E3-86D4DA1A56C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2406982" y="2485376"/>
                          <a:ext cx="631788" cy="22258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601CD6BF-8AAC-C2C4-CCD1-198A0D389DED}"/>
              </a:ext>
            </a:extLst>
          </p:cNvPr>
          <p:cNvGrpSpPr/>
          <p:nvPr/>
        </p:nvGrpSpPr>
        <p:grpSpPr>
          <a:xfrm>
            <a:off x="396607" y="5124288"/>
            <a:ext cx="4218228" cy="307777"/>
            <a:chOff x="263175" y="5124288"/>
            <a:chExt cx="4218228" cy="307777"/>
          </a:xfrm>
        </p:grpSpPr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F01766D2-F364-2C88-9103-CD999EFF4F54}"/>
                </a:ext>
              </a:extLst>
            </p:cNvPr>
            <p:cNvSpPr txBox="1"/>
            <p:nvPr/>
          </p:nvSpPr>
          <p:spPr>
            <a:xfrm>
              <a:off x="263175" y="5124288"/>
              <a:ext cx="421822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置信度越高</a:t>
              </a:r>
              <a:r>
                <a:rPr lang="en-US" altLang="zh-CN" sz="14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/</a:t>
              </a:r>
              <a:r>
                <a:rPr lang="zh-CN" altLang="en-US" sz="14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低，    越小</a:t>
              </a:r>
              <a:r>
                <a:rPr lang="en-US" altLang="zh-CN" sz="14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/</a:t>
              </a:r>
              <a:r>
                <a:rPr lang="zh-CN" altLang="en-US" sz="14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大，跟驰越激进</a:t>
              </a:r>
              <a:r>
                <a:rPr lang="en-US" altLang="zh-CN" sz="14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/</a:t>
              </a:r>
              <a:r>
                <a:rPr lang="zh-CN" altLang="en-US" sz="14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保守</a:t>
              </a:r>
              <a:endPara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112" name="对象 111">
              <a:extLst>
                <a:ext uri="{FF2B5EF4-FFF2-40B4-BE49-F238E27FC236}">
                  <a16:creationId xmlns:a16="http://schemas.microsoft.com/office/drawing/2014/main" id="{66B61D1F-56E2-65AE-9ABD-AB3CF8D24A8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83333372"/>
                </p:ext>
              </p:extLst>
            </p:nvPr>
          </p:nvGraphicFramePr>
          <p:xfrm>
            <a:off x="1652021" y="5137488"/>
            <a:ext cx="376672" cy="2945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248020" imgH="194412" progId="Equation.DSMT4">
                    <p:embed/>
                  </p:oleObj>
                </mc:Choice>
                <mc:Fallback>
                  <p:oleObj name="Equation" r:id="rId24" imgW="248020" imgH="194412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1652021" y="5137488"/>
                          <a:ext cx="376672" cy="29457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1" name="矩形: 圆角 120">
            <a:extLst>
              <a:ext uri="{FF2B5EF4-FFF2-40B4-BE49-F238E27FC236}">
                <a16:creationId xmlns:a16="http://schemas.microsoft.com/office/drawing/2014/main" id="{2EBC2563-97A6-CB8E-47BB-8E272CFB6100}"/>
              </a:ext>
            </a:extLst>
          </p:cNvPr>
          <p:cNvSpPr/>
          <p:nvPr/>
        </p:nvSpPr>
        <p:spPr>
          <a:xfrm>
            <a:off x="5531909" y="3170081"/>
            <a:ext cx="5882852" cy="2188622"/>
          </a:xfrm>
          <a:prstGeom prst="roundRect">
            <a:avLst>
              <a:gd name="adj" fmla="val 5635"/>
            </a:avLst>
          </a:prstGeom>
          <a:noFill/>
          <a:ln>
            <a:solidFill>
              <a:schemeClr val="tx1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矩形: 圆角 121">
            <a:extLst>
              <a:ext uri="{FF2B5EF4-FFF2-40B4-BE49-F238E27FC236}">
                <a16:creationId xmlns:a16="http://schemas.microsoft.com/office/drawing/2014/main" id="{4BC73E83-3A87-421C-6BDC-AA4B5A02A21B}"/>
              </a:ext>
            </a:extLst>
          </p:cNvPr>
          <p:cNvSpPr/>
          <p:nvPr/>
        </p:nvSpPr>
        <p:spPr>
          <a:xfrm>
            <a:off x="5531909" y="3170082"/>
            <a:ext cx="5882852" cy="307520"/>
          </a:xfrm>
          <a:prstGeom prst="roundRect">
            <a:avLst>
              <a:gd name="adj" fmla="val 15628"/>
            </a:avLst>
          </a:prstGeom>
          <a:solidFill>
            <a:srgbClr val="014924"/>
          </a:solidFill>
          <a:ln>
            <a:solidFill>
              <a:schemeClr val="tx1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采样轨迹（位置）矩阵</a:t>
            </a:r>
          </a:p>
        </p:txBody>
      </p:sp>
      <p:cxnSp>
        <p:nvCxnSpPr>
          <p:cNvPr id="123" name="直接连接符 122">
            <a:extLst>
              <a:ext uri="{FF2B5EF4-FFF2-40B4-BE49-F238E27FC236}">
                <a16:creationId xmlns:a16="http://schemas.microsoft.com/office/drawing/2014/main" id="{128211C8-6DFF-4E9B-C6FC-0A4EA1719D45}"/>
              </a:ext>
            </a:extLst>
          </p:cNvPr>
          <p:cNvCxnSpPr>
            <a:cxnSpLocks/>
          </p:cNvCxnSpPr>
          <p:nvPr/>
        </p:nvCxnSpPr>
        <p:spPr>
          <a:xfrm>
            <a:off x="5538697" y="3838137"/>
            <a:ext cx="587606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连接符 123">
            <a:extLst>
              <a:ext uri="{FF2B5EF4-FFF2-40B4-BE49-F238E27FC236}">
                <a16:creationId xmlns:a16="http://schemas.microsoft.com/office/drawing/2014/main" id="{35479CC3-2FB7-A929-909F-1E436B23C440}"/>
              </a:ext>
            </a:extLst>
          </p:cNvPr>
          <p:cNvCxnSpPr>
            <a:cxnSpLocks/>
          </p:cNvCxnSpPr>
          <p:nvPr/>
        </p:nvCxnSpPr>
        <p:spPr>
          <a:xfrm>
            <a:off x="5538697" y="4206833"/>
            <a:ext cx="587606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连接符 124">
            <a:extLst>
              <a:ext uri="{FF2B5EF4-FFF2-40B4-BE49-F238E27FC236}">
                <a16:creationId xmlns:a16="http://schemas.microsoft.com/office/drawing/2014/main" id="{4731514A-3967-018D-280F-9AB3BB8910EE}"/>
              </a:ext>
            </a:extLst>
          </p:cNvPr>
          <p:cNvCxnSpPr>
            <a:cxnSpLocks/>
          </p:cNvCxnSpPr>
          <p:nvPr/>
        </p:nvCxnSpPr>
        <p:spPr>
          <a:xfrm>
            <a:off x="5538697" y="4576762"/>
            <a:ext cx="587606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连接符 125">
            <a:extLst>
              <a:ext uri="{FF2B5EF4-FFF2-40B4-BE49-F238E27FC236}">
                <a16:creationId xmlns:a16="http://schemas.microsoft.com/office/drawing/2014/main" id="{9827DBCE-2D72-FFFD-74B9-ED790CCA7F3F}"/>
              </a:ext>
            </a:extLst>
          </p:cNvPr>
          <p:cNvCxnSpPr>
            <a:cxnSpLocks/>
          </p:cNvCxnSpPr>
          <p:nvPr/>
        </p:nvCxnSpPr>
        <p:spPr>
          <a:xfrm>
            <a:off x="5538697" y="4976290"/>
            <a:ext cx="587606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接连接符 126">
            <a:extLst>
              <a:ext uri="{FF2B5EF4-FFF2-40B4-BE49-F238E27FC236}">
                <a16:creationId xmlns:a16="http://schemas.microsoft.com/office/drawing/2014/main" id="{D6EC476D-5FD7-6A5C-9AEF-88A9984F39C3}"/>
              </a:ext>
            </a:extLst>
          </p:cNvPr>
          <p:cNvCxnSpPr>
            <a:cxnSpLocks/>
          </p:cNvCxnSpPr>
          <p:nvPr/>
        </p:nvCxnSpPr>
        <p:spPr>
          <a:xfrm>
            <a:off x="6211177" y="3484671"/>
            <a:ext cx="0" cy="187403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直接连接符 386">
            <a:extLst>
              <a:ext uri="{FF2B5EF4-FFF2-40B4-BE49-F238E27FC236}">
                <a16:creationId xmlns:a16="http://schemas.microsoft.com/office/drawing/2014/main" id="{B141D905-1E39-E7A8-08C1-5E1953A1DABA}"/>
              </a:ext>
            </a:extLst>
          </p:cNvPr>
          <p:cNvCxnSpPr>
            <a:cxnSpLocks/>
          </p:cNvCxnSpPr>
          <p:nvPr/>
        </p:nvCxnSpPr>
        <p:spPr>
          <a:xfrm>
            <a:off x="7051934" y="3484671"/>
            <a:ext cx="0" cy="187403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直接连接符 387">
            <a:extLst>
              <a:ext uri="{FF2B5EF4-FFF2-40B4-BE49-F238E27FC236}">
                <a16:creationId xmlns:a16="http://schemas.microsoft.com/office/drawing/2014/main" id="{BF10040B-2479-2A79-0FAF-A42D7011E775}"/>
              </a:ext>
            </a:extLst>
          </p:cNvPr>
          <p:cNvCxnSpPr>
            <a:cxnSpLocks/>
          </p:cNvCxnSpPr>
          <p:nvPr/>
        </p:nvCxnSpPr>
        <p:spPr>
          <a:xfrm>
            <a:off x="7945507" y="3484671"/>
            <a:ext cx="0" cy="187403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直接连接符 389">
            <a:extLst>
              <a:ext uri="{FF2B5EF4-FFF2-40B4-BE49-F238E27FC236}">
                <a16:creationId xmlns:a16="http://schemas.microsoft.com/office/drawing/2014/main" id="{5EE8D5FC-5661-0546-4BBF-ADCB3F3B7246}"/>
              </a:ext>
            </a:extLst>
          </p:cNvPr>
          <p:cNvCxnSpPr>
            <a:cxnSpLocks/>
          </p:cNvCxnSpPr>
          <p:nvPr/>
        </p:nvCxnSpPr>
        <p:spPr>
          <a:xfrm>
            <a:off x="8893684" y="3484671"/>
            <a:ext cx="0" cy="187403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直接连接符 390">
            <a:extLst>
              <a:ext uri="{FF2B5EF4-FFF2-40B4-BE49-F238E27FC236}">
                <a16:creationId xmlns:a16="http://schemas.microsoft.com/office/drawing/2014/main" id="{E5D846EC-C7B4-4F9B-5505-3748607D3A09}"/>
              </a:ext>
            </a:extLst>
          </p:cNvPr>
          <p:cNvCxnSpPr>
            <a:cxnSpLocks/>
          </p:cNvCxnSpPr>
          <p:nvPr/>
        </p:nvCxnSpPr>
        <p:spPr>
          <a:xfrm>
            <a:off x="9491964" y="3484671"/>
            <a:ext cx="0" cy="187403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直接连接符 391">
            <a:extLst>
              <a:ext uri="{FF2B5EF4-FFF2-40B4-BE49-F238E27FC236}">
                <a16:creationId xmlns:a16="http://schemas.microsoft.com/office/drawing/2014/main" id="{27D2DF0F-849F-B836-3F75-A477E97B466B}"/>
              </a:ext>
            </a:extLst>
          </p:cNvPr>
          <p:cNvCxnSpPr>
            <a:cxnSpLocks/>
          </p:cNvCxnSpPr>
          <p:nvPr/>
        </p:nvCxnSpPr>
        <p:spPr>
          <a:xfrm>
            <a:off x="10429224" y="3484671"/>
            <a:ext cx="0" cy="187403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97" name="对象 396">
            <a:extLst>
              <a:ext uri="{FF2B5EF4-FFF2-40B4-BE49-F238E27FC236}">
                <a16:creationId xmlns:a16="http://schemas.microsoft.com/office/drawing/2014/main" id="{B0F0E837-D6E6-5F1A-14B5-8266011720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8631562"/>
              </p:ext>
            </p:extLst>
          </p:nvPr>
        </p:nvGraphicFramePr>
        <p:xfrm>
          <a:off x="5786580" y="3517088"/>
          <a:ext cx="200025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26720" imgH="177480" progId="Equation.DSMT4">
                  <p:embed/>
                </p:oleObj>
              </mc:Choice>
              <mc:Fallback>
                <p:oleObj name="Equation" r:id="rId26" imgW="126720" imgH="17748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421FBC6F-D98F-C742-4914-5DF587EAA2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5786580" y="3517088"/>
                        <a:ext cx="200025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8" name="对象 397">
            <a:extLst>
              <a:ext uri="{FF2B5EF4-FFF2-40B4-BE49-F238E27FC236}">
                <a16:creationId xmlns:a16="http://schemas.microsoft.com/office/drawing/2014/main" id="{4A66AF38-B261-5D0A-3266-94884933B3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1669065"/>
              </p:ext>
            </p:extLst>
          </p:nvPr>
        </p:nvGraphicFramePr>
        <p:xfrm>
          <a:off x="6552769" y="3517088"/>
          <a:ext cx="200025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26720" imgH="177480" progId="Equation.DSMT4">
                  <p:embed/>
                </p:oleObj>
              </mc:Choice>
              <mc:Fallback>
                <p:oleObj name="Equation" r:id="rId28" imgW="126720" imgH="177480" progId="Equation.DSMT4">
                  <p:embed/>
                  <p:pic>
                    <p:nvPicPr>
                      <p:cNvPr id="397" name="对象 396">
                        <a:extLst>
                          <a:ext uri="{FF2B5EF4-FFF2-40B4-BE49-F238E27FC236}">
                            <a16:creationId xmlns:a16="http://schemas.microsoft.com/office/drawing/2014/main" id="{B0F0E837-D6E6-5F1A-14B5-8266011720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6552769" y="3517088"/>
                        <a:ext cx="200025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" name="对象 398">
            <a:extLst>
              <a:ext uri="{FF2B5EF4-FFF2-40B4-BE49-F238E27FC236}">
                <a16:creationId xmlns:a16="http://schemas.microsoft.com/office/drawing/2014/main" id="{809863E3-2C3A-E6B2-D958-6AAA3F1FC6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5938297"/>
              </p:ext>
            </p:extLst>
          </p:nvPr>
        </p:nvGraphicFramePr>
        <p:xfrm>
          <a:off x="7429500" y="3525838"/>
          <a:ext cx="139700" cy="258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88560" imgH="164880" progId="Equation.DSMT4">
                  <p:embed/>
                </p:oleObj>
              </mc:Choice>
              <mc:Fallback>
                <p:oleObj name="Equation" r:id="rId30" imgW="88560" imgH="164880" progId="Equation.DSMT4">
                  <p:embed/>
                  <p:pic>
                    <p:nvPicPr>
                      <p:cNvPr id="398" name="对象 397">
                        <a:extLst>
                          <a:ext uri="{FF2B5EF4-FFF2-40B4-BE49-F238E27FC236}">
                            <a16:creationId xmlns:a16="http://schemas.microsoft.com/office/drawing/2014/main" id="{4A66AF38-B261-5D0A-3266-94884933B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7429500" y="3525838"/>
                        <a:ext cx="139700" cy="258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0" name="对象 399">
            <a:extLst>
              <a:ext uri="{FF2B5EF4-FFF2-40B4-BE49-F238E27FC236}">
                <a16:creationId xmlns:a16="http://schemas.microsoft.com/office/drawing/2014/main" id="{078059CA-BD46-7697-CAD5-7A74AC5A52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0976867"/>
              </p:ext>
            </p:extLst>
          </p:nvPr>
        </p:nvGraphicFramePr>
        <p:xfrm>
          <a:off x="8361363" y="3525838"/>
          <a:ext cx="200025" cy="258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26720" imgH="164880" progId="Equation.DSMT4">
                  <p:embed/>
                </p:oleObj>
              </mc:Choice>
              <mc:Fallback>
                <p:oleObj name="Equation" r:id="rId32" imgW="126720" imgH="164880" progId="Equation.DSMT4">
                  <p:embed/>
                  <p:pic>
                    <p:nvPicPr>
                      <p:cNvPr id="399" name="对象 398">
                        <a:extLst>
                          <a:ext uri="{FF2B5EF4-FFF2-40B4-BE49-F238E27FC236}">
                            <a16:creationId xmlns:a16="http://schemas.microsoft.com/office/drawing/2014/main" id="{809863E3-2C3A-E6B2-D958-6AAA3F1FC6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8361363" y="3525838"/>
                        <a:ext cx="200025" cy="258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1" name="对象 400">
            <a:extLst>
              <a:ext uri="{FF2B5EF4-FFF2-40B4-BE49-F238E27FC236}">
                <a16:creationId xmlns:a16="http://schemas.microsoft.com/office/drawing/2014/main" id="{901DD06C-49CA-EFBC-EF3B-DA93AF0CAA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3469595"/>
              </p:ext>
            </p:extLst>
          </p:nvPr>
        </p:nvGraphicFramePr>
        <p:xfrm>
          <a:off x="9634538" y="3467100"/>
          <a:ext cx="679450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431640" imgH="241200" progId="Equation.DSMT4">
                  <p:embed/>
                </p:oleObj>
              </mc:Choice>
              <mc:Fallback>
                <p:oleObj name="Equation" r:id="rId34" imgW="431640" imgH="241200" progId="Equation.DSMT4">
                  <p:embed/>
                  <p:pic>
                    <p:nvPicPr>
                      <p:cNvPr id="400" name="对象 399">
                        <a:extLst>
                          <a:ext uri="{FF2B5EF4-FFF2-40B4-BE49-F238E27FC236}">
                            <a16:creationId xmlns:a16="http://schemas.microsoft.com/office/drawing/2014/main" id="{078059CA-BD46-7697-CAD5-7A74AC5A52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9634538" y="3467100"/>
                        <a:ext cx="679450" cy="379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2" name="对象 401">
            <a:extLst>
              <a:ext uri="{FF2B5EF4-FFF2-40B4-BE49-F238E27FC236}">
                <a16:creationId xmlns:a16="http://schemas.microsoft.com/office/drawing/2014/main" id="{0201B702-500E-A2C4-F902-DE7CEA4A86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3480277"/>
              </p:ext>
            </p:extLst>
          </p:nvPr>
        </p:nvGraphicFramePr>
        <p:xfrm>
          <a:off x="10741025" y="3467100"/>
          <a:ext cx="360363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228600" imgH="241200" progId="Equation.DSMT4">
                  <p:embed/>
                </p:oleObj>
              </mc:Choice>
              <mc:Fallback>
                <p:oleObj name="Equation" r:id="rId36" imgW="228600" imgH="241200" progId="Equation.DSMT4">
                  <p:embed/>
                  <p:pic>
                    <p:nvPicPr>
                      <p:cNvPr id="401" name="对象 400">
                        <a:extLst>
                          <a:ext uri="{FF2B5EF4-FFF2-40B4-BE49-F238E27FC236}">
                            <a16:creationId xmlns:a16="http://schemas.microsoft.com/office/drawing/2014/main" id="{901DD06C-49CA-EFBC-EF3B-DA93AF0CAA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10741025" y="3467100"/>
                        <a:ext cx="360363" cy="379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3" name="对象 402">
            <a:extLst>
              <a:ext uri="{FF2B5EF4-FFF2-40B4-BE49-F238E27FC236}">
                <a16:creationId xmlns:a16="http://schemas.microsoft.com/office/drawing/2014/main" id="{CB745EEB-F4D7-CECF-1B20-2E76A830CE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5990416"/>
              </p:ext>
            </p:extLst>
          </p:nvPr>
        </p:nvGraphicFramePr>
        <p:xfrm>
          <a:off x="5616575" y="3894138"/>
          <a:ext cx="539750" cy="26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342720" imgH="164880" progId="Equation.DSMT4">
                  <p:embed/>
                </p:oleObj>
              </mc:Choice>
              <mc:Fallback>
                <p:oleObj name="Equation" r:id="rId38" imgW="342720" imgH="164880" progId="Equation.DSMT4">
                  <p:embed/>
                  <p:pic>
                    <p:nvPicPr>
                      <p:cNvPr id="397" name="对象 396">
                        <a:extLst>
                          <a:ext uri="{FF2B5EF4-FFF2-40B4-BE49-F238E27FC236}">
                            <a16:creationId xmlns:a16="http://schemas.microsoft.com/office/drawing/2014/main" id="{B0F0E837-D6E6-5F1A-14B5-8266011720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5616575" y="3894138"/>
                        <a:ext cx="539750" cy="260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" name="对象 403">
            <a:extLst>
              <a:ext uri="{FF2B5EF4-FFF2-40B4-BE49-F238E27FC236}">
                <a16:creationId xmlns:a16="http://schemas.microsoft.com/office/drawing/2014/main" id="{8188F13E-B805-1E27-DD1F-B9E19F0040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0002965"/>
              </p:ext>
            </p:extLst>
          </p:nvPr>
        </p:nvGraphicFramePr>
        <p:xfrm>
          <a:off x="6343650" y="3825875"/>
          <a:ext cx="619125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393480" imgH="253800" progId="Equation.DSMT4">
                  <p:embed/>
                </p:oleObj>
              </mc:Choice>
              <mc:Fallback>
                <p:oleObj name="Equation" r:id="rId40" imgW="393480" imgH="253800" progId="Equation.DSMT4">
                  <p:embed/>
                  <p:pic>
                    <p:nvPicPr>
                      <p:cNvPr id="398" name="对象 397">
                        <a:extLst>
                          <a:ext uri="{FF2B5EF4-FFF2-40B4-BE49-F238E27FC236}">
                            <a16:creationId xmlns:a16="http://schemas.microsoft.com/office/drawing/2014/main" id="{4A66AF38-B261-5D0A-3266-94884933B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6343650" y="3825875"/>
                        <a:ext cx="619125" cy="398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" name="对象 404">
            <a:extLst>
              <a:ext uri="{FF2B5EF4-FFF2-40B4-BE49-F238E27FC236}">
                <a16:creationId xmlns:a16="http://schemas.microsoft.com/office/drawing/2014/main" id="{CA623978-9FE5-2A2F-8219-5B8E7D88B3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1081858"/>
              </p:ext>
            </p:extLst>
          </p:nvPr>
        </p:nvGraphicFramePr>
        <p:xfrm>
          <a:off x="7199313" y="3825875"/>
          <a:ext cx="600075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2" imgW="380880" imgH="253800" progId="Equation.DSMT4">
                  <p:embed/>
                </p:oleObj>
              </mc:Choice>
              <mc:Fallback>
                <p:oleObj name="Equation" r:id="rId42" imgW="380880" imgH="253800" progId="Equation.DSMT4">
                  <p:embed/>
                  <p:pic>
                    <p:nvPicPr>
                      <p:cNvPr id="399" name="对象 398">
                        <a:extLst>
                          <a:ext uri="{FF2B5EF4-FFF2-40B4-BE49-F238E27FC236}">
                            <a16:creationId xmlns:a16="http://schemas.microsoft.com/office/drawing/2014/main" id="{809863E3-2C3A-E6B2-D958-6AAA3F1FC6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7199313" y="3825875"/>
                        <a:ext cx="600075" cy="398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6" name="对象 405">
            <a:extLst>
              <a:ext uri="{FF2B5EF4-FFF2-40B4-BE49-F238E27FC236}">
                <a16:creationId xmlns:a16="http://schemas.microsoft.com/office/drawing/2014/main" id="{9D5B8C0A-31E9-A437-2103-E9936318D7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694657"/>
              </p:ext>
            </p:extLst>
          </p:nvPr>
        </p:nvGraphicFramePr>
        <p:xfrm>
          <a:off x="8151813" y="3825875"/>
          <a:ext cx="619125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4" imgW="393480" imgH="253800" progId="Equation.DSMT4">
                  <p:embed/>
                </p:oleObj>
              </mc:Choice>
              <mc:Fallback>
                <p:oleObj name="Equation" r:id="rId44" imgW="393480" imgH="253800" progId="Equation.DSMT4">
                  <p:embed/>
                  <p:pic>
                    <p:nvPicPr>
                      <p:cNvPr id="400" name="对象 399">
                        <a:extLst>
                          <a:ext uri="{FF2B5EF4-FFF2-40B4-BE49-F238E27FC236}">
                            <a16:creationId xmlns:a16="http://schemas.microsoft.com/office/drawing/2014/main" id="{078059CA-BD46-7697-CAD5-7A74AC5A52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8151813" y="3825875"/>
                        <a:ext cx="619125" cy="398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7" name="对象 406">
            <a:extLst>
              <a:ext uri="{FF2B5EF4-FFF2-40B4-BE49-F238E27FC236}">
                <a16:creationId xmlns:a16="http://schemas.microsoft.com/office/drawing/2014/main" id="{FAEEDD77-6BD6-D510-7542-ADC48CD0D6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0479834"/>
              </p:ext>
            </p:extLst>
          </p:nvPr>
        </p:nvGraphicFramePr>
        <p:xfrm>
          <a:off x="9534525" y="3814763"/>
          <a:ext cx="8794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6" imgW="558720" imgH="266400" progId="Equation.DSMT4">
                  <p:embed/>
                </p:oleObj>
              </mc:Choice>
              <mc:Fallback>
                <p:oleObj name="Equation" r:id="rId46" imgW="558720" imgH="266400" progId="Equation.DSMT4">
                  <p:embed/>
                  <p:pic>
                    <p:nvPicPr>
                      <p:cNvPr id="401" name="对象 400">
                        <a:extLst>
                          <a:ext uri="{FF2B5EF4-FFF2-40B4-BE49-F238E27FC236}">
                            <a16:creationId xmlns:a16="http://schemas.microsoft.com/office/drawing/2014/main" id="{901DD06C-49CA-EFBC-EF3B-DA93AF0CAA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9534525" y="3814763"/>
                        <a:ext cx="879475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8" name="对象 407">
            <a:extLst>
              <a:ext uri="{FF2B5EF4-FFF2-40B4-BE49-F238E27FC236}">
                <a16:creationId xmlns:a16="http://schemas.microsoft.com/office/drawing/2014/main" id="{74EDE36A-A9A0-E615-F984-B849156CFA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9227266"/>
              </p:ext>
            </p:extLst>
          </p:nvPr>
        </p:nvGraphicFramePr>
        <p:xfrm>
          <a:off x="10550525" y="3814763"/>
          <a:ext cx="7397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8" imgW="469800" imgH="266400" progId="Equation.DSMT4">
                  <p:embed/>
                </p:oleObj>
              </mc:Choice>
              <mc:Fallback>
                <p:oleObj name="Equation" r:id="rId48" imgW="469800" imgH="266400" progId="Equation.DSMT4">
                  <p:embed/>
                  <p:pic>
                    <p:nvPicPr>
                      <p:cNvPr id="402" name="对象 401">
                        <a:extLst>
                          <a:ext uri="{FF2B5EF4-FFF2-40B4-BE49-F238E27FC236}">
                            <a16:creationId xmlns:a16="http://schemas.microsoft.com/office/drawing/2014/main" id="{0201B702-500E-A2C4-F902-DE7CEA4A86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0550525" y="3814763"/>
                        <a:ext cx="739775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" name="对象 408">
            <a:extLst>
              <a:ext uri="{FF2B5EF4-FFF2-40B4-BE49-F238E27FC236}">
                <a16:creationId xmlns:a16="http://schemas.microsoft.com/office/drawing/2014/main" id="{4F445FD4-82D2-46CC-F270-D37791796B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4378757"/>
              </p:ext>
            </p:extLst>
          </p:nvPr>
        </p:nvGraphicFramePr>
        <p:xfrm>
          <a:off x="5597525" y="4259263"/>
          <a:ext cx="579438" cy="258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0" imgW="368280" imgH="164880" progId="Equation.DSMT4">
                  <p:embed/>
                </p:oleObj>
              </mc:Choice>
              <mc:Fallback>
                <p:oleObj name="Equation" r:id="rId50" imgW="368280" imgH="164880" progId="Equation.DSMT4">
                  <p:embed/>
                  <p:pic>
                    <p:nvPicPr>
                      <p:cNvPr id="403" name="对象 402">
                        <a:extLst>
                          <a:ext uri="{FF2B5EF4-FFF2-40B4-BE49-F238E27FC236}">
                            <a16:creationId xmlns:a16="http://schemas.microsoft.com/office/drawing/2014/main" id="{CB745EEB-F4D7-CECF-1B20-2E76A830CE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5597525" y="4259263"/>
                        <a:ext cx="579438" cy="258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" name="对象 409">
            <a:extLst>
              <a:ext uri="{FF2B5EF4-FFF2-40B4-BE49-F238E27FC236}">
                <a16:creationId xmlns:a16="http://schemas.microsoft.com/office/drawing/2014/main" id="{628F520B-5146-0619-3852-A5F6CD4A90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3797053"/>
              </p:ext>
            </p:extLst>
          </p:nvPr>
        </p:nvGraphicFramePr>
        <p:xfrm>
          <a:off x="6343650" y="4189413"/>
          <a:ext cx="6191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2" imgW="393480" imgH="253800" progId="Equation.DSMT4">
                  <p:embed/>
                </p:oleObj>
              </mc:Choice>
              <mc:Fallback>
                <p:oleObj name="Equation" r:id="rId52" imgW="393480" imgH="253800" progId="Equation.DSMT4">
                  <p:embed/>
                  <p:pic>
                    <p:nvPicPr>
                      <p:cNvPr id="404" name="对象 403">
                        <a:extLst>
                          <a:ext uri="{FF2B5EF4-FFF2-40B4-BE49-F238E27FC236}">
                            <a16:creationId xmlns:a16="http://schemas.microsoft.com/office/drawing/2014/main" id="{8188F13E-B805-1E27-DD1F-B9E19F0040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3"/>
                      <a:stretch>
                        <a:fillRect/>
                      </a:stretch>
                    </p:blipFill>
                    <p:spPr>
                      <a:xfrm>
                        <a:off x="6343650" y="4189413"/>
                        <a:ext cx="61912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" name="对象 410">
            <a:extLst>
              <a:ext uri="{FF2B5EF4-FFF2-40B4-BE49-F238E27FC236}">
                <a16:creationId xmlns:a16="http://schemas.microsoft.com/office/drawing/2014/main" id="{F70CF6E3-2533-6DEE-ABB3-18F55D5661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7027056"/>
              </p:ext>
            </p:extLst>
          </p:nvPr>
        </p:nvGraphicFramePr>
        <p:xfrm>
          <a:off x="7199313" y="4189413"/>
          <a:ext cx="6000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4" imgW="380880" imgH="253800" progId="Equation.DSMT4">
                  <p:embed/>
                </p:oleObj>
              </mc:Choice>
              <mc:Fallback>
                <p:oleObj name="Equation" r:id="rId54" imgW="380880" imgH="253800" progId="Equation.DSMT4">
                  <p:embed/>
                  <p:pic>
                    <p:nvPicPr>
                      <p:cNvPr id="405" name="对象 404">
                        <a:extLst>
                          <a:ext uri="{FF2B5EF4-FFF2-40B4-BE49-F238E27FC236}">
                            <a16:creationId xmlns:a16="http://schemas.microsoft.com/office/drawing/2014/main" id="{CA623978-9FE5-2A2F-8219-5B8E7D88B3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5"/>
                      <a:stretch>
                        <a:fillRect/>
                      </a:stretch>
                    </p:blipFill>
                    <p:spPr>
                      <a:xfrm>
                        <a:off x="7199313" y="4189413"/>
                        <a:ext cx="6000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" name="对象 411">
            <a:extLst>
              <a:ext uri="{FF2B5EF4-FFF2-40B4-BE49-F238E27FC236}">
                <a16:creationId xmlns:a16="http://schemas.microsoft.com/office/drawing/2014/main" id="{0B54A481-0018-EF47-B232-A6C5982A8A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8423457"/>
              </p:ext>
            </p:extLst>
          </p:nvPr>
        </p:nvGraphicFramePr>
        <p:xfrm>
          <a:off x="8151813" y="4189413"/>
          <a:ext cx="6191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6" imgW="393480" imgH="253800" progId="Equation.DSMT4">
                  <p:embed/>
                </p:oleObj>
              </mc:Choice>
              <mc:Fallback>
                <p:oleObj name="Equation" r:id="rId56" imgW="393480" imgH="253800" progId="Equation.DSMT4">
                  <p:embed/>
                  <p:pic>
                    <p:nvPicPr>
                      <p:cNvPr id="406" name="对象 405">
                        <a:extLst>
                          <a:ext uri="{FF2B5EF4-FFF2-40B4-BE49-F238E27FC236}">
                            <a16:creationId xmlns:a16="http://schemas.microsoft.com/office/drawing/2014/main" id="{9D5B8C0A-31E9-A437-2103-E9936318D7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7"/>
                      <a:stretch>
                        <a:fillRect/>
                      </a:stretch>
                    </p:blipFill>
                    <p:spPr>
                      <a:xfrm>
                        <a:off x="8151813" y="4189413"/>
                        <a:ext cx="61912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3" name="对象 412">
            <a:extLst>
              <a:ext uri="{FF2B5EF4-FFF2-40B4-BE49-F238E27FC236}">
                <a16:creationId xmlns:a16="http://schemas.microsoft.com/office/drawing/2014/main" id="{08465894-5804-9F76-74F1-CABF61F15F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8607101"/>
              </p:ext>
            </p:extLst>
          </p:nvPr>
        </p:nvGraphicFramePr>
        <p:xfrm>
          <a:off x="9534525" y="4179888"/>
          <a:ext cx="8794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8" imgW="558720" imgH="266400" progId="Equation.DSMT4">
                  <p:embed/>
                </p:oleObj>
              </mc:Choice>
              <mc:Fallback>
                <p:oleObj name="Equation" r:id="rId58" imgW="558720" imgH="266400" progId="Equation.DSMT4">
                  <p:embed/>
                  <p:pic>
                    <p:nvPicPr>
                      <p:cNvPr id="407" name="对象 406">
                        <a:extLst>
                          <a:ext uri="{FF2B5EF4-FFF2-40B4-BE49-F238E27FC236}">
                            <a16:creationId xmlns:a16="http://schemas.microsoft.com/office/drawing/2014/main" id="{FAEEDD77-6BD6-D510-7542-ADC48CD0D6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9"/>
                      <a:stretch>
                        <a:fillRect/>
                      </a:stretch>
                    </p:blipFill>
                    <p:spPr>
                      <a:xfrm>
                        <a:off x="9534525" y="4179888"/>
                        <a:ext cx="879475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4" name="对象 413">
            <a:extLst>
              <a:ext uri="{FF2B5EF4-FFF2-40B4-BE49-F238E27FC236}">
                <a16:creationId xmlns:a16="http://schemas.microsoft.com/office/drawing/2014/main" id="{EA384757-771A-2FD5-AC1C-BD2E30DA07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6518035"/>
              </p:ext>
            </p:extLst>
          </p:nvPr>
        </p:nvGraphicFramePr>
        <p:xfrm>
          <a:off x="10550525" y="4179888"/>
          <a:ext cx="7397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0" imgW="469800" imgH="266400" progId="Equation.DSMT4">
                  <p:embed/>
                </p:oleObj>
              </mc:Choice>
              <mc:Fallback>
                <p:oleObj name="Equation" r:id="rId60" imgW="469800" imgH="266400" progId="Equation.DSMT4">
                  <p:embed/>
                  <p:pic>
                    <p:nvPicPr>
                      <p:cNvPr id="408" name="对象 407">
                        <a:extLst>
                          <a:ext uri="{FF2B5EF4-FFF2-40B4-BE49-F238E27FC236}">
                            <a16:creationId xmlns:a16="http://schemas.microsoft.com/office/drawing/2014/main" id="{74EDE36A-A9A0-E615-F984-B849156CFA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1"/>
                      <a:stretch>
                        <a:fillRect/>
                      </a:stretch>
                    </p:blipFill>
                    <p:spPr>
                      <a:xfrm>
                        <a:off x="10550525" y="4179888"/>
                        <a:ext cx="739775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1" name="对象 420">
            <a:extLst>
              <a:ext uri="{FF2B5EF4-FFF2-40B4-BE49-F238E27FC236}">
                <a16:creationId xmlns:a16="http://schemas.microsoft.com/office/drawing/2014/main" id="{689618DA-0585-F10C-E09D-9DFCEF597D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5969926"/>
              </p:ext>
            </p:extLst>
          </p:nvPr>
        </p:nvGraphicFramePr>
        <p:xfrm>
          <a:off x="5557838" y="5035550"/>
          <a:ext cx="658812" cy="258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2" imgW="419040" imgH="164880" progId="Equation.DSMT4">
                  <p:embed/>
                </p:oleObj>
              </mc:Choice>
              <mc:Fallback>
                <p:oleObj name="Equation" r:id="rId62" imgW="419040" imgH="164880" progId="Equation.DSMT4">
                  <p:embed/>
                  <p:pic>
                    <p:nvPicPr>
                      <p:cNvPr id="415" name="对象 414">
                        <a:extLst>
                          <a:ext uri="{FF2B5EF4-FFF2-40B4-BE49-F238E27FC236}">
                            <a16:creationId xmlns:a16="http://schemas.microsoft.com/office/drawing/2014/main" id="{1580164B-A7C0-95F5-8995-6B0564B0D7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3"/>
                      <a:stretch>
                        <a:fillRect/>
                      </a:stretch>
                    </p:blipFill>
                    <p:spPr>
                      <a:xfrm>
                        <a:off x="5557838" y="5035550"/>
                        <a:ext cx="658812" cy="258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2" name="对象 421">
            <a:extLst>
              <a:ext uri="{FF2B5EF4-FFF2-40B4-BE49-F238E27FC236}">
                <a16:creationId xmlns:a16="http://schemas.microsoft.com/office/drawing/2014/main" id="{B4D0A51D-D41E-72B5-6128-E9A12045B9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6377171"/>
              </p:ext>
            </p:extLst>
          </p:nvPr>
        </p:nvGraphicFramePr>
        <p:xfrm>
          <a:off x="6343650" y="4967288"/>
          <a:ext cx="619125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4" imgW="393480" imgH="253800" progId="Equation.DSMT4">
                  <p:embed/>
                </p:oleObj>
              </mc:Choice>
              <mc:Fallback>
                <p:oleObj name="Equation" r:id="rId64" imgW="393480" imgH="253800" progId="Equation.DSMT4">
                  <p:embed/>
                  <p:pic>
                    <p:nvPicPr>
                      <p:cNvPr id="416" name="对象 415">
                        <a:extLst>
                          <a:ext uri="{FF2B5EF4-FFF2-40B4-BE49-F238E27FC236}">
                            <a16:creationId xmlns:a16="http://schemas.microsoft.com/office/drawing/2014/main" id="{48EC2BC1-9AF7-5C21-4986-B2D231F0DF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5"/>
                      <a:stretch>
                        <a:fillRect/>
                      </a:stretch>
                    </p:blipFill>
                    <p:spPr>
                      <a:xfrm>
                        <a:off x="6343650" y="4967288"/>
                        <a:ext cx="619125" cy="398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3" name="对象 422">
            <a:extLst>
              <a:ext uri="{FF2B5EF4-FFF2-40B4-BE49-F238E27FC236}">
                <a16:creationId xmlns:a16="http://schemas.microsoft.com/office/drawing/2014/main" id="{2D8DA4D1-705E-C664-83EE-93BF5DF8EB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5339644"/>
              </p:ext>
            </p:extLst>
          </p:nvPr>
        </p:nvGraphicFramePr>
        <p:xfrm>
          <a:off x="7199313" y="4967288"/>
          <a:ext cx="600075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6" imgW="380880" imgH="253800" progId="Equation.DSMT4">
                  <p:embed/>
                </p:oleObj>
              </mc:Choice>
              <mc:Fallback>
                <p:oleObj name="Equation" r:id="rId66" imgW="380880" imgH="253800" progId="Equation.DSMT4">
                  <p:embed/>
                  <p:pic>
                    <p:nvPicPr>
                      <p:cNvPr id="417" name="对象 416">
                        <a:extLst>
                          <a:ext uri="{FF2B5EF4-FFF2-40B4-BE49-F238E27FC236}">
                            <a16:creationId xmlns:a16="http://schemas.microsoft.com/office/drawing/2014/main" id="{7219E738-9F6D-003E-970A-697A0B1FB0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7"/>
                      <a:stretch>
                        <a:fillRect/>
                      </a:stretch>
                    </p:blipFill>
                    <p:spPr>
                      <a:xfrm>
                        <a:off x="7199313" y="4967288"/>
                        <a:ext cx="600075" cy="398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4" name="对象 423">
            <a:extLst>
              <a:ext uri="{FF2B5EF4-FFF2-40B4-BE49-F238E27FC236}">
                <a16:creationId xmlns:a16="http://schemas.microsoft.com/office/drawing/2014/main" id="{B30FB39C-A0DA-490D-2092-49D81C22F7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0384499"/>
              </p:ext>
            </p:extLst>
          </p:nvPr>
        </p:nvGraphicFramePr>
        <p:xfrm>
          <a:off x="8151813" y="4967288"/>
          <a:ext cx="619125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8" imgW="393480" imgH="253800" progId="Equation.DSMT4">
                  <p:embed/>
                </p:oleObj>
              </mc:Choice>
              <mc:Fallback>
                <p:oleObj name="Equation" r:id="rId68" imgW="393480" imgH="253800" progId="Equation.DSMT4">
                  <p:embed/>
                  <p:pic>
                    <p:nvPicPr>
                      <p:cNvPr id="418" name="对象 417">
                        <a:extLst>
                          <a:ext uri="{FF2B5EF4-FFF2-40B4-BE49-F238E27FC236}">
                            <a16:creationId xmlns:a16="http://schemas.microsoft.com/office/drawing/2014/main" id="{0830C9AE-E554-51CE-D309-1C7CA04D8E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9"/>
                      <a:stretch>
                        <a:fillRect/>
                      </a:stretch>
                    </p:blipFill>
                    <p:spPr>
                      <a:xfrm>
                        <a:off x="8151813" y="4967288"/>
                        <a:ext cx="619125" cy="398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5" name="对象 424">
            <a:extLst>
              <a:ext uri="{FF2B5EF4-FFF2-40B4-BE49-F238E27FC236}">
                <a16:creationId xmlns:a16="http://schemas.microsoft.com/office/drawing/2014/main" id="{CBB8B21C-EE33-FED9-66C4-6F63EA0249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7350037"/>
              </p:ext>
            </p:extLst>
          </p:nvPr>
        </p:nvGraphicFramePr>
        <p:xfrm>
          <a:off x="9534525" y="4957763"/>
          <a:ext cx="88106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0" imgW="558720" imgH="266400" progId="Equation.DSMT4">
                  <p:embed/>
                </p:oleObj>
              </mc:Choice>
              <mc:Fallback>
                <p:oleObj name="Equation" r:id="rId70" imgW="558720" imgH="266400" progId="Equation.DSMT4">
                  <p:embed/>
                  <p:pic>
                    <p:nvPicPr>
                      <p:cNvPr id="419" name="对象 418">
                        <a:extLst>
                          <a:ext uri="{FF2B5EF4-FFF2-40B4-BE49-F238E27FC236}">
                            <a16:creationId xmlns:a16="http://schemas.microsoft.com/office/drawing/2014/main" id="{18880DBE-87D9-3947-93C0-83D7B6A6C0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1"/>
                      <a:stretch>
                        <a:fillRect/>
                      </a:stretch>
                    </p:blipFill>
                    <p:spPr>
                      <a:xfrm>
                        <a:off x="9534525" y="4957763"/>
                        <a:ext cx="881063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6" name="对象 425">
            <a:extLst>
              <a:ext uri="{FF2B5EF4-FFF2-40B4-BE49-F238E27FC236}">
                <a16:creationId xmlns:a16="http://schemas.microsoft.com/office/drawing/2014/main" id="{4DD51B05-3BA7-3425-79BD-046ACC9C44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9331026"/>
              </p:ext>
            </p:extLst>
          </p:nvPr>
        </p:nvGraphicFramePr>
        <p:xfrm>
          <a:off x="10550525" y="4956175"/>
          <a:ext cx="7397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2" imgW="469800" imgH="266400" progId="Equation.DSMT4">
                  <p:embed/>
                </p:oleObj>
              </mc:Choice>
              <mc:Fallback>
                <p:oleObj name="Equation" r:id="rId72" imgW="469800" imgH="266400" progId="Equation.DSMT4">
                  <p:embed/>
                  <p:pic>
                    <p:nvPicPr>
                      <p:cNvPr id="420" name="对象 419">
                        <a:extLst>
                          <a:ext uri="{FF2B5EF4-FFF2-40B4-BE49-F238E27FC236}">
                            <a16:creationId xmlns:a16="http://schemas.microsoft.com/office/drawing/2014/main" id="{18295198-9377-7F05-B4ED-DB97C9AF8F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3"/>
                      <a:stretch>
                        <a:fillRect/>
                      </a:stretch>
                    </p:blipFill>
                    <p:spPr>
                      <a:xfrm>
                        <a:off x="10550525" y="4956175"/>
                        <a:ext cx="739775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1" name="文本框 430">
            <a:extLst>
              <a:ext uri="{FF2B5EF4-FFF2-40B4-BE49-F238E27FC236}">
                <a16:creationId xmlns:a16="http://schemas.microsoft.com/office/drawing/2014/main" id="{3C793C23-600A-2B6D-6B30-E44252CA3F74}"/>
              </a:ext>
            </a:extLst>
          </p:cNvPr>
          <p:cNvSpPr txBox="1"/>
          <p:nvPr/>
        </p:nvSpPr>
        <p:spPr>
          <a:xfrm>
            <a:off x="5718216" y="4635500"/>
            <a:ext cx="285127" cy="317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32" name="文本框 431">
            <a:extLst>
              <a:ext uri="{FF2B5EF4-FFF2-40B4-BE49-F238E27FC236}">
                <a16:creationId xmlns:a16="http://schemas.microsoft.com/office/drawing/2014/main" id="{42AC1CAF-FF40-A264-3BA4-280107DDB0B7}"/>
              </a:ext>
            </a:extLst>
          </p:cNvPr>
          <p:cNvSpPr txBox="1"/>
          <p:nvPr/>
        </p:nvSpPr>
        <p:spPr>
          <a:xfrm>
            <a:off x="6509759" y="4635500"/>
            <a:ext cx="285127" cy="317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33" name="文本框 432">
            <a:extLst>
              <a:ext uri="{FF2B5EF4-FFF2-40B4-BE49-F238E27FC236}">
                <a16:creationId xmlns:a16="http://schemas.microsoft.com/office/drawing/2014/main" id="{C524E644-C719-990B-3DFA-E1C6FA24B960}"/>
              </a:ext>
            </a:extLst>
          </p:cNvPr>
          <p:cNvSpPr txBox="1"/>
          <p:nvPr/>
        </p:nvSpPr>
        <p:spPr>
          <a:xfrm>
            <a:off x="7365142" y="4635500"/>
            <a:ext cx="285127" cy="317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34" name="文本框 433">
            <a:extLst>
              <a:ext uri="{FF2B5EF4-FFF2-40B4-BE49-F238E27FC236}">
                <a16:creationId xmlns:a16="http://schemas.microsoft.com/office/drawing/2014/main" id="{47332944-3FAD-2253-2B09-B7B94A54B5AF}"/>
              </a:ext>
            </a:extLst>
          </p:cNvPr>
          <p:cNvSpPr txBox="1"/>
          <p:nvPr/>
        </p:nvSpPr>
        <p:spPr>
          <a:xfrm>
            <a:off x="8323085" y="4635500"/>
            <a:ext cx="285127" cy="317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35" name="文本框 434">
            <a:extLst>
              <a:ext uri="{FF2B5EF4-FFF2-40B4-BE49-F238E27FC236}">
                <a16:creationId xmlns:a16="http://schemas.microsoft.com/office/drawing/2014/main" id="{5F1798B5-3015-3039-732F-004CF42B085D}"/>
              </a:ext>
            </a:extLst>
          </p:cNvPr>
          <p:cNvSpPr txBox="1"/>
          <p:nvPr/>
        </p:nvSpPr>
        <p:spPr>
          <a:xfrm>
            <a:off x="9844930" y="4635500"/>
            <a:ext cx="285127" cy="317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36" name="文本框 435">
            <a:extLst>
              <a:ext uri="{FF2B5EF4-FFF2-40B4-BE49-F238E27FC236}">
                <a16:creationId xmlns:a16="http://schemas.microsoft.com/office/drawing/2014/main" id="{DF3DD1E2-77E4-8176-324E-E3D8B98042B4}"/>
              </a:ext>
            </a:extLst>
          </p:cNvPr>
          <p:cNvSpPr txBox="1"/>
          <p:nvPr/>
        </p:nvSpPr>
        <p:spPr>
          <a:xfrm>
            <a:off x="10800703" y="4635500"/>
            <a:ext cx="285127" cy="317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37" name="文本框 436">
            <a:extLst>
              <a:ext uri="{FF2B5EF4-FFF2-40B4-BE49-F238E27FC236}">
                <a16:creationId xmlns:a16="http://schemas.microsoft.com/office/drawing/2014/main" id="{CA555BAE-A3C7-90E6-C175-D4D1650B0E1F}"/>
              </a:ext>
            </a:extLst>
          </p:cNvPr>
          <p:cNvSpPr txBox="1"/>
          <p:nvPr/>
        </p:nvSpPr>
        <p:spPr>
          <a:xfrm>
            <a:off x="9071249" y="4635500"/>
            <a:ext cx="285127" cy="317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38" name="文本框 437">
            <a:extLst>
              <a:ext uri="{FF2B5EF4-FFF2-40B4-BE49-F238E27FC236}">
                <a16:creationId xmlns:a16="http://schemas.microsoft.com/office/drawing/2014/main" id="{F7B51BFD-4D74-4ABF-86AE-823294605A8C}"/>
              </a:ext>
            </a:extLst>
          </p:cNvPr>
          <p:cNvSpPr txBox="1"/>
          <p:nvPr/>
        </p:nvSpPr>
        <p:spPr>
          <a:xfrm>
            <a:off x="9071249" y="5008499"/>
            <a:ext cx="285127" cy="317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39" name="文本框 438">
            <a:extLst>
              <a:ext uri="{FF2B5EF4-FFF2-40B4-BE49-F238E27FC236}">
                <a16:creationId xmlns:a16="http://schemas.microsoft.com/office/drawing/2014/main" id="{20DF6E4F-097D-F9D3-2C1E-FC0C2CA00CC3}"/>
              </a:ext>
            </a:extLst>
          </p:cNvPr>
          <p:cNvSpPr txBox="1"/>
          <p:nvPr/>
        </p:nvSpPr>
        <p:spPr>
          <a:xfrm>
            <a:off x="9071249" y="4245724"/>
            <a:ext cx="285127" cy="317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40" name="文本框 439">
            <a:extLst>
              <a:ext uri="{FF2B5EF4-FFF2-40B4-BE49-F238E27FC236}">
                <a16:creationId xmlns:a16="http://schemas.microsoft.com/office/drawing/2014/main" id="{A742B379-2913-F781-5113-2E18D662107B}"/>
              </a:ext>
            </a:extLst>
          </p:cNvPr>
          <p:cNvSpPr txBox="1"/>
          <p:nvPr/>
        </p:nvSpPr>
        <p:spPr>
          <a:xfrm>
            <a:off x="9071249" y="3866613"/>
            <a:ext cx="285127" cy="317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41" name="文本框 440">
            <a:extLst>
              <a:ext uri="{FF2B5EF4-FFF2-40B4-BE49-F238E27FC236}">
                <a16:creationId xmlns:a16="http://schemas.microsoft.com/office/drawing/2014/main" id="{70E4D2AD-5DB9-A9AE-FD90-9DD46C507B60}"/>
              </a:ext>
            </a:extLst>
          </p:cNvPr>
          <p:cNvSpPr txBox="1"/>
          <p:nvPr/>
        </p:nvSpPr>
        <p:spPr>
          <a:xfrm>
            <a:off x="9071249" y="3507690"/>
            <a:ext cx="285127" cy="317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43" name="文本框 442">
            <a:extLst>
              <a:ext uri="{FF2B5EF4-FFF2-40B4-BE49-F238E27FC236}">
                <a16:creationId xmlns:a16="http://schemas.microsoft.com/office/drawing/2014/main" id="{24C6B5B8-0E86-0894-FC34-31469DD75154}"/>
              </a:ext>
            </a:extLst>
          </p:cNvPr>
          <p:cNvSpPr txBox="1"/>
          <p:nvPr/>
        </p:nvSpPr>
        <p:spPr>
          <a:xfrm>
            <a:off x="2261201" y="5768445"/>
            <a:ext cx="6717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引入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44" name="对象 443">
            <a:extLst>
              <a:ext uri="{FF2B5EF4-FFF2-40B4-BE49-F238E27FC236}">
                <a16:creationId xmlns:a16="http://schemas.microsoft.com/office/drawing/2014/main" id="{30143A10-9ADA-0AED-61DC-3BFC25AE29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2461693"/>
              </p:ext>
            </p:extLst>
          </p:nvPr>
        </p:nvGraphicFramePr>
        <p:xfrm>
          <a:off x="2810709" y="5768445"/>
          <a:ext cx="973137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4" imgW="685800" imgH="241200" progId="Equation.DSMT4">
                  <p:embed/>
                </p:oleObj>
              </mc:Choice>
              <mc:Fallback>
                <p:oleObj name="Equation" r:id="rId74" imgW="685800" imgH="24120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45141F05-7B24-46AF-5F53-B77E98CFDB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5"/>
                      <a:stretch>
                        <a:fillRect/>
                      </a:stretch>
                    </p:blipFill>
                    <p:spPr>
                      <a:xfrm>
                        <a:off x="2810709" y="5768445"/>
                        <a:ext cx="973137" cy="339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6B85E725-D73A-DE51-EC46-3E4DBEE4D2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7488161"/>
              </p:ext>
            </p:extLst>
          </p:nvPr>
        </p:nvGraphicFramePr>
        <p:xfrm>
          <a:off x="3913313" y="5775677"/>
          <a:ext cx="2475855" cy="2822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6" imgW="1777680" imgH="203040" progId="Equation.DSMT4">
                  <p:embed/>
                </p:oleObj>
              </mc:Choice>
              <mc:Fallback>
                <p:oleObj name="Equation" r:id="rId76" imgW="1777680" imgH="203040" progId="Equation.DSMT4">
                  <p:embed/>
                  <p:pic>
                    <p:nvPicPr>
                      <p:cNvPr id="286" name="对象 285">
                        <a:extLst>
                          <a:ext uri="{FF2B5EF4-FFF2-40B4-BE49-F238E27FC236}">
                            <a16:creationId xmlns:a16="http://schemas.microsoft.com/office/drawing/2014/main" id="{055BE52F-033B-0043-A33E-8041C3B3D8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7"/>
                      <a:stretch>
                        <a:fillRect/>
                      </a:stretch>
                    </p:blipFill>
                    <p:spPr>
                      <a:xfrm>
                        <a:off x="3913313" y="5775677"/>
                        <a:ext cx="2475855" cy="2822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39B2EEA4-011A-222B-88D1-BD58B583AFE7}"/>
              </a:ext>
            </a:extLst>
          </p:cNvPr>
          <p:cNvSpPr txBox="1"/>
          <p:nvPr/>
        </p:nvSpPr>
        <p:spPr>
          <a:xfrm>
            <a:off x="3665561" y="5768445"/>
            <a:ext cx="6717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57590D41-A513-E0C2-DC6C-475BA8777B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9144838"/>
              </p:ext>
            </p:extLst>
          </p:nvPr>
        </p:nvGraphicFramePr>
        <p:xfrm>
          <a:off x="3665561" y="6042231"/>
          <a:ext cx="1006048" cy="478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8" imgW="901440" imgH="431640" progId="Equation.DSMT4">
                  <p:embed/>
                </p:oleObj>
              </mc:Choice>
              <mc:Fallback>
                <p:oleObj name="Equation" r:id="rId78" imgW="901440" imgH="431640" progId="Equation.DSMT4">
                  <p:embed/>
                  <p:pic>
                    <p:nvPicPr>
                      <p:cNvPr id="444" name="对象 443">
                        <a:extLst>
                          <a:ext uri="{FF2B5EF4-FFF2-40B4-BE49-F238E27FC236}">
                            <a16:creationId xmlns:a16="http://schemas.microsoft.com/office/drawing/2014/main" id="{30143A10-9ADA-0AED-61DC-3BFC25AE29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9"/>
                      <a:stretch>
                        <a:fillRect/>
                      </a:stretch>
                    </p:blipFill>
                    <p:spPr>
                      <a:xfrm>
                        <a:off x="3665561" y="6042231"/>
                        <a:ext cx="1006048" cy="4780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B3792B35-229B-0FB2-9883-53E789344ED6}"/>
              </a:ext>
            </a:extLst>
          </p:cNvPr>
          <p:cNvCxnSpPr>
            <a:cxnSpLocks/>
          </p:cNvCxnSpPr>
          <p:nvPr/>
        </p:nvCxnSpPr>
        <p:spPr>
          <a:xfrm>
            <a:off x="6565305" y="5768445"/>
            <a:ext cx="0" cy="792301"/>
          </a:xfrm>
          <a:prstGeom prst="line">
            <a:avLst/>
          </a:prstGeom>
          <a:ln w="19050">
            <a:solidFill>
              <a:srgbClr val="01492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93F1C7FA-8D0B-CCDC-A5AB-E329710A09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7409704"/>
              </p:ext>
            </p:extLst>
          </p:nvPr>
        </p:nvGraphicFramePr>
        <p:xfrm>
          <a:off x="6717333" y="5773155"/>
          <a:ext cx="3211504" cy="3766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0" imgW="2145960" imgH="253800" progId="Equation.DSMT4">
                  <p:embed/>
                </p:oleObj>
              </mc:Choice>
              <mc:Fallback>
                <p:oleObj name="Equation" r:id="rId80" imgW="2145960" imgH="2538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57590D41-A513-E0C2-DC6C-475BA8777B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1"/>
                      <a:stretch>
                        <a:fillRect/>
                      </a:stretch>
                    </p:blipFill>
                    <p:spPr>
                      <a:xfrm>
                        <a:off x="6717333" y="5773155"/>
                        <a:ext cx="3211504" cy="3766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9201597A-C750-D15C-9246-C7370F86C2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5058649"/>
              </p:ext>
            </p:extLst>
          </p:nvPr>
        </p:nvGraphicFramePr>
        <p:xfrm>
          <a:off x="6717333" y="6135670"/>
          <a:ext cx="2907167" cy="3766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2" imgW="1942920" imgH="253800" progId="Equation.DSMT4">
                  <p:embed/>
                </p:oleObj>
              </mc:Choice>
              <mc:Fallback>
                <p:oleObj name="Equation" r:id="rId82" imgW="1942920" imgH="253800" progId="Equation.DSMT4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93F1C7FA-8D0B-CCDC-A5AB-E329710A09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3"/>
                      <a:stretch>
                        <a:fillRect/>
                      </a:stretch>
                    </p:blipFill>
                    <p:spPr>
                      <a:xfrm>
                        <a:off x="6717333" y="6135670"/>
                        <a:ext cx="2907167" cy="3766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灯片编号占位符 27">
            <a:extLst>
              <a:ext uri="{FF2B5EF4-FFF2-40B4-BE49-F238E27FC236}">
                <a16:creationId xmlns:a16="http://schemas.microsoft.com/office/drawing/2014/main" id="{C220ADE8-C34A-AA9C-E3C9-3AA769E47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b="1" smtClean="0"/>
              <a:pPr/>
              <a:t>15</a:t>
            </a:fld>
            <a:r>
              <a:rPr lang="en-US" altLang="zh-CN"/>
              <a:t>/17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547792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C6E51A-D3E9-B8DA-34BA-602898A2E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69DA313F-4261-4D03-0222-71A3E3ACE034}"/>
              </a:ext>
            </a:extLst>
          </p:cNvPr>
          <p:cNvSpPr txBox="1"/>
          <p:nvPr/>
        </p:nvSpPr>
        <p:spPr>
          <a:xfrm>
            <a:off x="701167" y="63461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8DA6C840-30B7-88ED-7761-4F0C8D06CF59}"/>
              </a:ext>
            </a:extLst>
          </p:cNvPr>
          <p:cNvGrpSpPr/>
          <p:nvPr/>
        </p:nvGrpSpPr>
        <p:grpSpPr>
          <a:xfrm>
            <a:off x="2584397" y="136012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4" name="圆角矩形 3">
              <a:extLst>
                <a:ext uri="{FF2B5EF4-FFF2-40B4-BE49-F238E27FC236}">
                  <a16:creationId xmlns:a16="http://schemas.microsoft.com/office/drawing/2014/main" id="{20E14A7A-D046-7208-66C2-00FDFF520B56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>
              <a:extLst>
                <a:ext uri="{FF2B5EF4-FFF2-40B4-BE49-F238E27FC236}">
                  <a16:creationId xmlns:a16="http://schemas.microsoft.com/office/drawing/2014/main" id="{3DAC628B-DD99-38D2-7C1F-2D9748D40A0C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F01CD64-6E2E-0D45-7AB7-A0482021D496}"/>
                </a:ext>
              </a:extLst>
            </p:cNvPr>
            <p:cNvSpPr/>
            <p:nvPr/>
          </p:nvSpPr>
          <p:spPr>
            <a:xfrm>
              <a:off x="2723392" y="239783"/>
              <a:ext cx="1473344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Content</a:t>
              </a:r>
            </a:p>
          </p:txBody>
        </p:sp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DB2F8EE9-7EBF-F967-58B1-EC7AA3691AB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94775"/>
            <a:ext cx="1264639" cy="444778"/>
          </a:xfrm>
          <a:prstGeom prst="rect">
            <a:avLst/>
          </a:prstGeom>
        </p:spPr>
      </p:pic>
      <p:grpSp>
        <p:nvGrpSpPr>
          <p:cNvPr id="67" name="组合 66">
            <a:extLst>
              <a:ext uri="{FF2B5EF4-FFF2-40B4-BE49-F238E27FC236}">
                <a16:creationId xmlns:a16="http://schemas.microsoft.com/office/drawing/2014/main" id="{4F236762-048A-95F9-97A3-6FE89C0B3278}"/>
              </a:ext>
            </a:extLst>
          </p:cNvPr>
          <p:cNvGrpSpPr/>
          <p:nvPr/>
        </p:nvGrpSpPr>
        <p:grpSpPr>
          <a:xfrm>
            <a:off x="-254000" y="120204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68" name="圆角矩形 4">
              <a:extLst>
                <a:ext uri="{FF2B5EF4-FFF2-40B4-BE49-F238E27FC236}">
                  <a16:creationId xmlns:a16="http://schemas.microsoft.com/office/drawing/2014/main" id="{B4DDC40B-AAD1-A3AF-63E6-4DF550C60938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BDA198EF-E2B4-54EA-949B-1ADAE78373E4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A144FC68-3874-245B-CE31-A711F3197FE1}"/>
              </a:ext>
            </a:extLst>
          </p:cNvPr>
          <p:cNvSpPr txBox="1"/>
          <p:nvPr/>
        </p:nvSpPr>
        <p:spPr>
          <a:xfrm>
            <a:off x="352425" y="848851"/>
            <a:ext cx="5562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拟开展的实验方案</a:t>
            </a:r>
            <a:endParaRPr lang="zh-CN" altLang="en-US" sz="20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E9A35792-0A8A-A4F0-6D83-7CFAF5D4D174}"/>
              </a:ext>
            </a:extLst>
          </p:cNvPr>
          <p:cNvCxnSpPr/>
          <p:nvPr/>
        </p:nvCxnSpPr>
        <p:spPr>
          <a:xfrm>
            <a:off x="456774" y="1268011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62FE06A4-87B9-1BA5-BB88-69E401BF8AF0}"/>
              </a:ext>
            </a:extLst>
          </p:cNvPr>
          <p:cNvSpPr/>
          <p:nvPr/>
        </p:nvSpPr>
        <p:spPr>
          <a:xfrm>
            <a:off x="195034" y="1522259"/>
            <a:ext cx="4838693" cy="3113116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F3045D4-918E-85F8-ADC5-34AF0F2F59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854" y="2100554"/>
            <a:ext cx="4287051" cy="2271091"/>
          </a:xfrm>
          <a:prstGeom prst="rect">
            <a:avLst/>
          </a:prstGeom>
        </p:spPr>
      </p:pic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18CF7F79-3574-B5D5-5C2B-CE6F25D38DE8}"/>
              </a:ext>
            </a:extLst>
          </p:cNvPr>
          <p:cNvSpPr/>
          <p:nvPr/>
        </p:nvSpPr>
        <p:spPr>
          <a:xfrm>
            <a:off x="352426" y="1664563"/>
            <a:ext cx="1747978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标准十字交叉口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DFB5B375-32F1-206A-CA67-BF3D43E4217E}"/>
              </a:ext>
            </a:extLst>
          </p:cNvPr>
          <p:cNvSpPr/>
          <p:nvPr/>
        </p:nvSpPr>
        <p:spPr>
          <a:xfrm>
            <a:off x="5228973" y="1522259"/>
            <a:ext cx="6492173" cy="3113116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52C2965F-D65B-89F1-622B-66F143224081}"/>
              </a:ext>
            </a:extLst>
          </p:cNvPr>
          <p:cNvSpPr/>
          <p:nvPr/>
        </p:nvSpPr>
        <p:spPr>
          <a:xfrm>
            <a:off x="5386365" y="1664563"/>
            <a:ext cx="1449001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对比实验设计</a:t>
            </a:r>
          </a:p>
        </p:txBody>
      </p:sp>
      <p:pic>
        <p:nvPicPr>
          <p:cNvPr id="239" name="图片 238">
            <a:extLst>
              <a:ext uri="{FF2B5EF4-FFF2-40B4-BE49-F238E27FC236}">
                <a16:creationId xmlns:a16="http://schemas.microsoft.com/office/drawing/2014/main" id="{FD3EC629-4738-6CF5-B134-68BD41691E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2701" y="2195667"/>
            <a:ext cx="5776558" cy="1992262"/>
          </a:xfrm>
          <a:prstGeom prst="rect">
            <a:avLst/>
          </a:prstGeom>
        </p:spPr>
      </p:pic>
      <p:sp>
        <p:nvSpPr>
          <p:cNvPr id="240" name="矩形: 圆角 239">
            <a:extLst>
              <a:ext uri="{FF2B5EF4-FFF2-40B4-BE49-F238E27FC236}">
                <a16:creationId xmlns:a16="http://schemas.microsoft.com/office/drawing/2014/main" id="{1FD370F4-F029-0719-9C75-B92DCF872CDD}"/>
              </a:ext>
            </a:extLst>
          </p:cNvPr>
          <p:cNvSpPr/>
          <p:nvPr/>
        </p:nvSpPr>
        <p:spPr>
          <a:xfrm>
            <a:off x="195034" y="4788009"/>
            <a:ext cx="3453513" cy="1377401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E2F57942-9696-3209-DFFC-03A3AE829A69}"/>
              </a:ext>
            </a:extLst>
          </p:cNvPr>
          <p:cNvSpPr/>
          <p:nvPr/>
        </p:nvSpPr>
        <p:spPr>
          <a:xfrm>
            <a:off x="352426" y="4930313"/>
            <a:ext cx="1476374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参数变化实验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7B3CE95D-40CA-2805-EBAE-0E83679C3BCC}"/>
              </a:ext>
            </a:extLst>
          </p:cNvPr>
          <p:cNvSpPr txBox="1"/>
          <p:nvPr/>
        </p:nvSpPr>
        <p:spPr>
          <a:xfrm>
            <a:off x="449787" y="5325373"/>
            <a:ext cx="330123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不同交通量</a:t>
            </a:r>
            <a:endParaRPr lang="en-US" altLang="zh-CN" sz="14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不同</a:t>
            </a: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CAV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渗透率</a:t>
            </a:r>
            <a:endParaRPr lang="en-US" altLang="zh-CN" sz="14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可视化展示趋势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A47B9FBD-EAB5-1D10-3241-017B77126B62}"/>
              </a:ext>
            </a:extLst>
          </p:cNvPr>
          <p:cNvSpPr/>
          <p:nvPr/>
        </p:nvSpPr>
        <p:spPr>
          <a:xfrm>
            <a:off x="3805939" y="4788009"/>
            <a:ext cx="4269752" cy="1377401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18CABC16-42E1-E68D-1942-8D8587F1EA3C}"/>
              </a:ext>
            </a:extLst>
          </p:cNvPr>
          <p:cNvSpPr/>
          <p:nvPr/>
        </p:nvSpPr>
        <p:spPr>
          <a:xfrm>
            <a:off x="3963331" y="4930313"/>
            <a:ext cx="1476374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灵敏度分析</a:t>
            </a: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8E335788-2339-4099-63DF-3BB7C220F174}"/>
              </a:ext>
            </a:extLst>
          </p:cNvPr>
          <p:cNvSpPr txBox="1"/>
          <p:nvPr/>
        </p:nvSpPr>
        <p:spPr>
          <a:xfrm>
            <a:off x="4067972" y="5417693"/>
            <a:ext cx="23220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DQN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超参数</a:t>
            </a:r>
            <a:endParaRPr lang="en-US" altLang="zh-CN" sz="14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控制时域长度</a:t>
            </a:r>
            <a:endParaRPr lang="en-US" altLang="zh-CN" sz="14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179CB7C8-9155-1B70-18FF-C1FA2F078600}"/>
              </a:ext>
            </a:extLst>
          </p:cNvPr>
          <p:cNvSpPr/>
          <p:nvPr/>
        </p:nvSpPr>
        <p:spPr>
          <a:xfrm>
            <a:off x="8267633" y="4788009"/>
            <a:ext cx="3453513" cy="1377401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: 圆角 80">
            <a:extLst>
              <a:ext uri="{FF2B5EF4-FFF2-40B4-BE49-F238E27FC236}">
                <a16:creationId xmlns:a16="http://schemas.microsoft.com/office/drawing/2014/main" id="{2FBACF4D-64D1-F2C7-E3A8-BC8E0212F78B}"/>
              </a:ext>
            </a:extLst>
          </p:cNvPr>
          <p:cNvSpPr/>
          <p:nvPr/>
        </p:nvSpPr>
        <p:spPr>
          <a:xfrm>
            <a:off x="8425025" y="4930313"/>
            <a:ext cx="2873700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微观机理展示与置信度作用分析</a:t>
            </a: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F40093D2-E254-4E16-1BA5-2E11CF718192}"/>
              </a:ext>
            </a:extLst>
          </p:cNvPr>
          <p:cNvSpPr txBox="1"/>
          <p:nvPr/>
        </p:nvSpPr>
        <p:spPr>
          <a:xfrm>
            <a:off x="8522386" y="5325373"/>
            <a:ext cx="321982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车辆轨迹时空图分析</a:t>
            </a:r>
            <a:endParaRPr lang="en-US" altLang="zh-CN" sz="14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考虑置信度 </a:t>
            </a: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vs 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不考虑置信度</a:t>
            </a:r>
            <a:endParaRPr lang="en-US" altLang="zh-CN" sz="14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施加置信度扰动但不融入优化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B475A171-08F9-AE97-2F60-B90B93BDE7FF}"/>
              </a:ext>
            </a:extLst>
          </p:cNvPr>
          <p:cNvSpPr txBox="1"/>
          <p:nvPr/>
        </p:nvSpPr>
        <p:spPr>
          <a:xfrm>
            <a:off x="5915025" y="5417693"/>
            <a:ext cx="20631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285750" indent="-285750">
              <a:buFont typeface="Wingdings" panose="05000000000000000000" pitchFamily="2" charset="2"/>
              <a:buChar char="l"/>
              <a:defRPr sz="140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置信度更新参数</a:t>
            </a:r>
            <a:endParaRPr lang="en-US" altLang="zh-CN" dirty="0"/>
          </a:p>
          <a:p>
            <a:r>
              <a:rPr lang="zh-CN" altLang="en-US" dirty="0"/>
              <a:t>机会约束相关参数</a:t>
            </a:r>
          </a:p>
        </p:txBody>
      </p:sp>
      <p:sp>
        <p:nvSpPr>
          <p:cNvPr id="95" name="矩形: 圆角 94">
            <a:extLst>
              <a:ext uri="{FF2B5EF4-FFF2-40B4-BE49-F238E27FC236}">
                <a16:creationId xmlns:a16="http://schemas.microsoft.com/office/drawing/2014/main" id="{04C36996-5D27-9A6B-A12E-EE823314AEC0}"/>
              </a:ext>
            </a:extLst>
          </p:cNvPr>
          <p:cNvSpPr/>
          <p:nvPr/>
        </p:nvSpPr>
        <p:spPr>
          <a:xfrm>
            <a:off x="195034" y="6288451"/>
            <a:ext cx="11526112" cy="506087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3" name="矩形: 圆角 292">
            <a:extLst>
              <a:ext uri="{FF2B5EF4-FFF2-40B4-BE49-F238E27FC236}">
                <a16:creationId xmlns:a16="http://schemas.microsoft.com/office/drawing/2014/main" id="{08FCCEDF-D398-CD4A-854D-BCC77C4CAEA3}"/>
              </a:ext>
            </a:extLst>
          </p:cNvPr>
          <p:cNvSpPr/>
          <p:nvPr/>
        </p:nvSpPr>
        <p:spPr>
          <a:xfrm>
            <a:off x="352426" y="6389824"/>
            <a:ext cx="1476374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计划评价维度</a:t>
            </a:r>
          </a:p>
        </p:txBody>
      </p:sp>
      <p:sp>
        <p:nvSpPr>
          <p:cNvPr id="294" name="文本框 293">
            <a:extLst>
              <a:ext uri="{FF2B5EF4-FFF2-40B4-BE49-F238E27FC236}">
                <a16:creationId xmlns:a16="http://schemas.microsoft.com/office/drawing/2014/main" id="{760A18A7-6C58-B5DC-0090-1CBF49C3AF0B}"/>
              </a:ext>
            </a:extLst>
          </p:cNvPr>
          <p:cNvSpPr txBox="1"/>
          <p:nvPr/>
        </p:nvSpPr>
        <p:spPr>
          <a:xfrm>
            <a:off x="2666242" y="6382778"/>
            <a:ext cx="13514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平均延误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5" name="文本框 294">
            <a:extLst>
              <a:ext uri="{FF2B5EF4-FFF2-40B4-BE49-F238E27FC236}">
                <a16:creationId xmlns:a16="http://schemas.microsoft.com/office/drawing/2014/main" id="{EF459427-839F-BA41-3D1F-D049DBA95C81}"/>
              </a:ext>
            </a:extLst>
          </p:cNvPr>
          <p:cNvSpPr txBox="1"/>
          <p:nvPr/>
        </p:nvSpPr>
        <p:spPr>
          <a:xfrm>
            <a:off x="5038517" y="6382778"/>
            <a:ext cx="13514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排队水平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9" name="文本框 308">
            <a:extLst>
              <a:ext uri="{FF2B5EF4-FFF2-40B4-BE49-F238E27FC236}">
                <a16:creationId xmlns:a16="http://schemas.microsoft.com/office/drawing/2014/main" id="{10CF35E6-D0F1-29C3-6893-F239D68E91B3}"/>
              </a:ext>
            </a:extLst>
          </p:cNvPr>
          <p:cNvSpPr txBox="1"/>
          <p:nvPr/>
        </p:nvSpPr>
        <p:spPr>
          <a:xfrm>
            <a:off x="7399963" y="6382778"/>
            <a:ext cx="13514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能耗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4" name="文本框 313">
            <a:extLst>
              <a:ext uri="{FF2B5EF4-FFF2-40B4-BE49-F238E27FC236}">
                <a16:creationId xmlns:a16="http://schemas.microsoft.com/office/drawing/2014/main" id="{67A35D41-D0B7-289E-6684-AB6B9543C3D7}"/>
              </a:ext>
            </a:extLst>
          </p:cNvPr>
          <p:cNvSpPr txBox="1"/>
          <p:nvPr/>
        </p:nvSpPr>
        <p:spPr>
          <a:xfrm>
            <a:off x="9861875" y="6382778"/>
            <a:ext cx="13514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舒适性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16" name="图形 315">
            <a:extLst>
              <a:ext uri="{FF2B5EF4-FFF2-40B4-BE49-F238E27FC236}">
                <a16:creationId xmlns:a16="http://schemas.microsoft.com/office/drawing/2014/main" id="{E55DBC50-B0DD-32C8-ABAB-03D9920520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58427" y="6324945"/>
            <a:ext cx="423441" cy="423441"/>
          </a:xfrm>
          <a:prstGeom prst="rect">
            <a:avLst/>
          </a:prstGeom>
        </p:spPr>
      </p:pic>
      <p:pic>
        <p:nvPicPr>
          <p:cNvPr id="103" name="图形 102">
            <a:extLst>
              <a:ext uri="{FF2B5EF4-FFF2-40B4-BE49-F238E27FC236}">
                <a16:creationId xmlns:a16="http://schemas.microsoft.com/office/drawing/2014/main" id="{6F0FE22C-58E2-DDB1-30B6-33F1F3A638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17187" y="6288451"/>
            <a:ext cx="506088" cy="506088"/>
          </a:xfrm>
          <a:prstGeom prst="rect">
            <a:avLst/>
          </a:prstGeom>
        </p:spPr>
      </p:pic>
      <p:pic>
        <p:nvPicPr>
          <p:cNvPr id="106" name="图形 105">
            <a:extLst>
              <a:ext uri="{FF2B5EF4-FFF2-40B4-BE49-F238E27FC236}">
                <a16:creationId xmlns:a16="http://schemas.microsoft.com/office/drawing/2014/main" id="{D7CDB49A-FBCF-4465-9F46-436E57DD77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10863" y="6354102"/>
            <a:ext cx="365126" cy="365126"/>
          </a:xfrm>
          <a:prstGeom prst="rect">
            <a:avLst/>
          </a:prstGeom>
        </p:spPr>
      </p:pic>
      <p:pic>
        <p:nvPicPr>
          <p:cNvPr id="116" name="图形 115">
            <a:extLst>
              <a:ext uri="{FF2B5EF4-FFF2-40B4-BE49-F238E27FC236}">
                <a16:creationId xmlns:a16="http://schemas.microsoft.com/office/drawing/2014/main" id="{D6591D10-B9CC-91BE-94E6-C07E8767EE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54060" y="6324530"/>
            <a:ext cx="423772" cy="423772"/>
          </a:xfrm>
          <a:prstGeom prst="rect">
            <a:avLst/>
          </a:prstGeom>
        </p:spPr>
      </p:pic>
      <p:sp>
        <p:nvSpPr>
          <p:cNvPr id="117" name="灯片编号占位符 116">
            <a:extLst>
              <a:ext uri="{FF2B5EF4-FFF2-40B4-BE49-F238E27FC236}">
                <a16:creationId xmlns:a16="http://schemas.microsoft.com/office/drawing/2014/main" id="{2C6A03D5-155C-C8B3-B45E-6ACFF8C77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b="1" smtClean="0"/>
              <a:pPr/>
              <a:t>16</a:t>
            </a:fld>
            <a:r>
              <a:rPr lang="en-US" altLang="zh-CN"/>
              <a:t>/17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11275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EA1C17-DDCF-055D-B86F-0EDEAFA7F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0714B568-A1D0-8BE5-7D9C-706E23F38F12}"/>
              </a:ext>
            </a:extLst>
          </p:cNvPr>
          <p:cNvSpPr txBox="1"/>
          <p:nvPr/>
        </p:nvSpPr>
        <p:spPr>
          <a:xfrm>
            <a:off x="701167" y="63461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B6E2F882-D2CD-590D-4C58-603E9CD23F5A}"/>
              </a:ext>
            </a:extLst>
          </p:cNvPr>
          <p:cNvGrpSpPr/>
          <p:nvPr/>
        </p:nvGrpSpPr>
        <p:grpSpPr>
          <a:xfrm>
            <a:off x="2584397" y="136012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4" name="圆角矩形 3">
              <a:extLst>
                <a:ext uri="{FF2B5EF4-FFF2-40B4-BE49-F238E27FC236}">
                  <a16:creationId xmlns:a16="http://schemas.microsoft.com/office/drawing/2014/main" id="{3C0BC2C9-9CF9-7797-D441-BF419390AB37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>
              <a:extLst>
                <a:ext uri="{FF2B5EF4-FFF2-40B4-BE49-F238E27FC236}">
                  <a16:creationId xmlns:a16="http://schemas.microsoft.com/office/drawing/2014/main" id="{1BE56C78-BC7B-AF9F-F881-79A79DCB121D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63F07AB-4449-9A03-254F-8752D19496D1}"/>
                </a:ext>
              </a:extLst>
            </p:cNvPr>
            <p:cNvSpPr/>
            <p:nvPr/>
          </p:nvSpPr>
          <p:spPr>
            <a:xfrm>
              <a:off x="2723392" y="239783"/>
              <a:ext cx="1473344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Content</a:t>
              </a:r>
            </a:p>
          </p:txBody>
        </p:sp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C085809B-71AB-E32A-DC6F-8942766ADAF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94775"/>
            <a:ext cx="1264639" cy="444778"/>
          </a:xfrm>
          <a:prstGeom prst="rect">
            <a:avLst/>
          </a:prstGeom>
        </p:spPr>
      </p:pic>
      <p:grpSp>
        <p:nvGrpSpPr>
          <p:cNvPr id="67" name="组合 66">
            <a:extLst>
              <a:ext uri="{FF2B5EF4-FFF2-40B4-BE49-F238E27FC236}">
                <a16:creationId xmlns:a16="http://schemas.microsoft.com/office/drawing/2014/main" id="{2EFDAFD8-EDA1-8DD2-F7AA-7A24002199C6}"/>
              </a:ext>
            </a:extLst>
          </p:cNvPr>
          <p:cNvGrpSpPr/>
          <p:nvPr/>
        </p:nvGrpSpPr>
        <p:grpSpPr>
          <a:xfrm>
            <a:off x="-254000" y="120204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68" name="圆角矩形 4">
              <a:extLst>
                <a:ext uri="{FF2B5EF4-FFF2-40B4-BE49-F238E27FC236}">
                  <a16:creationId xmlns:a16="http://schemas.microsoft.com/office/drawing/2014/main" id="{6CC7388B-4E24-EF26-A7E9-592AA4D7118C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0C64DC3D-83F7-9782-5DCA-057469D3D9E7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1C9AA850-8E71-6510-ED45-822CCED0A8F8}"/>
              </a:ext>
            </a:extLst>
          </p:cNvPr>
          <p:cNvSpPr txBox="1"/>
          <p:nvPr/>
        </p:nvSpPr>
        <p:spPr>
          <a:xfrm>
            <a:off x="352425" y="848851"/>
            <a:ext cx="29701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拟开展的实验方案</a:t>
            </a:r>
            <a:endParaRPr lang="zh-CN" altLang="en-US" sz="20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9CA6CBC2-458B-4383-D40F-7E2BA240997F}"/>
              </a:ext>
            </a:extLst>
          </p:cNvPr>
          <p:cNvCxnSpPr/>
          <p:nvPr/>
        </p:nvCxnSpPr>
        <p:spPr>
          <a:xfrm>
            <a:off x="456774" y="1268011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灯片编号占位符 116">
            <a:extLst>
              <a:ext uri="{FF2B5EF4-FFF2-40B4-BE49-F238E27FC236}">
                <a16:creationId xmlns:a16="http://schemas.microsoft.com/office/drawing/2014/main" id="{EE84DEC7-CA43-B4BF-FFCC-76933D738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b="1" smtClean="0"/>
              <a:pPr/>
              <a:t>17</a:t>
            </a:fld>
            <a:r>
              <a:rPr lang="en-US" altLang="zh-CN"/>
              <a:t>/17</a:t>
            </a:r>
            <a:endParaRPr lang="zh-CN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DFB59C5-5863-0D93-881E-71FFFED2230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03" t="2648" r="1474" b="2833"/>
          <a:stretch>
            <a:fillRect/>
          </a:stretch>
        </p:blipFill>
        <p:spPr>
          <a:xfrm>
            <a:off x="195035" y="1449580"/>
            <a:ext cx="4258503" cy="258301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E355017-CB55-8898-C4B6-010DF49AF75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52" t="2833" r="1476" b="2833"/>
          <a:stretch>
            <a:fillRect/>
          </a:stretch>
        </p:blipFill>
        <p:spPr>
          <a:xfrm>
            <a:off x="4124325" y="1585760"/>
            <a:ext cx="3943350" cy="239999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5F5D335-CEC6-238F-871A-F23AF429FEF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679" t="2353" r="1359" b="2625"/>
          <a:stretch>
            <a:fillRect/>
          </a:stretch>
        </p:blipFill>
        <p:spPr>
          <a:xfrm>
            <a:off x="7979875" y="1588317"/>
            <a:ext cx="4191000" cy="256697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37FB79C-E7FC-340E-BF70-E1FA3F563E1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652" t="2308" r="1563" b="2308"/>
          <a:stretch>
            <a:fillRect/>
          </a:stretch>
        </p:blipFill>
        <p:spPr>
          <a:xfrm>
            <a:off x="1049948" y="4168775"/>
            <a:ext cx="4167554" cy="2566977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900C1351-2F81-B774-5615-D1167458FEE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131" t="2833" r="1476" b="2308"/>
          <a:stretch>
            <a:fillRect/>
          </a:stretch>
        </p:blipFill>
        <p:spPr>
          <a:xfrm>
            <a:off x="6824520" y="4288154"/>
            <a:ext cx="3800475" cy="231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4409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rot="10800000">
            <a:off x="0" y="-7"/>
            <a:ext cx="12192000" cy="2426618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 rot="10800000">
            <a:off x="0" y="2493941"/>
            <a:ext cx="12192000" cy="70698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215845" y="3859562"/>
            <a:ext cx="376030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01492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恳请批评指正！</a:t>
            </a:r>
            <a:endParaRPr lang="en-US" altLang="zh-CN" sz="4000" b="1" dirty="0">
              <a:solidFill>
                <a:srgbClr val="014924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4000" b="1" dirty="0">
                <a:solidFill>
                  <a:srgbClr val="01492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谢谢！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323851" y="-24013"/>
            <a:ext cx="11544299" cy="3154706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>
            <a:defPPr>
              <a:defRPr lang="zh-CN"/>
            </a:defPPr>
            <a:lvl1pPr algn="ctr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dist"/>
            <a:r>
              <a:rPr lang="en-US" altLang="zh-CN" sz="19900" b="1" dirty="0">
                <a:solidFill>
                  <a:schemeClr val="bg1">
                    <a:alpha val="10000"/>
                  </a:schemeClr>
                </a:solidFill>
              </a:rPr>
              <a:t>THANKS</a:t>
            </a:r>
            <a:endParaRPr lang="zh-CN" altLang="en-US" sz="19900" b="1" dirty="0">
              <a:solidFill>
                <a:schemeClr val="bg1">
                  <a:alpha val="10000"/>
                </a:schemeClr>
              </a:solidFill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876403" y="1274232"/>
            <a:ext cx="2439190" cy="2439192"/>
            <a:chOff x="5007734" y="902247"/>
            <a:chExt cx="2543685" cy="2543686"/>
          </a:xfrm>
        </p:grpSpPr>
        <p:sp>
          <p:nvSpPr>
            <p:cNvPr id="8" name="椭圆 7"/>
            <p:cNvSpPr/>
            <p:nvPr/>
          </p:nvSpPr>
          <p:spPr>
            <a:xfrm>
              <a:off x="5007734" y="902247"/>
              <a:ext cx="2543685" cy="2543686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E8E8E8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139700" dist="38100" dir="5400000" algn="t" rotWithShape="0">
                <a:prstClr val="black">
                  <a:alpha val="1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 rot="10800000">
              <a:off x="5160137" y="1054647"/>
              <a:ext cx="2213120" cy="2213120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E8E8E8"/>
                </a:gs>
              </a:gsLst>
              <a:lin ang="5400000" scaled="1"/>
              <a:tileRect/>
            </a:gradFill>
            <a:ln>
              <a:noFill/>
            </a:ln>
            <a:effectLst>
              <a:innerShdw blurRad="88900">
                <a:prstClr val="black">
                  <a:alpha val="1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7802" y="1528423"/>
            <a:ext cx="1936392" cy="1930811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034895" y="5329139"/>
            <a:ext cx="2122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汇报人：宋宇杰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NiMmJjMGUyMDNhMGI0MjllZTc4OTE3ODRjOTBjMWQifQ=="/>
</p:tagLst>
</file>

<file path=ppt/theme/theme1.xml><?xml version="1.0" encoding="utf-8"?>
<a:theme xmlns:a="http://schemas.openxmlformats.org/drawingml/2006/main" name="Office 主题">
  <a:themeElements>
    <a:clrScheme name="绿色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61522</TotalTime>
  <Words>1236</Words>
  <Application>Microsoft Office PowerPoint</Application>
  <PresentationFormat>宽屏</PresentationFormat>
  <Paragraphs>378</Paragraphs>
  <Slides>18</Slides>
  <Notes>18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黑体</vt:lpstr>
      <vt:lpstr>微软雅黑</vt:lpstr>
      <vt:lpstr>Arial</vt:lpstr>
      <vt:lpstr>Calibri</vt:lpstr>
      <vt:lpstr>Calibri Light</vt:lpstr>
      <vt:lpstr>Times New Roman</vt:lpstr>
      <vt:lpstr>Wingdings</vt:lpstr>
      <vt:lpstr>Office 主题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基础架构处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0022</dc:title>
  <dc:creator>ZK</dc:creator>
  <cp:lastModifiedBy>宇杰 宋</cp:lastModifiedBy>
  <cp:revision>327</cp:revision>
  <cp:lastPrinted>2026-01-14T08:08:17Z</cp:lastPrinted>
  <dcterms:created xsi:type="dcterms:W3CDTF">2017-04-21T07:43:00Z</dcterms:created>
  <dcterms:modified xsi:type="dcterms:W3CDTF">2026-07-21T15:05:08Z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2052-12.1.0.16399</vt:lpwstr>
  </property>
  <property fmtid="{D5CDD505-2E9C-101B-9397-08002B2CF9AE}" pid="3" name="ICV">
    <vt:lpwstr>246B415F607B405DA25263312AF003B4</vt:lpwstr>
  </property>
</Properties>
</file>