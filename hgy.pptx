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00"/>
    <a:srgbClr val="0010D3"/>
    <a:srgbClr val="FA0000"/>
    <a:srgbClr val="B4220C"/>
    <a:srgbClr val="DCC901"/>
    <a:srgbClr val="CCB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71"/>
  </p:normalViewPr>
  <p:slideViewPr>
    <p:cSldViewPr snapToGrid="0">
      <p:cViewPr>
        <p:scale>
          <a:sx n="118" d="100"/>
          <a:sy n="118" d="100"/>
        </p:scale>
        <p:origin x="5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372F1-F4EA-2E1C-14F5-0F379FBFC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43C62E-756D-679F-C976-CE514F7FA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409A1-AC5F-CD3F-7540-12E73D5A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2C4BB-CFB9-5EF5-0DC3-2A74CD35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765B2-8766-D2D2-3FF5-82E10E80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474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0899E-49C0-85BB-CD04-E78ECC68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CB69EE-0E73-1D18-3726-1AB59FEE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5CDBE7-0C10-B706-F8B3-6A31D669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DA4A5-39A2-0C30-F291-0818CD6F6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4E036-BCF2-D73F-DEB1-DB4871E1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236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B9D52-9AB9-75EF-42BC-21D719F6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A7BD52-ED6E-42A4-0679-4EB08AE10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D964B7-E651-6FBB-6E4D-5AEF3A51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50FBD-F863-C5DC-0DE2-B93673C9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292AF9-6E85-50FC-C742-34FE3444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901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52AB0-3436-278B-9243-C3AAC548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4479-76D2-2487-1194-E99459E67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7B08EA-F36F-EE86-7B80-B4ED13D79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41996C-74D2-68BD-3038-9C71C6FC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0D2196-2B2C-94F9-10A6-AA36ADDA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84511C-49C2-90A8-1655-0C4841D9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64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A0C35-7EBF-8891-8DA8-89EBA857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53829-1CA3-1EE2-8A6C-2C1405D49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FDD1E8-5369-B99A-75AB-C826671B7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65DFF1-4848-BBD8-0853-8FE3FB5E4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CFF1B6-7A5E-B2B4-EB15-CBD725D8B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111D01-5290-295E-3A21-A5258F17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2915CB-A0C4-445D-7BE7-E731C2F9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3B97F9-2ED4-E397-2E64-6A2A6BD1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77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6E627-CD91-AD62-0978-D7870FB3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24523F-5D20-F0BA-32AF-BA5D7177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F411AD-FFA4-E795-4CC6-9ECA581B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7E7E24-3279-FEFF-F67A-DAED0FF5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073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10F195-ADB0-DC6A-C8F7-0E64F45C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F347F-C0A2-3F73-0E7E-F354EF39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4F97A-301E-64CF-D365-C49ACF74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874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925C0-E33C-9C10-EA3E-A5520CA1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67FAB-9987-71A6-98C7-F0ACA605D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FD1E5-1BE3-1FF2-9D2B-7DDCA8B63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05F8E4-A471-C278-E495-DD768DA3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929527-CF15-AB54-C5EA-E3B5DB78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88235-2FDD-CFD6-AB85-DF5FF362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37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71C6-258D-DDB4-2F75-0FE4FE40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37987A-0B19-837B-5FFE-100CA3A0B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6F7F4F-8E22-CEB7-BD09-8C3B5F7D1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8CC7EE-C93A-BADC-F526-D70A7F4F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6F7B33-0EFE-57DA-8280-3F1DC198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3C1A5-1545-1ED7-D789-0FF2004C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685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6234B-AE37-F483-6B3A-DD54FFE6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621026-58FE-B713-31EE-46C0A1342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CA5AD-BDC1-2DFB-D854-85046C56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5A63F-A746-7425-F193-4BE6A511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6C6016-8CE8-C894-A9BF-187DA154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9791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002DAF-C979-8FCB-B0B6-8A09A9373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8FAE7D-1F0C-672F-D4EB-B9E8C58DF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C51F1-3A68-24F8-C1BB-5C06E585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346DB-70B0-2C42-DEAF-A97583BB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32740-1787-467F-32A8-8BE243F1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424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F847F1-D4E9-1551-9805-54F8E60D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4B839-5224-75E3-0C23-A7E637B03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71954-10AD-6801-C7B8-990C52CA8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6C83F-B0C5-A84B-A617-C6274B73FE51}" type="datetimeFigureOut">
              <a:rPr kumimoji="1" lang="zh-CN" altLang="en-US" smtClean="0"/>
              <a:t>2026/6/15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FEF3D-1D6F-B8C7-7D11-48B3379C3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B1FD1-EFFF-1F9E-904A-7D4D5117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A9EC2-0D26-8347-8A4A-D0F88DC9E2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172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80F265-8C9B-1106-D80F-3558B66D4984}"/>
              </a:ext>
            </a:extLst>
          </p:cNvPr>
          <p:cNvSpPr/>
          <p:nvPr/>
        </p:nvSpPr>
        <p:spPr>
          <a:xfrm>
            <a:off x="1566888" y="121055"/>
            <a:ext cx="2934000" cy="6573600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355252-5D17-0E1A-6EDE-66EBD8BA953C}"/>
              </a:ext>
            </a:extLst>
          </p:cNvPr>
          <p:cNvSpPr/>
          <p:nvPr/>
        </p:nvSpPr>
        <p:spPr>
          <a:xfrm>
            <a:off x="1740598" y="3561295"/>
            <a:ext cx="2643310" cy="635620"/>
          </a:xfrm>
          <a:prstGeom prst="rect">
            <a:avLst/>
          </a:prstGeom>
          <a:solidFill>
            <a:srgbClr val="F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3D973E-7D95-1050-036B-C2330A6095F2}"/>
              </a:ext>
            </a:extLst>
          </p:cNvPr>
          <p:cNvSpPr txBox="1"/>
          <p:nvPr/>
        </p:nvSpPr>
        <p:spPr>
          <a:xfrm>
            <a:off x="1734005" y="3558293"/>
            <a:ext cx="2656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喜提硕士学位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5C699E-C61F-C7F8-1A42-398CAE571CCB}"/>
              </a:ext>
            </a:extLst>
          </p:cNvPr>
          <p:cNvSpPr txBox="1"/>
          <p:nvPr/>
        </p:nvSpPr>
        <p:spPr>
          <a:xfrm>
            <a:off x="1701047" y="4257457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骑车佬里最会打乒乓球的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293C83-B4F1-FB09-6835-F6666603098D}"/>
              </a:ext>
            </a:extLst>
          </p:cNvPr>
          <p:cNvSpPr txBox="1"/>
          <p:nvPr/>
        </p:nvSpPr>
        <p:spPr>
          <a:xfrm>
            <a:off x="1691525" y="4581653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打乒乓的里面骑车最快的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491BD3-6F28-0C34-93FB-65186339320F}"/>
              </a:ext>
            </a:extLst>
          </p:cNvPr>
          <p:cNvSpPr/>
          <p:nvPr/>
        </p:nvSpPr>
        <p:spPr>
          <a:xfrm>
            <a:off x="1734005" y="5008907"/>
            <a:ext cx="2643310" cy="791424"/>
          </a:xfrm>
          <a:prstGeom prst="rect">
            <a:avLst/>
          </a:prstGeom>
          <a:solidFill>
            <a:srgbClr val="001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C6BB62-736A-9047-617B-0E8FBBC46A79}"/>
              </a:ext>
            </a:extLst>
          </p:cNvPr>
          <p:cNvSpPr txBox="1"/>
          <p:nvPr/>
        </p:nvSpPr>
        <p:spPr>
          <a:xfrm>
            <a:off x="1884591" y="4955060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FFEC00"/>
                </a:solidFill>
                <a:latin typeface="Arial Narrow" panose="020B0604020202020204" pitchFamily="34" charset="0"/>
                <a:ea typeface="SimHei" panose="02010609060101010101" pitchFamily="49" charset="-122"/>
                <a:cs typeface="Arial Narrow" panose="020B0604020202020204" pitchFamily="34" charset="0"/>
              </a:rPr>
              <a:t>Happy Graduation</a:t>
            </a:r>
            <a:endParaRPr kumimoji="1" lang="zh-CN" altLang="en-US" sz="2400" b="1" dirty="0">
              <a:solidFill>
                <a:srgbClr val="FFEC00"/>
              </a:solidFill>
              <a:latin typeface="Arial Narrow" panose="020B0604020202020204" pitchFamily="34" charset="0"/>
              <a:ea typeface="SimHei" panose="02010609060101010101" pitchFamily="49" charset="-122"/>
              <a:cs typeface="Arial Narrow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9AAB8C-DA33-5F05-77B1-423FA941243B}"/>
              </a:ext>
            </a:extLst>
          </p:cNvPr>
          <p:cNvSpPr txBox="1"/>
          <p:nvPr/>
        </p:nvSpPr>
        <p:spPr>
          <a:xfrm>
            <a:off x="1939092" y="5326717"/>
            <a:ext cx="2265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EC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  业  快  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235E48-9DCF-4105-1D5D-7744A2FCE186}"/>
              </a:ext>
            </a:extLst>
          </p:cNvPr>
          <p:cNvSpPr/>
          <p:nvPr/>
        </p:nvSpPr>
        <p:spPr>
          <a:xfrm>
            <a:off x="1740598" y="5931183"/>
            <a:ext cx="2643310" cy="697643"/>
          </a:xfrm>
          <a:prstGeom prst="rect">
            <a:avLst/>
          </a:prstGeom>
          <a:solidFill>
            <a:srgbClr val="F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F4195F8-15F3-53A9-20AE-91262330DC33}"/>
              </a:ext>
            </a:extLst>
          </p:cNvPr>
          <p:cNvSpPr txBox="1"/>
          <p:nvPr/>
        </p:nvSpPr>
        <p:spPr>
          <a:xfrm>
            <a:off x="1904729" y="5897809"/>
            <a:ext cx="23150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骑车场场均速</a:t>
            </a:r>
            <a:r>
              <a:rPr kumimoji="1" lang="en-US" altLang="zh-CN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40+</a:t>
            </a:r>
            <a:endParaRPr kumimoji="1" lang="zh-CN" altLang="en-US" sz="22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E7AD18-90B7-D2FE-B8A7-13AB25F10F65}"/>
              </a:ext>
            </a:extLst>
          </p:cNvPr>
          <p:cNvSpPr txBox="1"/>
          <p:nvPr/>
        </p:nvSpPr>
        <p:spPr>
          <a:xfrm>
            <a:off x="1833399" y="6228717"/>
            <a:ext cx="24577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抢票场场</a:t>
            </a:r>
            <a:r>
              <a:rPr kumimoji="1" lang="en-US" altLang="zh-CN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1280</a:t>
            </a:r>
            <a:r>
              <a:rPr kumimoji="1" lang="zh-CN" altLang="en-US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322D75-4CD9-BB0B-00B2-221321CB8E10}"/>
              </a:ext>
            </a:extLst>
          </p:cNvPr>
          <p:cNvSpPr/>
          <p:nvPr/>
        </p:nvSpPr>
        <p:spPr>
          <a:xfrm>
            <a:off x="1734005" y="674915"/>
            <a:ext cx="2643310" cy="2673840"/>
          </a:xfrm>
          <a:prstGeom prst="rect">
            <a:avLst/>
          </a:prstGeom>
          <a:solidFill>
            <a:srgbClr val="001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9179D83-DBB5-0AFA-1C66-40E2C8DBA856}"/>
              </a:ext>
            </a:extLst>
          </p:cNvPr>
          <p:cNvSpPr txBox="1"/>
          <p:nvPr/>
        </p:nvSpPr>
        <p:spPr>
          <a:xfrm>
            <a:off x="1590225" y="151695"/>
            <a:ext cx="2887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 途 无 量 黄 国 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90449FF-612F-57B2-54EA-77433F69844A}"/>
              </a:ext>
            </a:extLst>
          </p:cNvPr>
          <p:cNvSpPr txBox="1"/>
          <p:nvPr/>
        </p:nvSpPr>
        <p:spPr>
          <a:xfrm>
            <a:off x="3910875" y="734562"/>
            <a:ext cx="4796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华晨宇都得不到的男人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4360813-898F-575D-395E-82FA1E338656}"/>
              </a:ext>
            </a:extLst>
          </p:cNvPr>
          <p:cNvSpPr txBox="1"/>
          <p:nvPr/>
        </p:nvSpPr>
        <p:spPr>
          <a:xfrm>
            <a:off x="1740598" y="734562"/>
            <a:ext cx="4796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🍎🐟</a:t>
            </a:r>
            <a:r>
              <a:rPr kumimoji="1" lang="zh-CN" altLang="en-US" sz="1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勇敢飞大家永相随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2649AD-6D0C-BDD9-95DB-F7C3B14A63D0}"/>
              </a:ext>
            </a:extLst>
          </p:cNvPr>
          <p:cNvSpPr/>
          <p:nvPr/>
        </p:nvSpPr>
        <p:spPr>
          <a:xfrm>
            <a:off x="5082974" y="121055"/>
            <a:ext cx="2934000" cy="6573600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0CD4557-3314-9929-ADBE-B9578174D31E}"/>
              </a:ext>
            </a:extLst>
          </p:cNvPr>
          <p:cNvSpPr/>
          <p:nvPr/>
        </p:nvSpPr>
        <p:spPr>
          <a:xfrm>
            <a:off x="5256684" y="3084394"/>
            <a:ext cx="2643310" cy="635620"/>
          </a:xfrm>
          <a:prstGeom prst="rect">
            <a:avLst/>
          </a:prstGeom>
          <a:solidFill>
            <a:srgbClr val="F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A194810-03A7-D4A4-3B61-C19C32FAEA46}"/>
              </a:ext>
            </a:extLst>
          </p:cNvPr>
          <p:cNvSpPr txBox="1"/>
          <p:nvPr/>
        </p:nvSpPr>
        <p:spPr>
          <a:xfrm>
            <a:off x="5250091" y="3081392"/>
            <a:ext cx="2656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喜提硕士学位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B42D4BA-4A4C-70EA-7AB5-BD3C0A15242E}"/>
              </a:ext>
            </a:extLst>
          </p:cNvPr>
          <p:cNvSpPr txBox="1"/>
          <p:nvPr/>
        </p:nvSpPr>
        <p:spPr>
          <a:xfrm>
            <a:off x="5496718" y="4420729"/>
            <a:ext cx="2252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SimHei" panose="02010609060101010101" pitchFamily="49" charset="-122"/>
                <a:ea typeface="SimHei" panose="02010609060101010101" pitchFamily="49" charset="-122"/>
              </a:rPr>
              <a:t>你为什么要临时改票？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BB8BD5C-D7E5-CB0F-A8F0-25EDDE44514E}"/>
              </a:ext>
            </a:extLst>
          </p:cNvPr>
          <p:cNvSpPr txBox="1"/>
          <p:nvPr/>
        </p:nvSpPr>
        <p:spPr>
          <a:xfrm>
            <a:off x="5280406" y="4701381"/>
            <a:ext cx="2666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SimHei" panose="02010609060101010101" pitchFamily="49" charset="-122"/>
                <a:ea typeface="SimHei" panose="02010609060101010101" pitchFamily="49" charset="-122"/>
              </a:rPr>
              <a:t>保一踩一，你也是同伙吧？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2FACCF9-1D6D-623F-4635-934EF3F85DF9}"/>
              </a:ext>
            </a:extLst>
          </p:cNvPr>
          <p:cNvSpPr/>
          <p:nvPr/>
        </p:nvSpPr>
        <p:spPr>
          <a:xfrm>
            <a:off x="5250091" y="5857933"/>
            <a:ext cx="2643310" cy="791424"/>
          </a:xfrm>
          <a:prstGeom prst="rect">
            <a:avLst/>
          </a:prstGeom>
          <a:solidFill>
            <a:srgbClr val="001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9ECCCE0-FAE8-7BA6-866C-64407DB29F7F}"/>
              </a:ext>
            </a:extLst>
          </p:cNvPr>
          <p:cNvSpPr txBox="1"/>
          <p:nvPr/>
        </p:nvSpPr>
        <p:spPr>
          <a:xfrm>
            <a:off x="5400677" y="5804086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FFEC00"/>
                </a:solidFill>
                <a:latin typeface="Arial Narrow" panose="020B0604020202020204" pitchFamily="34" charset="0"/>
                <a:ea typeface="SimHei" panose="02010609060101010101" pitchFamily="49" charset="-122"/>
                <a:cs typeface="Arial Narrow" panose="020B0604020202020204" pitchFamily="34" charset="0"/>
              </a:rPr>
              <a:t>Happy Graduation</a:t>
            </a:r>
            <a:endParaRPr kumimoji="1" lang="zh-CN" altLang="en-US" sz="2400" b="1" dirty="0">
              <a:solidFill>
                <a:srgbClr val="FFEC00"/>
              </a:solidFill>
              <a:latin typeface="Arial Narrow" panose="020B0604020202020204" pitchFamily="34" charset="0"/>
              <a:ea typeface="SimHei" panose="02010609060101010101" pitchFamily="49" charset="-122"/>
              <a:cs typeface="Arial Narrow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0A0DF61-FC64-7FA6-F860-96957BB37759}"/>
              </a:ext>
            </a:extLst>
          </p:cNvPr>
          <p:cNvSpPr txBox="1"/>
          <p:nvPr/>
        </p:nvSpPr>
        <p:spPr>
          <a:xfrm>
            <a:off x="5455178" y="6175743"/>
            <a:ext cx="2265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EC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  业  快  乐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4940C3F-8899-8D1C-F956-E79E81377FF5}"/>
              </a:ext>
            </a:extLst>
          </p:cNvPr>
          <p:cNvSpPr/>
          <p:nvPr/>
        </p:nvSpPr>
        <p:spPr>
          <a:xfrm>
            <a:off x="5252392" y="5058981"/>
            <a:ext cx="2643310" cy="697643"/>
          </a:xfrm>
          <a:prstGeom prst="rect">
            <a:avLst/>
          </a:prstGeom>
          <a:solidFill>
            <a:srgbClr val="F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923DF6A-04D5-7466-EB6D-A1ECA1C6EB84}"/>
              </a:ext>
            </a:extLst>
          </p:cNvPr>
          <p:cNvSpPr txBox="1"/>
          <p:nvPr/>
        </p:nvSpPr>
        <p:spPr>
          <a:xfrm>
            <a:off x="5352303" y="5014721"/>
            <a:ext cx="2485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我感觉我的话已经触及你的灵魂了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AA530D3-22A7-8EC9-47C1-6E3B086AC855}"/>
              </a:ext>
            </a:extLst>
          </p:cNvPr>
          <p:cNvSpPr/>
          <p:nvPr/>
        </p:nvSpPr>
        <p:spPr>
          <a:xfrm>
            <a:off x="5250091" y="667208"/>
            <a:ext cx="2643310" cy="2278436"/>
          </a:xfrm>
          <a:prstGeom prst="rect">
            <a:avLst/>
          </a:prstGeom>
          <a:solidFill>
            <a:srgbClr val="0010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665D4C3-E123-BF3E-B57F-B1CAC5D4BE9F}"/>
              </a:ext>
            </a:extLst>
          </p:cNvPr>
          <p:cNvSpPr txBox="1"/>
          <p:nvPr/>
        </p:nvSpPr>
        <p:spPr>
          <a:xfrm>
            <a:off x="5305887" y="151695"/>
            <a:ext cx="2488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步 步 高 升 赵 桓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13F1922-E9F4-7A78-9687-7ADE8488BFA2}"/>
              </a:ext>
            </a:extLst>
          </p:cNvPr>
          <p:cNvSpPr txBox="1"/>
          <p:nvPr/>
        </p:nvSpPr>
        <p:spPr>
          <a:xfrm>
            <a:off x="4993145" y="2577909"/>
            <a:ext cx="31458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狼人杀</a:t>
            </a:r>
            <a:r>
              <a:rPr kumimoji="1" lang="en-US" altLang="zh-CN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1" lang="zh-CN" altLang="en-US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三国杀没有他不会杀的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FCCE83E-DBF1-834B-1753-A42483A5C5B4}"/>
              </a:ext>
            </a:extLst>
          </p:cNvPr>
          <p:cNvSpPr txBox="1"/>
          <p:nvPr/>
        </p:nvSpPr>
        <p:spPr>
          <a:xfrm>
            <a:off x="5318291" y="687131"/>
            <a:ext cx="24975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大厂</a:t>
            </a:r>
            <a:r>
              <a:rPr kumimoji="1" lang="en-US" altLang="zh-CN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kumimoji="1" lang="zh-CN" altLang="en-US" sz="15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选调没有他过不了的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F8C2E0-CE7F-C054-C783-E6C13AEF60A3}"/>
              </a:ext>
            </a:extLst>
          </p:cNvPr>
          <p:cNvSpPr txBox="1"/>
          <p:nvPr/>
        </p:nvSpPr>
        <p:spPr>
          <a:xfrm>
            <a:off x="5280406" y="4128803"/>
            <a:ext cx="2666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SimHei" panose="02010609060101010101" pitchFamily="49" charset="-122"/>
                <a:ea typeface="SimHei" panose="02010609060101010101" pitchFamily="49" charset="-122"/>
              </a:rPr>
              <a:t>你强上车是想塞失败票吗？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633C4D7-6784-75EA-E199-30877C4F1A90}"/>
              </a:ext>
            </a:extLst>
          </p:cNvPr>
          <p:cNvSpPr txBox="1"/>
          <p:nvPr/>
        </p:nvSpPr>
        <p:spPr>
          <a:xfrm>
            <a:off x="5235663" y="3801916"/>
            <a:ext cx="2685351" cy="3231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500" b="1" dirty="0">
                <a:solidFill>
                  <a:srgbClr val="FFEC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rPr>
              <a:t>我一进来我就发现了三个问题</a:t>
            </a:r>
          </a:p>
        </p:txBody>
      </p:sp>
    </p:spTree>
    <p:extLst>
      <p:ext uri="{BB962C8B-B14F-4D97-AF65-F5344CB8AC3E}">
        <p14:creationId xmlns:p14="http://schemas.microsoft.com/office/powerpoint/2010/main" val="97783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141</Words>
  <Application>Microsoft Macintosh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SimHei</vt:lpstr>
      <vt:lpstr>Microsoft YaHei</vt:lpstr>
      <vt:lpstr>Arial</vt:lpstr>
      <vt:lpstr>Arial Narrow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7</cp:revision>
  <dcterms:created xsi:type="dcterms:W3CDTF">2026-06-15T14:52:26Z</dcterms:created>
  <dcterms:modified xsi:type="dcterms:W3CDTF">2026-06-16T14:29:18Z</dcterms:modified>
</cp:coreProperties>
</file>