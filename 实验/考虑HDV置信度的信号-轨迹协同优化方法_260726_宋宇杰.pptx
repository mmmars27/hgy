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68" r:id="rId2"/>
    <p:sldId id="280" r:id="rId3"/>
    <p:sldId id="294" r:id="rId4"/>
    <p:sldId id="344" r:id="rId5"/>
    <p:sldId id="345" r:id="rId6"/>
    <p:sldId id="342" r:id="rId7"/>
    <p:sldId id="350" r:id="rId8"/>
    <p:sldId id="330" r:id="rId9"/>
    <p:sldId id="335" r:id="rId10"/>
    <p:sldId id="356" r:id="rId11"/>
    <p:sldId id="357" r:id="rId12"/>
    <p:sldId id="383" r:id="rId13"/>
    <p:sldId id="384" r:id="rId14"/>
    <p:sldId id="385" r:id="rId15"/>
    <p:sldId id="373" r:id="rId16"/>
    <p:sldId id="361" r:id="rId17"/>
    <p:sldId id="369" r:id="rId18"/>
    <p:sldId id="370" r:id="rId19"/>
    <p:sldId id="371" r:id="rId20"/>
    <p:sldId id="372" r:id="rId21"/>
    <p:sldId id="374" r:id="rId22"/>
    <p:sldId id="375" r:id="rId23"/>
    <p:sldId id="382" r:id="rId24"/>
    <p:sldId id="376" r:id="rId25"/>
    <p:sldId id="377" r:id="rId26"/>
    <p:sldId id="378" r:id="rId27"/>
    <p:sldId id="379" r:id="rId28"/>
    <p:sldId id="380" r:id="rId29"/>
    <p:sldId id="381" r:id="rId30"/>
    <p:sldId id="277" r:id="rId31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924"/>
    <a:srgbClr val="453DF4"/>
    <a:srgbClr val="5F5F5F"/>
    <a:srgbClr val="DBE6DD"/>
    <a:srgbClr val="F4F7F4"/>
    <a:srgbClr val="008F4C"/>
    <a:srgbClr val="C00000"/>
    <a:srgbClr val="C82423"/>
    <a:srgbClr val="FDBF08"/>
    <a:srgbClr val="00A9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88" autoAdjust="0"/>
    <p:restoredTop sz="86619" autoAdjust="0"/>
  </p:normalViewPr>
  <p:slideViewPr>
    <p:cSldViewPr snapToGrid="0" showGuides="1">
      <p:cViewPr varScale="1">
        <p:scale>
          <a:sx n="104" d="100"/>
          <a:sy n="104" d="100"/>
        </p:scale>
        <p:origin x="1072" y="192"/>
      </p:cViewPr>
      <p:guideLst/>
    </p:cSldViewPr>
  </p:slideViewPr>
  <p:notesTextViewPr>
    <p:cViewPr>
      <p:scale>
        <a:sx n="133" d="100"/>
        <a:sy n="133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1:56:35.7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1:36.252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0 139 24575,'7'-18'0,"-7"17"0,0 1 0,0 0 0,0-1 0,0 1 0,0-1 0,1 1 0,-1 0 0,0 0 0,0-1 0,1 1 0,-1 0 0,0-1 0,0 1 0,1 0 0,-1 0 0,0-1 0,1 1 0,-1 0 0,0 0 0,1 0 0,-1 0 0,1-1 0,-1 1 0,0 0 0,1 0 0,-1 0 0,0 0 0,1 0 0,-1 0 0,1 0 0,-1 0 0,0 0 0,1 0 0,-1 0 0,1 0 0,-1 0 0,0 1 0,1-1 0,-1 0 0,0 0 0,1 0 0,-1 0 0,0 1 0,1-1 0,-1 0 0,1 1 0,-2-2 0,1 1 0,0-1 0,-1 0 0,1 1 0,0-1 0,0 0 0,-1 0 0,1 1 0,0-1 0,0 0 0,0 0 0,0 1 0,0-1 0,0 0 0,0 0 0,0 1 0,0-1 0,0 0 0,1 0 0,-1 1 0,1-2 0,7-18 0,-5 12 0,-6 9 0,-12 11 0,6-5 0,29-13 0,14-5 0,-34 11 0,-1 1 0,0-1 0,1 0 0,-1 0 0,1 0 0,-1 0 0,0 0 0,1 0 0,-1 0 0,0 0 0,1 0 0,-1 0 0,0 0 0,1 0 0,-1-1 0,1 1 0,-1 0 0,0 0 0,1-1 0,-1 1 0,1 0 0,-1-1 0,1 1 0,-1 0 0,1-1 0,-1 1 0,1-1 0,-1 1 0,1-1 0,0 1 0,-1-1 0,1 1 0,0-1 0,-1 0 0,1 1 0,0-1 0,0 1 0,0-1 0,-1 0 0,1 1 0,0-1 0,0 0 0,0 1 0,0-1 0,0 0 0,0 1 0,0-1 0,0 1 0,1-2 0,17 27 0,-15-19 0,1 0 0,0-1 0,0 1 0,1-1 0,8 8 0,-11-11 0,1 0 0,-1 0 0,1-1 0,0 1 0,0-1 0,-1 1 0,1-1 0,0 0 0,0 0 0,0-1 0,0 1 0,1 0 0,-1-1 0,5 0 0,79-1 0,-119-9 0,-55-8 0,93 19 0,0-1 0,0 0 0,0-1 0,0 1 0,0-1 0,10-3 0,-52 0 0,40 2 0,10-7 0,-13 9 0,-1 0 0,0 0 0,1-1 0,-1 1 0,0 0 0,1 0 0,-1-1 0,0 1 0,0 0 0,1 0 0,-1-1 0,0 1 0,0 0 0,1-1 0,-1 1 0,0 0 0,0-1 0,0 1 0,0-1 0,1 1 0,-1 0 0,0-1 0,0 1 0,0-1 0,0 1 0,0 0 0,0-1 0,0 1 0,0-1 0,0 0 0,-4-5 0,0-1 0,1 1 0,0-1 0,1 0 0,-1 0 0,1-1 0,1 1 0,-1 0 0,0-11 0,-1 101 0,3-76 0,0 1 0,0 0 0,1 0 0,2 12 0,-2-57 0,-3 23 0,-1 1 0,-8-24 0,21 85 0,-7-40 0,-2-4 0,0 0 0,0 0 0,1 0 0,-1 0 0,1 0 0,0 0 0,0-1 0,1 1 0,4 5 0,-7-9 3,0 0 0,1 0-1,-1 0 1,0 0-1,1 0 1,-1 1 0,1-1-1,-1 0 1,0 0 0,1 0-1,-1-1 1,1 1-1,-1 0 1,0 0 0,1 0-1,-1 0 1,1 0 0,-1 0-1,0 0 1,1-1-1,-1 1 1,0 0 0,1 0-1,-1 0 1,0-1 0,1 1-1,-1 0 1,0-1-1,0 1 1,1 0 0,-1-1-1,0 1 1,0 0 0,0-1-1,1 1 1,-1 0 0,0-1-1,8-17-952,-7 17 435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2:46.996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66 75 24575,'2'87'0,"-3"-38"0,-1-44 0,-1-21 0,0 1 0,-5-39 0,-18-60 0,20 183 0,6-38 0,0-9 0,-6-55 0,1 11 0,3 16 0,1 1 0,-1-1 0,1 0 0,0 0 0,1 0 0,0 0 0,0-11 0,3 18 0,0 1 0,0 0 0,0 0 0,0 0 0,0 0 0,-1 1 0,0-1 0,5 6 0,2 3 0,30 31 0,-37-40 0,-1 0 0,1-1 0,0 1 0,0 0 0,1-1 0,-1 1 0,0-1 0,0 0 0,1 0 0,-1 0 0,1 0 0,-1 0 0,1 0 0,-1-1 0,1 1 0,4-1 0,-6 0 0,1-1 0,-1 0 0,1 0 0,0 0 0,-1-1 0,0 1 0,1 0 0,-1 0 0,0-1 0,0 1 0,1-1 0,-1 1 0,0-1 0,0 1 0,-1-1 0,1 0 0,0 0 0,0-2 0,14-41 0,-12 35 0,11-26 0,-14 36 0,0 0 0,0 0 0,0 0 0,0 0 0,0 0 0,0-1 0,0 1 0,0 0 0,0 0 0,0 0 0,0 0 0,0 0 0,1 0 0,-1-1 0,0 1 0,0 0 0,0 0 0,0 0 0,0 0 0,0 0 0,0 0 0,0 0 0,0 0 0,0 0 0,0-1 0,1 1 0,-1 0 0,0 0 0,0 0 0,0 0 0,0 0 0,0 0 0,0 0 0,1 0 0,-1 0 0,0 0 0,0 0 0,0 0 0,0 0 0,0 0 0,0 0 0,0 0 0,1 0 0,-1 0 0,0 0 0,0 0 0,0 0 0,0 0 0,0 0 0,0 0 0,1 0 0,-1 0 0,0 0 0,0 1 0,0-1 0,0 0 0,0 0 0,0 0 0,0 0 0,0 0 0,1 0 0,-1 22 0,-10 84 0,33-169 0,-16 48 0,-22 52 0,4-10 0,-2 4 0,28-61 0,14-26 0,-36 102 0,-13 13-1365,18-51-5461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2:53.812"/>
    </inkml:context>
    <inkml:brush xml:id="br0">
      <inkml:brushProperty name="width" value="0.2" units="cm"/>
      <inkml:brushProperty name="height" value="0.2" units="cm"/>
      <inkml:brushProperty name="color" value="#5F5F5F"/>
    </inkml:brush>
  </inkml:definitions>
  <inkml:trace contextRef="#ctx0" brushRef="#br0">139 889 24575,'-4'-2'0,"0"-1"0,0 0 0,1 0 0,-1 0 0,1-1 0,0 1 0,0-1 0,0 0 0,0 0 0,1 0 0,-1 0 0,1 0 0,0-1 0,-2-5 0,2 4 0,0 1 0,-1-1 0,0 1 0,0 0 0,-1 0 0,1 0 0,-1 0 0,-8-7 0,10 10 0,0 0 0,1 0 0,-1 0 0,1-1 0,-1 1 0,1 0 0,0-1 0,0 1 0,0 0 0,0-1 0,0 1 0,0-1 0,1 0 0,-1 1 0,1-1 0,0 0 0,0 1 0,0-1 0,0 0 0,0 1 0,0-1 0,1 0 0,-1 1 0,1-1 0,0 1 0,0-1 0,0 1 0,1-3 0,7-39 0,-9 31 0,0-25 0,-1 1 0,-1-1 0,-2 1 0,-12-51 0,12 71 0,2-1 0,0 0 0,1-24 0,-1 5 0,1-20 0,1 34 0,-1 1 0,-1 0 0,-4-24 0,3 37-136,1 0-1,0 0 1,1-1-1,0 1 1,0-1-1,1 1 1,1-1-1,-1 1 0,3-11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2:54.451"/>
    </inkml:context>
    <inkml:brush xml:id="br0">
      <inkml:brushProperty name="width" value="0.2" units="cm"/>
      <inkml:brushProperty name="height" value="0.2" units="cm"/>
      <inkml:brushProperty name="color" value="#5F5F5F"/>
    </inkml:brush>
  </inkml:definitions>
  <inkml:trace contextRef="#ctx0" brushRef="#br0">0 0 24575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2:56.884"/>
    </inkml:context>
    <inkml:brush xml:id="br0">
      <inkml:brushProperty name="width" value="0.2" units="cm"/>
      <inkml:brushProperty name="height" value="0.2" units="cm"/>
      <inkml:brushProperty name="color" value="#5F5F5F"/>
    </inkml:brush>
  </inkml:definitions>
  <inkml:trace contextRef="#ctx0" brushRef="#br0">127 450 24575,'-20'-88'0,"7"-55"0,11 137 0,1 0 0,-1 0 0,-1 1 0,1-1 0,-1 1 0,0 0 0,0 0 0,0 0 0,-1 0 0,0 0 0,0 1 0,0 0 0,-6-6 0,4 5 0,1 0 0,0-1 0,0 1 0,0-2 0,1 1 0,0 0 0,-5-11 0,8 13 0,0 1 0,1 0 0,0 0 0,0-1 0,0 1 0,0 0 0,0-1 0,1 1 0,-1 0 0,1-1 0,0 1 0,0 0 0,2-5 0,5-18 0,-8 25 0,0 1 0,1-1 0,-1 0 0,1 1 0,-1 0 0,1-1 0,-1 1 0,1-1 0,-1 1 0,1 0 0,-1-1 0,1 1 0,0 0 0,-1-1 0,1 1 0,0 0 0,-1 0 0,1 0 0,0 0 0,-1 0 0,1-1 0,0 1 0,-1 0 0,1 1 0,0-1 0,-1 0 0,1 0 0,0 0 0,-1 0 0,1 0 0,0 1 0,-1-1 0,1 0 0,-1 1 0,1-1 0,0 0 0,-1 1 0,1-1 0,0 1 0,35 17 0,-29-14 0,-5-3 0,0-1 0,1 1 0,-1 0 0,0 0 0,0 0 0,0 1 0,0-1 0,0 1 0,0-1 0,-1 1 0,1-1 0,0 1 0,-1 0 0,1 0 0,-1 0 0,0 0 0,1 0 0,-1 0 0,0 0 0,0 0 0,-1 0 0,1 1 0,0-1 0,0 3 0,-1-5 2,0 0 1,0 0-1,0 0 0,0 1 0,0-1 0,1 0 0,-1 0 1,0 0-1,0 0 0,0 0 0,0 0 0,1 0 1,-1 0-1,0 1 0,0-1 0,0 0 0,1 0 0,-1 0 1,0 0-1,0 0 0,0 0 0,0 0 0,1 0 1,-1 0-1,0 0 0,0 0 0,0 0 0,1 0 0,-1-1 1,0 1-1,0 0 0,0 0 0,0 0 0,1 0 0,-1 0 1,0 0-1,0 0 0,0 0 0,0-1 0,0 1 1,1 0-1,-1 0 0,0 0 0,0 0 0,0 0 0,0-1 1,0 1-1,0 0 0,0 0 0,0 0 0,0-1 0,0 1 1,1 0-1,-1 0 0,7-11-1487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4.109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26 386 24560,'-26'-386'0,"26"792"0,26-426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007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1 0 24575,'1'0'0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196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0 1 24575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349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1 1 24575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507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0 0 24575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650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788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552A8-ECE7-49AA-8726-BE90DBC11947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EAD77-486C-432B-9EE9-E6FD5C91EB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EE79D-6F04-EAEC-7574-C302CA3E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9215E1-08D7-2D2F-842F-82E715856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A82C31-F6BD-F8A6-023A-ABEAE2BC6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983D84-FD64-38CA-1038-1A28E550EC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712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C6CCC-2846-F7F3-A486-E357C7777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CC893D-1E7A-1C2A-B6AD-6C255811F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68FE4F-7E11-C049-4737-2392D68CD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CFB690-BD64-BD89-B561-3B7846B2C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217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2C649-4429-A089-50DA-72B1C4266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3AFB53-3EBD-3774-7339-89E845059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73D0CC-EA20-505F-1CE1-2944310F7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D36571-586E-7D50-3F76-8B7D4ABC15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185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584EB-DA8B-FC15-142B-A3919BAF0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5A4B35-08F1-F318-774A-B53FAA6EE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B827AF-C1F5-BB71-BD9C-81D8FDE0C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495BF0-0ED7-4064-21D8-248467124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006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8E7A-0CE9-B2EB-34D9-175CA234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670AA8-7B7D-B36C-1D46-7AEA480BB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803E1D-0603-98FC-2DB9-86AF2CC1D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84EE3-4448-E22E-A8A5-34B9DDF564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220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3B0EE-AB36-D772-5697-FE1804E5C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2F2E36-A640-3153-1981-0317B7899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1F62AF-16FD-D49A-8D5E-529C6C203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似然：如果信任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不信任，应该观测到什么样的状态？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348210-2243-B895-F536-9D18DA52CE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250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BC041-8705-C2EA-2E1E-689AA5F8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129697-785E-C501-DBC8-A012782F2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6DB9A2-E70B-CBCE-2E80-E92ED076C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92E3B6-6715-32F0-BD3C-07C5FC4AB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079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F1AE7-6A2A-072F-C410-3605139D9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E53FB9-C81D-F57F-12AF-ADD331BF3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F65EF6-153A-D937-DB20-0B36FA6C2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7B840D-DA49-1CC2-9F41-695C50DFF7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513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64F4-D408-86BB-A7F8-5E4D64E8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111EA9-7643-7197-9D4E-1CAB40B00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179C7E-7BF6-EC2B-6CB4-563584CA7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12C602-D900-0A78-2271-B616D97D64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261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BD9D8-6846-4992-30E5-F08F8B286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2149A0-3E00-E53E-69B1-034AA0D5C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820645-D47A-A287-99AB-48E12D2AA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8611DF-998B-9794-D5DD-4EE7DBC3D3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0533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A6751-7CCC-3E0C-76E5-7F929AE0A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D74B81-B966-479E-623C-02641552F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3F229B-56CE-82F6-CBC9-780D42F93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444E3B-A93B-7AF6-5E73-F4C50BC7D9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16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ABA50-9BC8-E72C-2C0A-BE644C4E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77E877-1172-EF30-01D1-E61306FD3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330F9A-C495-AF15-D992-A5BB8F25B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E802DF-3D5A-505E-14C2-249ADC3E7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4210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211E2-FA20-0698-1018-3F8645A1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91C9BF-4E1E-BD0E-2C2D-0F5F19740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F48142-B64F-ADBA-7DFD-1150D15D3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F3659B-7100-1F50-62BE-30696D173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643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AA810-BC1E-53CD-D025-65515F538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FC46E7-22CB-D30D-7AB0-476611730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A3BEEB-282C-6C68-D0F1-E9D06E27C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58B904-FE0F-57F4-733E-9DF139635B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6220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4ED7D-ADFF-3C54-F72C-FE7364687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AC74E1-8E0E-1B41-3CA0-DDAF45748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C653AB-F69D-A4FA-62E8-48FE1D870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BF5FD1-1720-83A7-CCF3-FFBEA881E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2404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518A7-82D9-044A-F23D-8EFA9AD35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9FEB49-C2C1-5703-10A7-967D38FC3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A85BE3-9F03-07ED-731A-44EE36581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07E767-160F-1783-5FE4-FF4FEE92DD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8013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CA92F-FF9F-2B7F-1181-C78C2332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F1D03C-2368-7A33-1340-E4BA980EA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B3CA8A-2A02-3101-CE24-92E1C488E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A1B99E-19CF-8083-020C-397AE6D467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6052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EABE5-A114-979F-47C3-0EEB44B7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ED2320-B985-79A7-66FD-CD10387BA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F0C5F7-AE53-1199-DD5A-18BFDC673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7BEA5C-EB65-CEC6-B831-593ECDE934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0890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DFC5E-2841-069C-06D6-979A61468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7A019E-88F3-F160-B4FB-D52B15526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D78FC1-EAB5-08A0-6403-805470A1D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1A61C3-29A1-F2A9-C355-3E0943494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0849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A79D8-F80E-BDC8-BD9E-846A6232A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3C193C-B834-7866-73F4-8D50AF84D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C31D20-05DD-CBC0-0C71-F4783A595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6C27A4-9979-0DF0-BFB6-8C8D213B79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2982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0555-F2FE-388C-731C-C43DD8CB9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0D7C17-C0C1-C049-729D-9D63FD7B3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AA1615-686C-194B-E4DF-9A41C3D1B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57D842-8671-07B7-0C40-37781BDF59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3450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222F9-6AB9-148B-55F3-53B276B3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655A53-2016-047F-A0CA-03FE45D32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BAAF94-3757-4049-7FD4-A713704FA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ED7169-65A6-4A06-CC50-9F16F528F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8638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2FB0A-6A7A-5417-80B3-73DF19BF5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15BA28-D5A4-81F0-85CB-2A200FBA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5745DA-C497-3B41-0EFB-3E33657D4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61CCFE-3F7B-24B7-ABA3-C1BD7E3FA5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4580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32B11-CF12-A8E2-0D69-D4ABA822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66C7F2-FBD2-0651-885D-47D0401E8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CC5C8D-2125-DBD6-556B-462741D6D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89B271-E733-8B09-4ADF-6B7A07332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9329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2DDC3-4565-8D29-6D6B-EABB36522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716472-72EB-77C1-D2A4-447541646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97B41F-3A81-3991-F2AF-D790FB8CD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TTC&lt;1.5s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的时间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有效跟驰时间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dirty="0"/>
              <a:t>不直接比较紧急制动事件总数，而是比较单位跟驰暴露时间内发生了多少次事件。每辆车在行驶过程中一共有效跟驰ti秒，求和之后就是所有车辆在整个仿真过程内一共跟驰多少秒，除以3600就是所有车一共跟驰多少小时</a:t>
            </a:r>
            <a:r>
              <a:rPr lang="zh-CN" altLang="en-US" dirty="0"/>
              <a:t>。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0F383C-33AA-1C12-1FE7-939DE051B9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2091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89424-2DE0-1F8D-6F8A-143C0926E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4E8F51-F53C-FB98-DC6E-03625D446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566ABC-24AC-815F-45EC-9A6095111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13ED30-67A8-40C6-9A8B-718117911F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6957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BC22B-213D-7D40-8506-7652359DE75A}" type="datetime1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0D86-B8C8-AD4F-8FE4-6FA057060EA0}" type="datetime1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48800" y="6538912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635508-54A0-4FB0-A4C5-6467DE85E924}" type="slidenum">
              <a:rPr lang="zh-CN" altLang="en-US" sz="1600" b="1" smtClean="0"/>
              <a:pPr/>
              <a:t>‹#›</a:t>
            </a:fld>
            <a:r>
              <a:rPr lang="en-US" altLang="zh-CN" dirty="0"/>
              <a:t>/30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C22C1-60F4-FD4A-B1F6-DCE5EC960B31}" type="datetime1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6C96-E618-9E4D-A4DA-B8B41A055B5D}" type="datetime1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4E887-A4D8-8845-93F5-5F332E663E09}" type="datetime1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65589-36DB-4D4F-9759-68EAD16874AC}" type="datetime1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32D28-8DFB-9744-AE59-A1836301C950}" type="datetime1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8CAA-02A1-D748-A2E4-C22EFC85435C}" type="datetime1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EE12-864F-F046-80E0-BEC260F89AD4}" type="datetime1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84B4-B632-D74C-8075-D008D45FA165}" type="datetime1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9228D-E565-7442-9625-739B80C8F1E0}" type="datetime1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04E6D-CF4D-3A4E-B7BE-F57DE35025A9}" type="datetime1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5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20.wmf"/><Relationship Id="rId18" Type="http://schemas.openxmlformats.org/officeDocument/2006/relationships/image" Target="../media/image25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oleObject" Target="../embeddings/oleObject3.bin"/><Relationship Id="rId17" Type="http://schemas.openxmlformats.org/officeDocument/2006/relationships/customXml" Target="../ink/ink1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19.wmf"/><Relationship Id="rId5" Type="http://schemas.openxmlformats.org/officeDocument/2006/relationships/image" Target="../media/image15.png"/><Relationship Id="rId15" Type="http://schemas.openxmlformats.org/officeDocument/2006/relationships/image" Target="../media/image22.png"/><Relationship Id="rId10" Type="http://schemas.openxmlformats.org/officeDocument/2006/relationships/oleObject" Target="../embeddings/oleObject2.bin"/><Relationship Id="rId19" Type="http://schemas.openxmlformats.org/officeDocument/2006/relationships/image" Target="../media/image24.png"/><Relationship Id="rId4" Type="http://schemas.openxmlformats.org/officeDocument/2006/relationships/image" Target="../media/image14.png"/><Relationship Id="rId9" Type="http://schemas.openxmlformats.org/officeDocument/2006/relationships/image" Target="../media/image18.wmf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18" Type="http://schemas.openxmlformats.org/officeDocument/2006/relationships/customXml" Target="../ink/ink8.xml"/><Relationship Id="rId26" Type="http://schemas.openxmlformats.org/officeDocument/2006/relationships/image" Target="../media/image29.svg"/><Relationship Id="rId39" Type="http://schemas.openxmlformats.org/officeDocument/2006/relationships/image" Target="../media/image44.png"/><Relationship Id="rId21" Type="http://schemas.openxmlformats.org/officeDocument/2006/relationships/image" Target="../media/image37.png"/><Relationship Id="rId34" Type="http://schemas.openxmlformats.org/officeDocument/2006/relationships/oleObject" Target="../embeddings/oleObject6.bin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38.png"/><Relationship Id="rId41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2.png"/><Relationship Id="rId24" Type="http://schemas.openxmlformats.org/officeDocument/2006/relationships/customXml" Target="../ink/ink12.xml"/><Relationship Id="rId32" Type="http://schemas.openxmlformats.org/officeDocument/2006/relationships/oleObject" Target="../embeddings/oleObject5.bin"/><Relationship Id="rId37" Type="http://schemas.openxmlformats.org/officeDocument/2006/relationships/image" Target="../media/image42.wmf"/><Relationship Id="rId40" Type="http://schemas.openxmlformats.org/officeDocument/2006/relationships/image" Target="../media/image45.png"/><Relationship Id="rId5" Type="http://schemas.openxmlformats.org/officeDocument/2006/relationships/customXml" Target="../ink/ink2.xml"/><Relationship Id="rId15" Type="http://schemas.openxmlformats.org/officeDocument/2006/relationships/image" Target="../media/image34.png"/><Relationship Id="rId23" Type="http://schemas.openxmlformats.org/officeDocument/2006/relationships/customXml" Target="../ink/ink11.xml"/><Relationship Id="rId28" Type="http://schemas.openxmlformats.org/officeDocument/2006/relationships/image" Target="../media/image10.png"/><Relationship Id="rId36" Type="http://schemas.openxmlformats.org/officeDocument/2006/relationships/oleObject" Target="../embeddings/oleObject7.bin"/><Relationship Id="rId10" Type="http://schemas.openxmlformats.org/officeDocument/2006/relationships/customXml" Target="../ink/ink4.xml"/><Relationship Id="rId19" Type="http://schemas.openxmlformats.org/officeDocument/2006/relationships/image" Target="../media/image36.png"/><Relationship Id="rId31" Type="http://schemas.openxmlformats.org/officeDocument/2006/relationships/image" Target="../media/image39.wmf"/><Relationship Id="rId4" Type="http://schemas.openxmlformats.org/officeDocument/2006/relationships/image" Target="../media/image27.png"/><Relationship Id="rId9" Type="http://schemas.openxmlformats.org/officeDocument/2006/relationships/image" Target="../media/image31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30.svg"/><Relationship Id="rId30" Type="http://schemas.openxmlformats.org/officeDocument/2006/relationships/oleObject" Target="../embeddings/oleObject4.bin"/><Relationship Id="rId35" Type="http://schemas.openxmlformats.org/officeDocument/2006/relationships/image" Target="../media/image41.wmf"/><Relationship Id="rId8" Type="http://schemas.openxmlformats.org/officeDocument/2006/relationships/customXml" Target="../ink/ink3.xml"/><Relationship Id="rId3" Type="http://schemas.openxmlformats.org/officeDocument/2006/relationships/image" Target="../media/image5.png"/><Relationship Id="rId12" Type="http://schemas.openxmlformats.org/officeDocument/2006/relationships/customXml" Target="../ink/ink5.xml"/><Relationship Id="rId17" Type="http://schemas.openxmlformats.org/officeDocument/2006/relationships/image" Target="../media/image35.png"/><Relationship Id="rId25" Type="http://schemas.openxmlformats.org/officeDocument/2006/relationships/customXml" Target="../ink/ink13.xml"/><Relationship Id="rId33" Type="http://schemas.openxmlformats.org/officeDocument/2006/relationships/image" Target="../media/image40.wmf"/><Relationship Id="rId38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oleObject" Target="../embeddings/oleObject11.bin"/><Relationship Id="rId18" Type="http://schemas.openxmlformats.org/officeDocument/2006/relationships/oleObject" Target="../embeddings/oleObject13.bin"/><Relationship Id="rId26" Type="http://schemas.openxmlformats.org/officeDocument/2006/relationships/image" Target="../media/image61.png"/><Relationship Id="rId3" Type="http://schemas.openxmlformats.org/officeDocument/2006/relationships/image" Target="../media/image47.png"/><Relationship Id="rId21" Type="http://schemas.openxmlformats.org/officeDocument/2006/relationships/oleObject" Target="../embeddings/oleObject14.bin"/><Relationship Id="rId7" Type="http://schemas.openxmlformats.org/officeDocument/2006/relationships/image" Target="../media/image49.png"/><Relationship Id="rId12" Type="http://schemas.openxmlformats.org/officeDocument/2006/relationships/image" Target="../media/image52.wmf"/><Relationship Id="rId17" Type="http://schemas.openxmlformats.org/officeDocument/2006/relationships/image" Target="../media/image55.png"/><Relationship Id="rId25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4.wmf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10.bin"/><Relationship Id="rId24" Type="http://schemas.openxmlformats.org/officeDocument/2006/relationships/image" Target="../media/image59.wmf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15.bin"/><Relationship Id="rId10" Type="http://schemas.openxmlformats.org/officeDocument/2006/relationships/image" Target="../media/image51.wmf"/><Relationship Id="rId19" Type="http://schemas.openxmlformats.org/officeDocument/2006/relationships/image" Target="../media/image56.wmf"/><Relationship Id="rId4" Type="http://schemas.openxmlformats.org/officeDocument/2006/relationships/image" Target="../media/image5.png"/><Relationship Id="rId9" Type="http://schemas.openxmlformats.org/officeDocument/2006/relationships/oleObject" Target="../embeddings/oleObject9.bin"/><Relationship Id="rId14" Type="http://schemas.openxmlformats.org/officeDocument/2006/relationships/image" Target="../media/image53.wmf"/><Relationship Id="rId22" Type="http://schemas.openxmlformats.org/officeDocument/2006/relationships/image" Target="../media/image58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.bin"/><Relationship Id="rId18" Type="http://schemas.openxmlformats.org/officeDocument/2006/relationships/image" Target="../media/image69.wmf"/><Relationship Id="rId26" Type="http://schemas.openxmlformats.org/officeDocument/2006/relationships/image" Target="../media/image73.wmf"/><Relationship Id="rId21" Type="http://schemas.openxmlformats.org/officeDocument/2006/relationships/oleObject" Target="../embeddings/oleObject24.bin"/><Relationship Id="rId34" Type="http://schemas.openxmlformats.org/officeDocument/2006/relationships/image" Target="../media/image77.wmf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22.bin"/><Relationship Id="rId25" Type="http://schemas.openxmlformats.org/officeDocument/2006/relationships/oleObject" Target="../embeddings/oleObject26.bin"/><Relationship Id="rId33" Type="http://schemas.openxmlformats.org/officeDocument/2006/relationships/oleObject" Target="../embeddings/oleObject30.bin"/><Relationship Id="rId38" Type="http://schemas.openxmlformats.org/officeDocument/2006/relationships/image" Target="../media/image79.wmf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8.wmf"/><Relationship Id="rId20" Type="http://schemas.openxmlformats.org/officeDocument/2006/relationships/image" Target="../media/image70.wmf"/><Relationship Id="rId29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19.bin"/><Relationship Id="rId24" Type="http://schemas.openxmlformats.org/officeDocument/2006/relationships/image" Target="../media/image72.wmf"/><Relationship Id="rId32" Type="http://schemas.openxmlformats.org/officeDocument/2006/relationships/image" Target="../media/image76.wmf"/><Relationship Id="rId37" Type="http://schemas.openxmlformats.org/officeDocument/2006/relationships/oleObject" Target="../embeddings/oleObject32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23" Type="http://schemas.openxmlformats.org/officeDocument/2006/relationships/oleObject" Target="../embeddings/oleObject25.bin"/><Relationship Id="rId28" Type="http://schemas.openxmlformats.org/officeDocument/2006/relationships/image" Target="../media/image74.wmf"/><Relationship Id="rId36" Type="http://schemas.openxmlformats.org/officeDocument/2006/relationships/image" Target="../media/image78.wmf"/><Relationship Id="rId10" Type="http://schemas.openxmlformats.org/officeDocument/2006/relationships/image" Target="../media/image65.wmf"/><Relationship Id="rId19" Type="http://schemas.openxmlformats.org/officeDocument/2006/relationships/oleObject" Target="../embeddings/oleObject23.bin"/><Relationship Id="rId31" Type="http://schemas.openxmlformats.org/officeDocument/2006/relationships/oleObject" Target="../embeddings/oleObject29.bin"/><Relationship Id="rId4" Type="http://schemas.openxmlformats.org/officeDocument/2006/relationships/image" Target="../media/image62.png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67.wmf"/><Relationship Id="rId22" Type="http://schemas.openxmlformats.org/officeDocument/2006/relationships/image" Target="../media/image71.wmf"/><Relationship Id="rId27" Type="http://schemas.openxmlformats.org/officeDocument/2006/relationships/oleObject" Target="../embeddings/oleObject27.bin"/><Relationship Id="rId30" Type="http://schemas.openxmlformats.org/officeDocument/2006/relationships/image" Target="../media/image75.wmf"/><Relationship Id="rId35" Type="http://schemas.openxmlformats.org/officeDocument/2006/relationships/oleObject" Target="../embeddings/oleObject31.bin"/><Relationship Id="rId8" Type="http://schemas.openxmlformats.org/officeDocument/2006/relationships/image" Target="../media/image64.wmf"/><Relationship Id="rId3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5.png"/><Relationship Id="rId3" Type="http://schemas.openxmlformats.org/officeDocument/2006/relationships/image" Target="../media/image5.png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11" Type="http://schemas.openxmlformats.org/officeDocument/2006/relationships/image" Target="../media/image83.png"/><Relationship Id="rId5" Type="http://schemas.openxmlformats.org/officeDocument/2006/relationships/image" Target="../media/image30.svg"/><Relationship Id="rId15" Type="http://schemas.openxmlformats.org/officeDocument/2006/relationships/image" Target="../media/image87.png"/><Relationship Id="rId10" Type="http://schemas.openxmlformats.org/officeDocument/2006/relationships/image" Target="../media/image82.wmf"/><Relationship Id="rId4" Type="http://schemas.openxmlformats.org/officeDocument/2006/relationships/image" Target="../media/image80.png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86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9.bin"/><Relationship Id="rId18" Type="http://schemas.openxmlformats.org/officeDocument/2006/relationships/image" Target="../media/image96.wmf"/><Relationship Id="rId26" Type="http://schemas.openxmlformats.org/officeDocument/2006/relationships/image" Target="../media/image100.wmf"/><Relationship Id="rId3" Type="http://schemas.openxmlformats.org/officeDocument/2006/relationships/image" Target="../media/image5.png"/><Relationship Id="rId21" Type="http://schemas.openxmlformats.org/officeDocument/2006/relationships/oleObject" Target="../embeddings/oleObject43.bin"/><Relationship Id="rId34" Type="http://schemas.openxmlformats.org/officeDocument/2006/relationships/image" Target="../media/image106.png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93.wmf"/><Relationship Id="rId17" Type="http://schemas.openxmlformats.org/officeDocument/2006/relationships/oleObject" Target="../embeddings/oleObject41.bin"/><Relationship Id="rId25" Type="http://schemas.openxmlformats.org/officeDocument/2006/relationships/oleObject" Target="../embeddings/oleObject45.bin"/><Relationship Id="rId33" Type="http://schemas.openxmlformats.org/officeDocument/2006/relationships/image" Target="../media/image10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95.wmf"/><Relationship Id="rId20" Type="http://schemas.openxmlformats.org/officeDocument/2006/relationships/image" Target="../media/image97.wmf"/><Relationship Id="rId29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38.bin"/><Relationship Id="rId24" Type="http://schemas.openxmlformats.org/officeDocument/2006/relationships/image" Target="../media/image99.wmf"/><Relationship Id="rId32" Type="http://schemas.openxmlformats.org/officeDocument/2006/relationships/image" Target="../media/image104.png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23" Type="http://schemas.openxmlformats.org/officeDocument/2006/relationships/oleObject" Target="../embeddings/oleObject44.bin"/><Relationship Id="rId28" Type="http://schemas.openxmlformats.org/officeDocument/2006/relationships/image" Target="../media/image101.wmf"/><Relationship Id="rId10" Type="http://schemas.openxmlformats.org/officeDocument/2006/relationships/image" Target="../media/image92.wmf"/><Relationship Id="rId19" Type="http://schemas.openxmlformats.org/officeDocument/2006/relationships/oleObject" Target="../embeddings/oleObject42.bin"/><Relationship Id="rId31" Type="http://schemas.openxmlformats.org/officeDocument/2006/relationships/image" Target="../media/image103.png"/><Relationship Id="rId4" Type="http://schemas.openxmlformats.org/officeDocument/2006/relationships/image" Target="../media/image89.png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94.wmf"/><Relationship Id="rId22" Type="http://schemas.openxmlformats.org/officeDocument/2006/relationships/image" Target="../media/image98.wmf"/><Relationship Id="rId27" Type="http://schemas.openxmlformats.org/officeDocument/2006/relationships/oleObject" Target="../embeddings/oleObject46.bin"/><Relationship Id="rId30" Type="http://schemas.openxmlformats.org/officeDocument/2006/relationships/image" Target="../media/image102.wmf"/><Relationship Id="rId8" Type="http://schemas.openxmlformats.org/officeDocument/2006/relationships/image" Target="../media/image91.w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wmf"/><Relationship Id="rId18" Type="http://schemas.openxmlformats.org/officeDocument/2006/relationships/oleObject" Target="../embeddings/oleObject54.bin"/><Relationship Id="rId26" Type="http://schemas.openxmlformats.org/officeDocument/2006/relationships/oleObject" Target="../embeddings/oleObject58.bin"/><Relationship Id="rId39" Type="http://schemas.openxmlformats.org/officeDocument/2006/relationships/image" Target="../media/image125.wmf"/><Relationship Id="rId21" Type="http://schemas.openxmlformats.org/officeDocument/2006/relationships/image" Target="../media/image116.wmf"/><Relationship Id="rId34" Type="http://schemas.openxmlformats.org/officeDocument/2006/relationships/oleObject" Target="../embeddings/oleObject62.bin"/><Relationship Id="rId42" Type="http://schemas.openxmlformats.org/officeDocument/2006/relationships/oleObject" Target="../embeddings/oleObject66.bin"/><Relationship Id="rId47" Type="http://schemas.openxmlformats.org/officeDocument/2006/relationships/image" Target="../media/image129.wmf"/><Relationship Id="rId50" Type="http://schemas.openxmlformats.org/officeDocument/2006/relationships/oleObject" Target="../embeddings/oleObject70.bin"/><Relationship Id="rId55" Type="http://schemas.openxmlformats.org/officeDocument/2006/relationships/image" Target="../media/image133.wmf"/><Relationship Id="rId63" Type="http://schemas.openxmlformats.org/officeDocument/2006/relationships/image" Target="../media/image140.png"/><Relationship Id="rId7" Type="http://schemas.openxmlformats.org/officeDocument/2006/relationships/image" Target="../media/image109.wmf"/><Relationship Id="rId2" Type="http://schemas.openxmlformats.org/officeDocument/2006/relationships/notesSlide" Target="../notesSlides/notesSlide14.xml"/><Relationship Id="rId16" Type="http://schemas.openxmlformats.org/officeDocument/2006/relationships/oleObject" Target="../embeddings/oleObject53.bin"/><Relationship Id="rId29" Type="http://schemas.openxmlformats.org/officeDocument/2006/relationships/image" Target="../media/image120.wmf"/><Relationship Id="rId11" Type="http://schemas.openxmlformats.org/officeDocument/2006/relationships/image" Target="../media/image111.wmf"/><Relationship Id="rId24" Type="http://schemas.openxmlformats.org/officeDocument/2006/relationships/oleObject" Target="../embeddings/oleObject57.bin"/><Relationship Id="rId32" Type="http://schemas.openxmlformats.org/officeDocument/2006/relationships/oleObject" Target="../embeddings/oleObject61.bin"/><Relationship Id="rId37" Type="http://schemas.openxmlformats.org/officeDocument/2006/relationships/image" Target="../media/image124.wmf"/><Relationship Id="rId40" Type="http://schemas.openxmlformats.org/officeDocument/2006/relationships/oleObject" Target="../embeddings/oleObject65.bin"/><Relationship Id="rId45" Type="http://schemas.openxmlformats.org/officeDocument/2006/relationships/image" Target="../media/image128.wmf"/><Relationship Id="rId53" Type="http://schemas.openxmlformats.org/officeDocument/2006/relationships/image" Target="../media/image132.wmf"/><Relationship Id="rId58" Type="http://schemas.openxmlformats.org/officeDocument/2006/relationships/image" Target="../media/image135.png"/><Relationship Id="rId5" Type="http://schemas.openxmlformats.org/officeDocument/2006/relationships/image" Target="../media/image108.png"/><Relationship Id="rId61" Type="http://schemas.openxmlformats.org/officeDocument/2006/relationships/image" Target="../media/image138.png"/><Relationship Id="rId19" Type="http://schemas.openxmlformats.org/officeDocument/2006/relationships/image" Target="../media/image115.wmf"/><Relationship Id="rId14" Type="http://schemas.openxmlformats.org/officeDocument/2006/relationships/oleObject" Target="../embeddings/oleObject52.bin"/><Relationship Id="rId22" Type="http://schemas.openxmlformats.org/officeDocument/2006/relationships/oleObject" Target="../embeddings/oleObject56.bin"/><Relationship Id="rId27" Type="http://schemas.openxmlformats.org/officeDocument/2006/relationships/image" Target="../media/image119.wmf"/><Relationship Id="rId30" Type="http://schemas.openxmlformats.org/officeDocument/2006/relationships/oleObject" Target="../embeddings/oleObject60.bin"/><Relationship Id="rId35" Type="http://schemas.openxmlformats.org/officeDocument/2006/relationships/image" Target="../media/image123.wmf"/><Relationship Id="rId43" Type="http://schemas.openxmlformats.org/officeDocument/2006/relationships/image" Target="../media/image127.wmf"/><Relationship Id="rId48" Type="http://schemas.openxmlformats.org/officeDocument/2006/relationships/oleObject" Target="../embeddings/oleObject69.bin"/><Relationship Id="rId56" Type="http://schemas.openxmlformats.org/officeDocument/2006/relationships/oleObject" Target="../embeddings/oleObject73.bin"/><Relationship Id="rId8" Type="http://schemas.openxmlformats.org/officeDocument/2006/relationships/oleObject" Target="../embeddings/oleObject49.bin"/><Relationship Id="rId51" Type="http://schemas.openxmlformats.org/officeDocument/2006/relationships/image" Target="../media/image131.wmf"/><Relationship Id="rId3" Type="http://schemas.openxmlformats.org/officeDocument/2006/relationships/image" Target="../media/image5.png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114.wmf"/><Relationship Id="rId25" Type="http://schemas.openxmlformats.org/officeDocument/2006/relationships/image" Target="../media/image118.wmf"/><Relationship Id="rId33" Type="http://schemas.openxmlformats.org/officeDocument/2006/relationships/image" Target="../media/image122.wmf"/><Relationship Id="rId38" Type="http://schemas.openxmlformats.org/officeDocument/2006/relationships/oleObject" Target="../embeddings/oleObject64.bin"/><Relationship Id="rId46" Type="http://schemas.openxmlformats.org/officeDocument/2006/relationships/oleObject" Target="../embeddings/oleObject68.bin"/><Relationship Id="rId59" Type="http://schemas.openxmlformats.org/officeDocument/2006/relationships/image" Target="../media/image136.png"/><Relationship Id="rId20" Type="http://schemas.openxmlformats.org/officeDocument/2006/relationships/oleObject" Target="../embeddings/oleObject55.bin"/><Relationship Id="rId41" Type="http://schemas.openxmlformats.org/officeDocument/2006/relationships/image" Target="../media/image126.wmf"/><Relationship Id="rId54" Type="http://schemas.openxmlformats.org/officeDocument/2006/relationships/oleObject" Target="../embeddings/oleObject72.bin"/><Relationship Id="rId6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8.bin"/><Relationship Id="rId15" Type="http://schemas.openxmlformats.org/officeDocument/2006/relationships/image" Target="../media/image113.wmf"/><Relationship Id="rId23" Type="http://schemas.openxmlformats.org/officeDocument/2006/relationships/image" Target="../media/image117.wmf"/><Relationship Id="rId28" Type="http://schemas.openxmlformats.org/officeDocument/2006/relationships/oleObject" Target="../embeddings/oleObject59.bin"/><Relationship Id="rId36" Type="http://schemas.openxmlformats.org/officeDocument/2006/relationships/oleObject" Target="../embeddings/oleObject63.bin"/><Relationship Id="rId49" Type="http://schemas.openxmlformats.org/officeDocument/2006/relationships/image" Target="../media/image130.wmf"/><Relationship Id="rId57" Type="http://schemas.openxmlformats.org/officeDocument/2006/relationships/image" Target="../media/image134.wmf"/><Relationship Id="rId10" Type="http://schemas.openxmlformats.org/officeDocument/2006/relationships/oleObject" Target="../embeddings/oleObject50.bin"/><Relationship Id="rId31" Type="http://schemas.openxmlformats.org/officeDocument/2006/relationships/image" Target="../media/image121.wmf"/><Relationship Id="rId44" Type="http://schemas.openxmlformats.org/officeDocument/2006/relationships/oleObject" Target="../embeddings/oleObject67.bin"/><Relationship Id="rId52" Type="http://schemas.openxmlformats.org/officeDocument/2006/relationships/oleObject" Target="../embeddings/oleObject71.bin"/><Relationship Id="rId60" Type="http://schemas.openxmlformats.org/officeDocument/2006/relationships/image" Target="../media/image137.png"/><Relationship Id="rId4" Type="http://schemas.openxmlformats.org/officeDocument/2006/relationships/image" Target="../media/image107.png"/><Relationship Id="rId9" Type="http://schemas.openxmlformats.org/officeDocument/2006/relationships/image" Target="../media/image11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23" r="14726" b="48018"/>
          <a:stretch>
            <a:fillRect/>
          </a:stretch>
        </p:blipFill>
        <p:spPr>
          <a:xfrm>
            <a:off x="15050" y="5223309"/>
            <a:ext cx="5870824" cy="1634689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4705866" y="0"/>
            <a:ext cx="2780268" cy="3063728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4" name="矩形 13"/>
          <p:cNvSpPr/>
          <p:nvPr/>
        </p:nvSpPr>
        <p:spPr>
          <a:xfrm>
            <a:off x="0" y="5223310"/>
            <a:ext cx="12192000" cy="1634689"/>
          </a:xfrm>
          <a:prstGeom prst="rect">
            <a:avLst/>
          </a:prstGeom>
          <a:gradFill flip="none" rotWithShape="1">
            <a:gsLst>
              <a:gs pos="0">
                <a:srgbClr val="014924"/>
              </a:gs>
              <a:gs pos="51000">
                <a:srgbClr val="014924"/>
              </a:gs>
              <a:gs pos="80000">
                <a:srgbClr val="014924">
                  <a:alpha val="80000"/>
                </a:srgbClr>
              </a:gs>
              <a:gs pos="100000">
                <a:srgbClr val="014924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627072" y="3644953"/>
            <a:ext cx="8936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</a:t>
            </a:r>
            <a:r>
              <a:rPr lang="en-US" altLang="zh-CN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HDV</a:t>
            </a:r>
            <a:r>
              <a:rPr lang="zh-CN" altLang="en-US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置信度的信号</a:t>
            </a:r>
            <a:r>
              <a:rPr lang="en-US" altLang="zh-CN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轨迹协同优化方法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07512" y="5804729"/>
            <a:ext cx="263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院系：智能工程学院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776354" y="5804535"/>
            <a:ext cx="314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专业：交通运输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662790" y="5804535"/>
            <a:ext cx="27386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汇报人：宋宇杰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458325" y="5804535"/>
            <a:ext cx="302604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导师：黄玮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939" y="650634"/>
            <a:ext cx="1936392" cy="19308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16" name="矩形 15"/>
          <p:cNvSpPr/>
          <p:nvPr/>
        </p:nvSpPr>
        <p:spPr>
          <a:xfrm>
            <a:off x="2950339" y="3612031"/>
            <a:ext cx="2559475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F9F56C68-2E05-5EED-AEC0-6193DAB5C7F7}"/>
              </a:ext>
            </a:extLst>
          </p:cNvPr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3" name="圆角矩形 4">
              <a:extLst>
                <a:ext uri="{FF2B5EF4-FFF2-40B4-BE49-F238E27FC236}">
                  <a16:creationId xmlns:a16="http://schemas.microsoft.com/office/drawing/2014/main" id="{53BA09FD-1C48-C380-A4EF-4D5604479755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65CA94F-2DE4-07A7-77C9-51477E8AA981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9BDF2036-FFAE-571A-5D01-D5837D89A67F}"/>
              </a:ext>
            </a:extLst>
          </p:cNvPr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8AC883E-33CC-A554-D5E9-52CAF3437809}"/>
              </a:ext>
            </a:extLst>
          </p:cNvPr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7" name="圆角矩形 3">
              <a:extLst>
                <a:ext uri="{FF2B5EF4-FFF2-40B4-BE49-F238E27FC236}">
                  <a16:creationId xmlns:a16="http://schemas.microsoft.com/office/drawing/2014/main" id="{5083EC7A-9B2A-4981-A92D-A5A354F5E4BB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圆角矩形 7">
              <a:extLst>
                <a:ext uri="{FF2B5EF4-FFF2-40B4-BE49-F238E27FC236}">
                  <a16:creationId xmlns:a16="http://schemas.microsoft.com/office/drawing/2014/main" id="{B89D11C0-720A-F976-1B5F-15377EE143D2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2E1F67C-F86D-77E6-4B66-6B9B0D9BF24E}"/>
                </a:ext>
              </a:extLst>
            </p:cNvPr>
            <p:cNvSpPr/>
            <p:nvPr/>
          </p:nvSpPr>
          <p:spPr>
            <a:xfrm>
              <a:off x="2828484" y="239783"/>
              <a:ext cx="1760860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</a:t>
              </a:r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793BADAA-35EB-C39B-FC93-0A8B05DA23D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967F43F0-C0F1-3A2A-D2B2-7C0AD79DB1D9}"/>
              </a:ext>
            </a:extLst>
          </p:cNvPr>
          <p:cNvSpPr/>
          <p:nvPr/>
        </p:nvSpPr>
        <p:spPr>
          <a:xfrm>
            <a:off x="4233424" y="2269904"/>
            <a:ext cx="7889446" cy="3810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3B6DCE7-134E-898E-192D-CC1DE85DC2AD}"/>
              </a:ext>
            </a:extLst>
          </p:cNvPr>
          <p:cNvSpPr/>
          <p:nvPr/>
        </p:nvSpPr>
        <p:spPr>
          <a:xfrm>
            <a:off x="5358521" y="983322"/>
            <a:ext cx="5708381" cy="92333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EC399DDB-9778-AEF3-D047-D61649B61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06" y="799835"/>
            <a:ext cx="3960774" cy="2070551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406BFCE9-D258-56C0-09E7-14080C81C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035" y="2905776"/>
            <a:ext cx="3961745" cy="2107873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44EB9767-0D55-486C-6207-F0D27B345B0B}"/>
              </a:ext>
            </a:extLst>
          </p:cNvPr>
          <p:cNvSpPr txBox="1"/>
          <p:nvPr/>
        </p:nvSpPr>
        <p:spPr>
          <a:xfrm>
            <a:off x="4233424" y="2269904"/>
            <a:ext cx="7958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根据全球交通分析机构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INRIX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的数据显示，在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年，由于交通拥堵，美国驾驶员每人损失大约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43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小时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（相当于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771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美元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），波士顿这类大城市更是达到了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71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小时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人。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B7B7FAC-823A-3BC8-0B68-3DDDE4490DBD}"/>
              </a:ext>
            </a:extLst>
          </p:cNvPr>
          <p:cNvSpPr txBox="1"/>
          <p:nvPr/>
        </p:nvSpPr>
        <p:spPr>
          <a:xfrm>
            <a:off x="4233424" y="3676132"/>
            <a:ext cx="7958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交通、健康、环境泛欧计划（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The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PEP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）的报告表明，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2019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年欧洲交通拥堵、道路事故和交通运输的环境成本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如温室气体排放、能源生产和栖息地破坏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的总和接近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亿欧元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DB2245F8-283D-5A8B-B070-10397A728B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035" y="5107906"/>
            <a:ext cx="3679381" cy="166375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00D42CF5-7E02-400E-9D27-502859B51D54}"/>
              </a:ext>
            </a:extLst>
          </p:cNvPr>
          <p:cNvSpPr txBox="1"/>
          <p:nvPr/>
        </p:nvSpPr>
        <p:spPr>
          <a:xfrm>
            <a:off x="4233424" y="5082360"/>
            <a:ext cx="7958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根据中华人民共和国生态环境部发布的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中国移动源环境管理年报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年全国移动源污染物排放总量为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1924.6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万吨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，而其中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机动车排放总量就达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1389.6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万吨，占比总排放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72.2%.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98D63E8-59D2-6A7B-AD32-8363A8A1B191}"/>
              </a:ext>
            </a:extLst>
          </p:cNvPr>
          <p:cNvSpPr txBox="1"/>
          <p:nvPr/>
        </p:nvSpPr>
        <p:spPr>
          <a:xfrm>
            <a:off x="5358521" y="1022961"/>
            <a:ext cx="5708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随着车辆数量的不断增加，世界各地的城市都面临着严重的交通拥堵和污染问题</a:t>
            </a:r>
            <a:endParaRPr lang="zh-CN" alt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E9E00BC-D941-E106-A2C7-108711F8F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3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80B84-564E-CCCF-0FCA-B0B65B1E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15D08E39-312A-3A79-AA3A-E312515C5E39}"/>
              </a:ext>
            </a:extLst>
          </p:cNvPr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3" name="圆角矩形 4">
              <a:extLst>
                <a:ext uri="{FF2B5EF4-FFF2-40B4-BE49-F238E27FC236}">
                  <a16:creationId xmlns:a16="http://schemas.microsoft.com/office/drawing/2014/main" id="{50CF4CF1-21FD-B406-6D0C-55061A51CFB9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857FDCE-A9C0-92B1-1EB0-2CECD2499415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996D78E6-C332-61A8-D7C7-C961256FDA6D}"/>
              </a:ext>
            </a:extLst>
          </p:cNvPr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A58131E-0628-D2EC-6E76-84A7961E9420}"/>
              </a:ext>
            </a:extLst>
          </p:cNvPr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7" name="圆角矩形 3">
              <a:extLst>
                <a:ext uri="{FF2B5EF4-FFF2-40B4-BE49-F238E27FC236}">
                  <a16:creationId xmlns:a16="http://schemas.microsoft.com/office/drawing/2014/main" id="{5BA42626-BDFD-CF71-A579-7E7FA98B2F51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圆角矩形 7">
              <a:extLst>
                <a:ext uri="{FF2B5EF4-FFF2-40B4-BE49-F238E27FC236}">
                  <a16:creationId xmlns:a16="http://schemas.microsoft.com/office/drawing/2014/main" id="{01F3C839-F86A-3539-C87D-5117F3627C35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DEFDE2C-8CBD-3BC9-3268-C77ABC41D0B8}"/>
                </a:ext>
              </a:extLst>
            </p:cNvPr>
            <p:cNvSpPr/>
            <p:nvPr/>
          </p:nvSpPr>
          <p:spPr>
            <a:xfrm>
              <a:off x="2828484" y="239783"/>
              <a:ext cx="1760860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</a:t>
              </a:r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FC82B1AE-6618-5592-F67B-05ED328E70B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505C610A-FCFE-F698-03E6-82172459EF2B}"/>
              </a:ext>
            </a:extLst>
          </p:cNvPr>
          <p:cNvSpPr txBox="1"/>
          <p:nvPr/>
        </p:nvSpPr>
        <p:spPr>
          <a:xfrm>
            <a:off x="533400" y="934576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城市交叉口混合交通控制问题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AF0DCD4-3EE8-C56E-B216-AE71970AB880}"/>
              </a:ext>
            </a:extLst>
          </p:cNvPr>
          <p:cNvCxnSpPr/>
          <p:nvPr/>
        </p:nvCxnSpPr>
        <p:spPr>
          <a:xfrm>
            <a:off x="637749" y="1353736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6DD487C-272A-4A6B-CAAD-954BA5E68865}"/>
              </a:ext>
            </a:extLst>
          </p:cNvPr>
          <p:cNvSpPr txBox="1"/>
          <p:nvPr/>
        </p:nvSpPr>
        <p:spPr>
          <a:xfrm>
            <a:off x="668551" y="2047207"/>
            <a:ext cx="60586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城市交叉口是交通冲突最为密集的关键区域，控制难度大。</a:t>
            </a:r>
            <a:endParaRPr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传统交叉口控制主要关注信号配时优化，难以充分利用智能网联车辆的潜力。</a:t>
            </a:r>
            <a:endParaRPr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随着</a:t>
            </a:r>
            <a:r>
              <a:rPr lang="en-US" altLang="zh-CN" dirty="0"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渗透率提升，交叉口控制需要从单一信号配时扩展到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信号控制与</a:t>
            </a:r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轨迹优化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的协同框架。</a:t>
            </a:r>
            <a:endParaRPr lang="zh-CN" altLang="en-US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D5926001-7707-EE33-50D4-BFD3D23CBF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2" b="275"/>
          <a:stretch>
            <a:fillRect/>
          </a:stretch>
        </p:blipFill>
        <p:spPr>
          <a:xfrm>
            <a:off x="7714269" y="785636"/>
            <a:ext cx="3469062" cy="3413279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BD43187F-DA3D-644D-5F3B-98905821A346}"/>
              </a:ext>
            </a:extLst>
          </p:cNvPr>
          <p:cNvSpPr/>
          <p:nvPr/>
        </p:nvSpPr>
        <p:spPr>
          <a:xfrm>
            <a:off x="626081" y="1902888"/>
            <a:ext cx="6179510" cy="1779466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282EA00E-05B3-1E8F-13ED-95FE39463642}"/>
              </a:ext>
            </a:extLst>
          </p:cNvPr>
          <p:cNvSpPr/>
          <p:nvPr/>
        </p:nvSpPr>
        <p:spPr>
          <a:xfrm>
            <a:off x="637749" y="4476459"/>
            <a:ext cx="1793436" cy="1851471"/>
          </a:xfrm>
          <a:prstGeom prst="roundRect">
            <a:avLst>
              <a:gd name="adj" fmla="val 5635"/>
            </a:avLst>
          </a:prstGeom>
          <a:noFill/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9EEF231B-9309-BA02-829F-3192AA30C9AC}"/>
              </a:ext>
            </a:extLst>
          </p:cNvPr>
          <p:cNvSpPr/>
          <p:nvPr/>
        </p:nvSpPr>
        <p:spPr>
          <a:xfrm>
            <a:off x="3185952" y="4476459"/>
            <a:ext cx="1793436" cy="1851471"/>
          </a:xfrm>
          <a:prstGeom prst="roundRect">
            <a:avLst>
              <a:gd name="adj" fmla="val 5635"/>
            </a:avLst>
          </a:prstGeom>
          <a:noFill/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063731C1-6E0A-77F7-C61E-AEEED209653C}"/>
              </a:ext>
            </a:extLst>
          </p:cNvPr>
          <p:cNvSpPr/>
          <p:nvPr/>
        </p:nvSpPr>
        <p:spPr>
          <a:xfrm>
            <a:off x="5734267" y="4476459"/>
            <a:ext cx="2242639" cy="1851471"/>
          </a:xfrm>
          <a:prstGeom prst="roundRect">
            <a:avLst>
              <a:gd name="adj" fmla="val 5635"/>
            </a:avLst>
          </a:prstGeom>
          <a:noFill/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100B00BD-9241-2581-4565-76967D26AC94}"/>
              </a:ext>
            </a:extLst>
          </p:cNvPr>
          <p:cNvSpPr/>
          <p:nvPr/>
        </p:nvSpPr>
        <p:spPr>
          <a:xfrm>
            <a:off x="8733160" y="4476459"/>
            <a:ext cx="2958223" cy="1851471"/>
          </a:xfrm>
          <a:prstGeom prst="roundRect">
            <a:avLst>
              <a:gd name="adj" fmla="val 5635"/>
            </a:avLst>
          </a:prstGeom>
          <a:noFill/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247385D7-3FEE-A901-565F-583255540FC1}"/>
              </a:ext>
            </a:extLst>
          </p:cNvPr>
          <p:cNvSpPr/>
          <p:nvPr/>
        </p:nvSpPr>
        <p:spPr>
          <a:xfrm>
            <a:off x="637749" y="4476461"/>
            <a:ext cx="1793436" cy="403670"/>
          </a:xfrm>
          <a:prstGeom prst="roundRect">
            <a:avLst>
              <a:gd name="adj" fmla="val 20957"/>
            </a:avLst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D900D23A-31BF-3F7C-29F9-BFD12DA87E10}"/>
              </a:ext>
            </a:extLst>
          </p:cNvPr>
          <p:cNvSpPr/>
          <p:nvPr/>
        </p:nvSpPr>
        <p:spPr>
          <a:xfrm>
            <a:off x="3185952" y="4476461"/>
            <a:ext cx="1793436" cy="403670"/>
          </a:xfrm>
          <a:prstGeom prst="roundRect">
            <a:avLst>
              <a:gd name="adj" fmla="val 20957"/>
            </a:avLst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30E7C8A5-F783-37C8-C4AE-D838F69BF694}"/>
              </a:ext>
            </a:extLst>
          </p:cNvPr>
          <p:cNvSpPr/>
          <p:nvPr/>
        </p:nvSpPr>
        <p:spPr>
          <a:xfrm>
            <a:off x="5734267" y="4476461"/>
            <a:ext cx="2242639" cy="403670"/>
          </a:xfrm>
          <a:prstGeom prst="roundRect">
            <a:avLst>
              <a:gd name="adj" fmla="val 20957"/>
            </a:avLst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4A1EF967-E53B-E709-7B9F-409C74631B2C}"/>
              </a:ext>
            </a:extLst>
          </p:cNvPr>
          <p:cNvSpPr/>
          <p:nvPr/>
        </p:nvSpPr>
        <p:spPr>
          <a:xfrm>
            <a:off x="8733160" y="4476461"/>
            <a:ext cx="2958223" cy="403670"/>
          </a:xfrm>
          <a:prstGeom prst="roundRect">
            <a:avLst>
              <a:gd name="adj" fmla="val 20957"/>
            </a:avLst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A2045A8-BC3C-4C90-76DE-03234A04C50C}"/>
              </a:ext>
            </a:extLst>
          </p:cNvPr>
          <p:cNvSpPr txBox="1"/>
          <p:nvPr/>
        </p:nvSpPr>
        <p:spPr>
          <a:xfrm>
            <a:off x="689663" y="4505479"/>
            <a:ext cx="1689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传统信号控制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4F5E5BD-28D8-868C-3263-A80526C5BB21}"/>
              </a:ext>
            </a:extLst>
          </p:cNvPr>
          <p:cNvSpPr txBox="1"/>
          <p:nvPr/>
        </p:nvSpPr>
        <p:spPr>
          <a:xfrm>
            <a:off x="3237866" y="4505479"/>
            <a:ext cx="1689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车辆轨迹优化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AB39D1F-169B-1976-60FD-CAFE8B106439}"/>
              </a:ext>
            </a:extLst>
          </p:cNvPr>
          <p:cNvSpPr txBox="1"/>
          <p:nvPr/>
        </p:nvSpPr>
        <p:spPr>
          <a:xfrm>
            <a:off x="5734211" y="4505479"/>
            <a:ext cx="22426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轨迹协同优化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7415D6B-106A-AA45-9886-3A53F0E3B9EB}"/>
              </a:ext>
            </a:extLst>
          </p:cNvPr>
          <p:cNvSpPr txBox="1"/>
          <p:nvPr/>
        </p:nvSpPr>
        <p:spPr>
          <a:xfrm>
            <a:off x="8733160" y="4505479"/>
            <a:ext cx="29817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考虑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置信度的协同优化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D9C81A01-BAE6-16FF-7DDA-2FB6151892A9}"/>
              </a:ext>
            </a:extLst>
          </p:cNvPr>
          <p:cNvSpPr/>
          <p:nvPr/>
        </p:nvSpPr>
        <p:spPr>
          <a:xfrm>
            <a:off x="2536331" y="5354569"/>
            <a:ext cx="520700" cy="276225"/>
          </a:xfrm>
          <a:prstGeom prst="rightArrow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箭头: 右 61">
            <a:extLst>
              <a:ext uri="{FF2B5EF4-FFF2-40B4-BE49-F238E27FC236}">
                <a16:creationId xmlns:a16="http://schemas.microsoft.com/office/drawing/2014/main" id="{756B99BC-9777-E760-3444-C3AF66A06B40}"/>
              </a:ext>
            </a:extLst>
          </p:cNvPr>
          <p:cNvSpPr/>
          <p:nvPr/>
        </p:nvSpPr>
        <p:spPr>
          <a:xfrm>
            <a:off x="5088818" y="5354569"/>
            <a:ext cx="520700" cy="276225"/>
          </a:xfrm>
          <a:prstGeom prst="rightArrow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箭头: 右 62">
            <a:extLst>
              <a:ext uri="{FF2B5EF4-FFF2-40B4-BE49-F238E27FC236}">
                <a16:creationId xmlns:a16="http://schemas.microsoft.com/office/drawing/2014/main" id="{17480416-A7E7-BBA8-EB11-DBCFCE1F6429}"/>
              </a:ext>
            </a:extLst>
          </p:cNvPr>
          <p:cNvSpPr/>
          <p:nvPr/>
        </p:nvSpPr>
        <p:spPr>
          <a:xfrm>
            <a:off x="8089983" y="5354569"/>
            <a:ext cx="520700" cy="276225"/>
          </a:xfrm>
          <a:prstGeom prst="rightArrow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A48416E2-25AA-FB07-2363-D0BBA41E9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511" y="5071064"/>
            <a:ext cx="314325" cy="600075"/>
          </a:xfrm>
          <a:prstGeom prst="rect">
            <a:avLst/>
          </a:prstGeom>
        </p:spPr>
      </p:pic>
      <p:pic>
        <p:nvPicPr>
          <p:cNvPr id="67" name="图形 66">
            <a:extLst>
              <a:ext uri="{FF2B5EF4-FFF2-40B4-BE49-F238E27FC236}">
                <a16:creationId xmlns:a16="http://schemas.microsoft.com/office/drawing/2014/main" id="{17DA3213-4C09-ADF3-A6BB-E1DFE67D3F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2799" y="5071064"/>
            <a:ext cx="600075" cy="600075"/>
          </a:xfrm>
          <a:prstGeom prst="rect">
            <a:avLst/>
          </a:prstGeom>
        </p:spPr>
      </p:pic>
      <p:sp>
        <p:nvSpPr>
          <p:cNvPr id="68" name="文本框 67">
            <a:extLst>
              <a:ext uri="{FF2B5EF4-FFF2-40B4-BE49-F238E27FC236}">
                <a16:creationId xmlns:a16="http://schemas.microsoft.com/office/drawing/2014/main" id="{05C8596E-66B4-2C57-A80C-191F1E9BC62D}"/>
              </a:ext>
            </a:extLst>
          </p:cNvPr>
          <p:cNvSpPr txBox="1"/>
          <p:nvPr/>
        </p:nvSpPr>
        <p:spPr>
          <a:xfrm>
            <a:off x="626081" y="5857825"/>
            <a:ext cx="1793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仅优化信号配时</a:t>
            </a:r>
          </a:p>
        </p:txBody>
      </p:sp>
      <p:pic>
        <p:nvPicPr>
          <p:cNvPr id="71" name="图形 70">
            <a:extLst>
              <a:ext uri="{FF2B5EF4-FFF2-40B4-BE49-F238E27FC236}">
                <a16:creationId xmlns:a16="http://schemas.microsoft.com/office/drawing/2014/main" id="{1D411922-3C81-5C5C-70CB-21A1E575F8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96197" y="5034772"/>
            <a:ext cx="636367" cy="636367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C64110F1-56E6-BFBD-EBC3-E48900C29B9C}"/>
              </a:ext>
            </a:extLst>
          </p:cNvPr>
          <p:cNvSpPr txBox="1"/>
          <p:nvPr/>
        </p:nvSpPr>
        <p:spPr>
          <a:xfrm>
            <a:off x="3185952" y="5857825"/>
            <a:ext cx="1793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仅进行轨迹规划</a:t>
            </a: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62E516D3-D5AA-9F8D-4775-EDE925CFF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006628"/>
            <a:ext cx="314325" cy="600075"/>
          </a:xfrm>
          <a:prstGeom prst="rect">
            <a:avLst/>
          </a:prstGeom>
        </p:spPr>
      </p:pic>
      <p:pic>
        <p:nvPicPr>
          <p:cNvPr id="74" name="图形 73">
            <a:extLst>
              <a:ext uri="{FF2B5EF4-FFF2-40B4-BE49-F238E27FC236}">
                <a16:creationId xmlns:a16="http://schemas.microsoft.com/office/drawing/2014/main" id="{5022ACF7-2E84-170B-8C80-01F861049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9930" y="5034772"/>
            <a:ext cx="636367" cy="636367"/>
          </a:xfrm>
          <a:prstGeom prst="rect">
            <a:avLst/>
          </a:prstGeom>
        </p:spPr>
      </p:pic>
      <p:sp>
        <p:nvSpPr>
          <p:cNvPr id="75" name="加号 74">
            <a:extLst>
              <a:ext uri="{FF2B5EF4-FFF2-40B4-BE49-F238E27FC236}">
                <a16:creationId xmlns:a16="http://schemas.microsoft.com/office/drawing/2014/main" id="{D4D08ABE-AE4D-DE79-D176-D403BEDE8524}"/>
              </a:ext>
            </a:extLst>
          </p:cNvPr>
          <p:cNvSpPr/>
          <p:nvPr/>
        </p:nvSpPr>
        <p:spPr>
          <a:xfrm>
            <a:off x="6658930" y="5214126"/>
            <a:ext cx="226255" cy="247844"/>
          </a:xfrm>
          <a:prstGeom prst="mathPlus">
            <a:avLst>
              <a:gd name="adj1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BAD2BAF-3AA7-471A-1B1C-635F35A4B280}"/>
              </a:ext>
            </a:extLst>
          </p:cNvPr>
          <p:cNvSpPr txBox="1"/>
          <p:nvPr/>
        </p:nvSpPr>
        <p:spPr>
          <a:xfrm>
            <a:off x="5746018" y="5862569"/>
            <a:ext cx="22426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协同优化信号与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轨迹</a:t>
            </a: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FA97A274-84C1-6F47-A706-1EEFBF5CD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2482" y="5006628"/>
            <a:ext cx="314325" cy="600075"/>
          </a:xfrm>
          <a:prstGeom prst="rect">
            <a:avLst/>
          </a:prstGeom>
        </p:spPr>
      </p:pic>
      <p:pic>
        <p:nvPicPr>
          <p:cNvPr id="78" name="图形 77">
            <a:extLst>
              <a:ext uri="{FF2B5EF4-FFF2-40B4-BE49-F238E27FC236}">
                <a16:creationId xmlns:a16="http://schemas.microsoft.com/office/drawing/2014/main" id="{724ED64F-DEA1-44DE-A59A-1249FF8D07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46412" y="5034772"/>
            <a:ext cx="636367" cy="636367"/>
          </a:xfrm>
          <a:prstGeom prst="rect">
            <a:avLst/>
          </a:prstGeom>
        </p:spPr>
      </p:pic>
      <p:sp>
        <p:nvSpPr>
          <p:cNvPr id="79" name="加号 78">
            <a:extLst>
              <a:ext uri="{FF2B5EF4-FFF2-40B4-BE49-F238E27FC236}">
                <a16:creationId xmlns:a16="http://schemas.microsoft.com/office/drawing/2014/main" id="{40611346-FF3A-687B-6B1C-87F46CE0AF7A}"/>
              </a:ext>
            </a:extLst>
          </p:cNvPr>
          <p:cNvSpPr/>
          <p:nvPr/>
        </p:nvSpPr>
        <p:spPr>
          <a:xfrm>
            <a:off x="9515412" y="5214126"/>
            <a:ext cx="226255" cy="247844"/>
          </a:xfrm>
          <a:prstGeom prst="mathPlus">
            <a:avLst>
              <a:gd name="adj1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加号 79">
            <a:extLst>
              <a:ext uri="{FF2B5EF4-FFF2-40B4-BE49-F238E27FC236}">
                <a16:creationId xmlns:a16="http://schemas.microsoft.com/office/drawing/2014/main" id="{7DE31348-B71C-A5CD-0423-D270268B2541}"/>
              </a:ext>
            </a:extLst>
          </p:cNvPr>
          <p:cNvSpPr/>
          <p:nvPr/>
        </p:nvSpPr>
        <p:spPr>
          <a:xfrm>
            <a:off x="10628664" y="5214126"/>
            <a:ext cx="226255" cy="247844"/>
          </a:xfrm>
          <a:prstGeom prst="mathPlus">
            <a:avLst>
              <a:gd name="adj1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3" name="图形 82">
            <a:extLst>
              <a:ext uri="{FF2B5EF4-FFF2-40B4-BE49-F238E27FC236}">
                <a16:creationId xmlns:a16="http://schemas.microsoft.com/office/drawing/2014/main" id="{7170DF36-5FA2-A2E7-83B6-E633D34CF8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30081" y="4959610"/>
            <a:ext cx="711529" cy="711529"/>
          </a:xfrm>
          <a:prstGeom prst="rect">
            <a:avLst/>
          </a:prstGeom>
        </p:spPr>
      </p:pic>
      <p:sp>
        <p:nvSpPr>
          <p:cNvPr id="84" name="文本框 83">
            <a:extLst>
              <a:ext uri="{FF2B5EF4-FFF2-40B4-BE49-F238E27FC236}">
                <a16:creationId xmlns:a16="http://schemas.microsoft.com/office/drawing/2014/main" id="{67B111CD-1A8C-CDD7-B1B8-934B4D3E2074}"/>
              </a:ext>
            </a:extLst>
          </p:cNvPr>
          <p:cNvSpPr txBox="1"/>
          <p:nvPr/>
        </p:nvSpPr>
        <p:spPr>
          <a:xfrm>
            <a:off x="8899450" y="5751829"/>
            <a:ext cx="26664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引入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HDV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置信度，提升混合交通安全与效率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567C195-3976-D977-41F6-A127DB49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4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1267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7FD79-40B6-804C-F7B6-3F848F36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F40BD371-B5AB-52AC-A9DE-2CB74A7CC4A8}"/>
              </a:ext>
            </a:extLst>
          </p:cNvPr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3" name="圆角矩形 4">
              <a:extLst>
                <a:ext uri="{FF2B5EF4-FFF2-40B4-BE49-F238E27FC236}">
                  <a16:creationId xmlns:a16="http://schemas.microsoft.com/office/drawing/2014/main" id="{7D34F923-8585-89AD-2D36-6E18B556AA27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04F0E24-3DAA-A87F-C877-9EBBD84FFD0A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EDDDD10D-DFC2-A6B6-A494-FE9D631E4F63}"/>
              </a:ext>
            </a:extLst>
          </p:cNvPr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625565E-121D-F5F6-6DC2-47E473988992}"/>
              </a:ext>
            </a:extLst>
          </p:cNvPr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7" name="圆角矩形 3">
              <a:extLst>
                <a:ext uri="{FF2B5EF4-FFF2-40B4-BE49-F238E27FC236}">
                  <a16:creationId xmlns:a16="http://schemas.microsoft.com/office/drawing/2014/main" id="{D72F0AA0-103C-EDE0-BBDB-9F1861A0E90C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圆角矩形 7">
              <a:extLst>
                <a:ext uri="{FF2B5EF4-FFF2-40B4-BE49-F238E27FC236}">
                  <a16:creationId xmlns:a16="http://schemas.microsoft.com/office/drawing/2014/main" id="{548BC6BE-E544-FD89-D570-12E8F7D5C3E4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1D15453-E0D4-7CEA-2A0F-C2E0D3435D30}"/>
                </a:ext>
              </a:extLst>
            </p:cNvPr>
            <p:cNvSpPr/>
            <p:nvPr/>
          </p:nvSpPr>
          <p:spPr>
            <a:xfrm>
              <a:off x="2828484" y="239783"/>
              <a:ext cx="1760860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</a:t>
              </a:r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518134D0-C763-8466-9E9C-4F5F1ABBD98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699491B-6328-FA75-91BD-BBF8C1C33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" y="897337"/>
            <a:ext cx="4522557" cy="3830214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C12E74EE-273C-07F1-91FE-23318D50BFB9}"/>
              </a:ext>
            </a:extLst>
          </p:cNvPr>
          <p:cNvSpPr/>
          <p:nvPr/>
        </p:nvSpPr>
        <p:spPr>
          <a:xfrm>
            <a:off x="361950" y="4867805"/>
            <a:ext cx="11468100" cy="1772704"/>
          </a:xfrm>
          <a:prstGeom prst="roundRect">
            <a:avLst>
              <a:gd name="adj" fmla="val 0"/>
            </a:avLst>
          </a:prstGeom>
          <a:solidFill>
            <a:srgbClr val="F5F7F5"/>
          </a:solidFill>
          <a:ln w="19050"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EE9B54E1-ACD3-B3E5-D7AE-49B731DA4387}"/>
              </a:ext>
            </a:extLst>
          </p:cNvPr>
          <p:cNvSpPr/>
          <p:nvPr/>
        </p:nvSpPr>
        <p:spPr>
          <a:xfrm>
            <a:off x="368288" y="4875997"/>
            <a:ext cx="835823" cy="1754920"/>
          </a:xfrm>
          <a:prstGeom prst="homePlate">
            <a:avLst>
              <a:gd name="adj" fmla="val 30086"/>
            </a:avLst>
          </a:prstGeom>
          <a:solidFill>
            <a:srgbClr val="0149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EAA3CA-84F7-8FD6-DC64-42BE7AFFCBC5}"/>
              </a:ext>
            </a:extLst>
          </p:cNvPr>
          <p:cNvSpPr txBox="1"/>
          <p:nvPr/>
        </p:nvSpPr>
        <p:spPr>
          <a:xfrm>
            <a:off x="481265" y="4969327"/>
            <a:ext cx="5592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研究目标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1BB6B8-C7A0-CC87-5F21-807E44DB28BF}"/>
              </a:ext>
            </a:extLst>
          </p:cNvPr>
          <p:cNvSpPr txBox="1"/>
          <p:nvPr/>
        </p:nvSpPr>
        <p:spPr>
          <a:xfrm>
            <a:off x="1348815" y="4902652"/>
            <a:ext cx="10212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构建面向混合交通流的交通信号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车辆轨迹协同优化方法，通过考虑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置信度并融入优化框架中，</a:t>
            </a:r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实现效率、能耗、舒适性与安全性的综合协调。</a:t>
            </a:r>
            <a:endParaRPr lang="zh-CN" altLang="en-US" sz="16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9799987-F9B0-C768-B517-0553C5CC7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6417" y="5525527"/>
            <a:ext cx="526884" cy="52037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097280A-4212-BEB0-7DFD-E1330481BD1A}"/>
              </a:ext>
            </a:extLst>
          </p:cNvPr>
          <p:cNvSpPr txBox="1"/>
          <p:nvPr/>
        </p:nvSpPr>
        <p:spPr>
          <a:xfrm>
            <a:off x="2164084" y="5601050"/>
            <a:ext cx="1969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置信度感知</a:t>
            </a:r>
            <a:endParaRPr lang="zh-CN" altLang="en-US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410766B-D329-CBC9-6D22-0C4EDE6E290C}"/>
              </a:ext>
            </a:extLst>
          </p:cNvPr>
          <p:cNvSpPr/>
          <p:nvPr/>
        </p:nvSpPr>
        <p:spPr>
          <a:xfrm>
            <a:off x="1441681" y="5525527"/>
            <a:ext cx="2773605" cy="520379"/>
          </a:xfrm>
          <a:prstGeom prst="roundRect">
            <a:avLst/>
          </a:prstGeom>
          <a:noFill/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54A083A-6D64-8645-B652-4DBA8A128D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2083" y="5525527"/>
            <a:ext cx="484072" cy="520379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E1D71EBB-63C1-2277-700B-C2E679958048}"/>
              </a:ext>
            </a:extLst>
          </p:cNvPr>
          <p:cNvSpPr txBox="1"/>
          <p:nvPr/>
        </p:nvSpPr>
        <p:spPr>
          <a:xfrm>
            <a:off x="5900606" y="5601050"/>
            <a:ext cx="1969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DRL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信号控制</a:t>
            </a:r>
            <a:endParaRPr lang="zh-CN" altLang="en-US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9A8F135B-2698-91F2-B3D0-3C8F7CD20687}"/>
              </a:ext>
            </a:extLst>
          </p:cNvPr>
          <p:cNvSpPr/>
          <p:nvPr/>
        </p:nvSpPr>
        <p:spPr>
          <a:xfrm>
            <a:off x="5045941" y="5525527"/>
            <a:ext cx="2773605" cy="520379"/>
          </a:xfrm>
          <a:prstGeom prst="roundRect">
            <a:avLst/>
          </a:prstGeom>
          <a:noFill/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894CD23C-C3E0-18DE-EE85-4B318B13F7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44937" y="5573930"/>
            <a:ext cx="526884" cy="423573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37576618-2609-7A79-29AA-2FE2D6E18C10}"/>
              </a:ext>
            </a:extLst>
          </p:cNvPr>
          <p:cNvSpPr txBox="1"/>
          <p:nvPr/>
        </p:nvSpPr>
        <p:spPr>
          <a:xfrm>
            <a:off x="9523002" y="5601050"/>
            <a:ext cx="1969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MPC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轨迹优化</a:t>
            </a:r>
            <a:endParaRPr lang="zh-CN" altLang="en-US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DE28D96C-CD55-CFF6-5B0C-771426E867BF}"/>
              </a:ext>
            </a:extLst>
          </p:cNvPr>
          <p:cNvSpPr/>
          <p:nvPr/>
        </p:nvSpPr>
        <p:spPr>
          <a:xfrm>
            <a:off x="8650201" y="5525527"/>
            <a:ext cx="2773605" cy="520379"/>
          </a:xfrm>
          <a:prstGeom prst="roundRect">
            <a:avLst/>
          </a:prstGeom>
          <a:noFill/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CC93ACCB-C86E-CCDD-D302-4AE85A32E8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057643"/>
              </p:ext>
            </p:extLst>
          </p:nvPr>
        </p:nvGraphicFramePr>
        <p:xfrm>
          <a:off x="1481970" y="6208617"/>
          <a:ext cx="2693026" cy="375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8000" imgH="228600" progId="Equation.DSMT4">
                  <p:embed/>
                </p:oleObj>
              </mc:Choice>
              <mc:Fallback>
                <p:oleObj name="Equation" r:id="rId8" imgW="1638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81970" y="6208617"/>
                        <a:ext cx="2693026" cy="375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F9536D5A-D0B7-AEE1-80AA-9AD79A0ED3C0}"/>
              </a:ext>
            </a:extLst>
          </p:cNvPr>
          <p:cNvCxnSpPr/>
          <p:nvPr/>
        </p:nvCxnSpPr>
        <p:spPr>
          <a:xfrm>
            <a:off x="1441681" y="6143625"/>
            <a:ext cx="2773605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885F8972-9706-6E51-C866-0D80925E58C1}"/>
              </a:ext>
            </a:extLst>
          </p:cNvPr>
          <p:cNvCxnSpPr/>
          <p:nvPr/>
        </p:nvCxnSpPr>
        <p:spPr>
          <a:xfrm>
            <a:off x="5045940" y="6143625"/>
            <a:ext cx="2773605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537BE6C8-E16F-B6B4-1810-AEE75FB193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869795"/>
              </p:ext>
            </p:extLst>
          </p:nvPr>
        </p:nvGraphicFramePr>
        <p:xfrm>
          <a:off x="5170488" y="6135688"/>
          <a:ext cx="2566987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62040" imgH="317160" progId="Equation.DSMT4">
                  <p:embed/>
                </p:oleObj>
              </mc:Choice>
              <mc:Fallback>
                <p:oleObj name="Equation" r:id="rId10" imgW="1562040" imgH="317160" progId="Equation.DSMT4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CC93ACCB-C86E-CCDD-D302-4AE85A32E8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170488" y="6135688"/>
                        <a:ext cx="2566987" cy="522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5AA0491B-3E52-FD53-71B5-E3E58A01EB9B}"/>
              </a:ext>
            </a:extLst>
          </p:cNvPr>
          <p:cNvCxnSpPr/>
          <p:nvPr/>
        </p:nvCxnSpPr>
        <p:spPr>
          <a:xfrm>
            <a:off x="8650200" y="6143625"/>
            <a:ext cx="2773605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对象 75">
            <a:extLst>
              <a:ext uri="{FF2B5EF4-FFF2-40B4-BE49-F238E27FC236}">
                <a16:creationId xmlns:a16="http://schemas.microsoft.com/office/drawing/2014/main" id="{FA432824-2668-4D40-5450-FF5CEFACB2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182611"/>
              </p:ext>
            </p:extLst>
          </p:nvPr>
        </p:nvGraphicFramePr>
        <p:xfrm>
          <a:off x="9209088" y="6137275"/>
          <a:ext cx="16287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0360" imgH="317160" progId="Equation.DSMT4">
                  <p:embed/>
                </p:oleObj>
              </mc:Choice>
              <mc:Fallback>
                <p:oleObj name="Equation" r:id="rId12" imgW="990360" imgH="317160" progId="Equation.DSMT4">
                  <p:embed/>
                  <p:pic>
                    <p:nvPicPr>
                      <p:cNvPr id="74" name="对象 73">
                        <a:extLst>
                          <a:ext uri="{FF2B5EF4-FFF2-40B4-BE49-F238E27FC236}">
                            <a16:creationId xmlns:a16="http://schemas.microsoft.com/office/drawing/2014/main" id="{537BE6C8-E16F-B6B4-1810-AEE75FB193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209088" y="6137275"/>
                        <a:ext cx="1628775" cy="522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A298C9AF-BA7B-D663-130F-520F74F5DF1C}"/>
              </a:ext>
            </a:extLst>
          </p:cNvPr>
          <p:cNvSpPr/>
          <p:nvPr/>
        </p:nvSpPr>
        <p:spPr>
          <a:xfrm>
            <a:off x="5275279" y="897337"/>
            <a:ext cx="3078886" cy="181196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B5B397C1-E7FD-2A9A-3589-0015422B2B87}"/>
              </a:ext>
            </a:extLst>
          </p:cNvPr>
          <p:cNvSpPr/>
          <p:nvPr/>
        </p:nvSpPr>
        <p:spPr>
          <a:xfrm>
            <a:off x="8744937" y="897337"/>
            <a:ext cx="3078886" cy="181196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18EEC87C-0C46-76A0-A078-93987C7D5076}"/>
              </a:ext>
            </a:extLst>
          </p:cNvPr>
          <p:cNvSpPr/>
          <p:nvPr/>
        </p:nvSpPr>
        <p:spPr>
          <a:xfrm>
            <a:off x="5275279" y="2910338"/>
            <a:ext cx="3078886" cy="181196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2F1C789D-5A51-A744-4EDD-992B040B31BD}"/>
              </a:ext>
            </a:extLst>
          </p:cNvPr>
          <p:cNvSpPr/>
          <p:nvPr/>
        </p:nvSpPr>
        <p:spPr>
          <a:xfrm>
            <a:off x="8744937" y="2910338"/>
            <a:ext cx="3078886" cy="181196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AA7F782C-956C-9C12-40C6-2ED20C5F9858}"/>
              </a:ext>
            </a:extLst>
          </p:cNvPr>
          <p:cNvSpPr/>
          <p:nvPr/>
        </p:nvSpPr>
        <p:spPr>
          <a:xfrm>
            <a:off x="5415171" y="989240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BA44F504-5431-8CBC-575E-5D96E6440335}"/>
              </a:ext>
            </a:extLst>
          </p:cNvPr>
          <p:cNvSpPr/>
          <p:nvPr/>
        </p:nvSpPr>
        <p:spPr>
          <a:xfrm>
            <a:off x="8845706" y="989240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D565B1FC-D267-2D71-17F5-C2E50E7637E3}"/>
              </a:ext>
            </a:extLst>
          </p:cNvPr>
          <p:cNvSpPr/>
          <p:nvPr/>
        </p:nvSpPr>
        <p:spPr>
          <a:xfrm>
            <a:off x="5415171" y="3021985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A979699-8FB2-5ECA-2973-530462E38E09}"/>
              </a:ext>
            </a:extLst>
          </p:cNvPr>
          <p:cNvSpPr/>
          <p:nvPr/>
        </p:nvSpPr>
        <p:spPr>
          <a:xfrm>
            <a:off x="8845706" y="3021985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E69C0E2F-B291-7BE6-6D5A-6A03D060589F}"/>
              </a:ext>
            </a:extLst>
          </p:cNvPr>
          <p:cNvSpPr txBox="1"/>
          <p:nvPr/>
        </p:nvSpPr>
        <p:spPr>
          <a:xfrm>
            <a:off x="5981178" y="1017631"/>
            <a:ext cx="1969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后向安全风险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82E5AE27-0381-7F9A-9A41-1BA3C3F992B7}"/>
              </a:ext>
            </a:extLst>
          </p:cNvPr>
          <p:cNvSpPr txBox="1"/>
          <p:nvPr/>
        </p:nvSpPr>
        <p:spPr>
          <a:xfrm>
            <a:off x="9454473" y="1017631"/>
            <a:ext cx="21063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行为差异未被利用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EB0B8E01-3B46-F85C-AED2-6E272F257F0C}"/>
              </a:ext>
            </a:extLst>
          </p:cNvPr>
          <p:cNvSpPr txBox="1"/>
          <p:nvPr/>
        </p:nvSpPr>
        <p:spPr>
          <a:xfrm>
            <a:off x="5981178" y="3037165"/>
            <a:ext cx="24737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信号轨迹目标不一致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8185D26A-BCEF-8A5C-857E-447A136544EE}"/>
              </a:ext>
            </a:extLst>
          </p:cNvPr>
          <p:cNvSpPr txBox="1"/>
          <p:nvPr/>
        </p:nvSpPr>
        <p:spPr>
          <a:xfrm>
            <a:off x="9454473" y="3037165"/>
            <a:ext cx="2543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不确定性难以融入优化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7F593A73-90EF-089B-4D40-17371DC341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31711" y="1596490"/>
            <a:ext cx="819150" cy="857250"/>
          </a:xfrm>
          <a:prstGeom prst="rect">
            <a:avLst/>
          </a:prstGeom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890A1CBB-15FB-6711-6318-DCE86E3C6D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29567" y="1706758"/>
            <a:ext cx="952500" cy="609600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58F2DD39-7017-0E5A-A452-3611F90DF94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97175" y="3596731"/>
            <a:ext cx="571500" cy="9429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6" name="墨迹 185">
                <a:extLst>
                  <a:ext uri="{FF2B5EF4-FFF2-40B4-BE49-F238E27FC236}">
                    <a16:creationId xmlns:a16="http://schemas.microsoft.com/office/drawing/2014/main" id="{B4BE3EB5-F380-3D4F-D961-4B3B11AB9EC6}"/>
                  </a:ext>
                </a:extLst>
              </p14:cNvPr>
              <p14:cNvContentPartPr/>
              <p14:nvPr/>
            </p14:nvContentPartPr>
            <p14:xfrm>
              <a:off x="5514630" y="3581295"/>
              <a:ext cx="360" cy="360"/>
            </p14:xfrm>
          </p:contentPart>
        </mc:Choice>
        <mc:Fallback xmlns="">
          <p:pic>
            <p:nvPicPr>
              <p:cNvPr id="186" name="墨迹 185">
                <a:extLst>
                  <a:ext uri="{FF2B5EF4-FFF2-40B4-BE49-F238E27FC236}">
                    <a16:creationId xmlns:a16="http://schemas.microsoft.com/office/drawing/2014/main" id="{B4BE3EB5-F380-3D4F-D961-4B3B11AB9EC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51990" y="3518295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87" name="图片 186">
            <a:extLst>
              <a:ext uri="{FF2B5EF4-FFF2-40B4-BE49-F238E27FC236}">
                <a16:creationId xmlns:a16="http://schemas.microsoft.com/office/drawing/2014/main" id="{2AD16127-0B77-2863-3829-AEF832661DA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51078" y="3687060"/>
            <a:ext cx="742950" cy="704850"/>
          </a:xfrm>
          <a:prstGeom prst="rect">
            <a:avLst/>
          </a:prstGeom>
        </p:spPr>
      </p:pic>
      <p:sp>
        <p:nvSpPr>
          <p:cNvPr id="188" name="文本框 187">
            <a:extLst>
              <a:ext uri="{FF2B5EF4-FFF2-40B4-BE49-F238E27FC236}">
                <a16:creationId xmlns:a16="http://schemas.microsoft.com/office/drawing/2014/main" id="{5A3DFDB4-8F04-01B3-8AC8-A572EBABE848}"/>
              </a:ext>
            </a:extLst>
          </p:cNvPr>
          <p:cNvSpPr txBox="1"/>
          <p:nvPr/>
        </p:nvSpPr>
        <p:spPr>
          <a:xfrm>
            <a:off x="6250860" y="1532773"/>
            <a:ext cx="19693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为节能或舒适可能提前减速，但后方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未必能及时响应，追尾风险增加。</a:t>
            </a:r>
            <a:endParaRPr lang="zh-CN" altLang="en-US" sz="14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9BAE745A-D65C-ACA7-597F-494F59F1C41C}"/>
              </a:ext>
            </a:extLst>
          </p:cNvPr>
          <p:cNvSpPr txBox="1"/>
          <p:nvPr/>
        </p:nvSpPr>
        <p:spPr>
          <a:xfrm>
            <a:off x="9835734" y="1532773"/>
            <a:ext cx="19693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不同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的跟驰稳定性差异明显，若统一保守建模，会压缩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轨迹优化空间。</a:t>
            </a:r>
            <a:endParaRPr lang="zh-CN" altLang="en-US" sz="14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FF55CB32-9C09-55AD-D107-73736CA5D520}"/>
              </a:ext>
            </a:extLst>
          </p:cNvPr>
          <p:cNvSpPr txBox="1"/>
          <p:nvPr/>
        </p:nvSpPr>
        <p:spPr>
          <a:xfrm>
            <a:off x="6250860" y="3533934"/>
            <a:ext cx="19693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信号关注整体效率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轨迹关注单车能耗、舒适性与安全，二者需要协同。</a:t>
            </a:r>
            <a:endParaRPr lang="zh-CN" altLang="en-US" sz="14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659A4251-8F4A-C15A-4D95-F2E1843DA0BE}"/>
              </a:ext>
            </a:extLst>
          </p:cNvPr>
          <p:cNvSpPr txBox="1"/>
          <p:nvPr/>
        </p:nvSpPr>
        <p:spPr>
          <a:xfrm>
            <a:off x="9835734" y="3533934"/>
            <a:ext cx="19693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若将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未来行为视为确定值会低估风险，若过度保守又会牺牲效率与节能效果。</a:t>
            </a:r>
            <a:endParaRPr lang="zh-CN" altLang="en-US" sz="14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B10F409-7B24-A28F-2B0D-DB315411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5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8496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0BA02-EABD-2B82-3A1C-8129B1874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AA6ECF8C-2823-5DBC-D741-D95B0B17B5C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4ACFB9C-74F3-889B-8397-941ED202D479}"/>
              </a:ext>
            </a:extLst>
          </p:cNvPr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406FB35-0573-285E-496C-B8EAC43323BE}"/>
              </a:ext>
            </a:extLst>
          </p:cNvPr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8C6EA14-4CB5-343B-0D02-08ED7AB1C857}"/>
                </a:ext>
              </a:extLst>
            </p:cNvPr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1F6C660-4036-6307-A557-8601D7601EE5}"/>
                </a:ext>
              </a:extLst>
            </p:cNvPr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5C5AA2D-ECA8-77B2-1F0D-5661DCF52F97}"/>
              </a:ext>
            </a:extLst>
          </p:cNvPr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研究框架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57E17A-CDD0-C7F0-A585-E2C81CD3DD5B}"/>
              </a:ext>
            </a:extLst>
          </p:cNvPr>
          <p:cNvSpPr/>
          <p:nvPr/>
        </p:nvSpPr>
        <p:spPr>
          <a:xfrm>
            <a:off x="3039173" y="3612031"/>
            <a:ext cx="2469194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Framework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E4F7ADD-7FC9-0814-EECF-8E93DBF8D1A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331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A70A1-50E7-0F22-6106-B77B309B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6E2AD9E6-7581-B93F-E587-51181B64F009}"/>
              </a:ext>
            </a:extLst>
          </p:cNvPr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5" name="圆角矩形 4">
              <a:extLst>
                <a:ext uri="{FF2B5EF4-FFF2-40B4-BE49-F238E27FC236}">
                  <a16:creationId xmlns:a16="http://schemas.microsoft.com/office/drawing/2014/main" id="{A17C0F8C-17D5-5C8B-47EE-3CD0C8733D78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B77EE36-FDED-544D-8488-0102F3635710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F0FAC9D-6650-2EEB-B356-5C71D2CF1457}"/>
              </a:ext>
            </a:extLst>
          </p:cNvPr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研究框架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F4C1982-3167-60A1-E036-778398B878CC}"/>
              </a:ext>
            </a:extLst>
          </p:cNvPr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A469622D-5FDF-8068-8D6D-FEF9CE7CFFEE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834BF301-F762-5CB8-A89F-0589A703EBFF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6A70CFF-E8B6-0562-1FDD-59FCB0687F82}"/>
                </a:ext>
              </a:extLst>
            </p:cNvPr>
            <p:cNvSpPr/>
            <p:nvPr/>
          </p:nvSpPr>
          <p:spPr>
            <a:xfrm>
              <a:off x="2695067" y="239783"/>
              <a:ext cx="170180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Framework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780E54B9-803B-892E-A9A7-0D682C80DE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5472CEE-7DB3-7643-4EF1-2432D09F0B70}"/>
              </a:ext>
            </a:extLst>
          </p:cNvPr>
          <p:cNvSpPr txBox="1"/>
          <p:nvPr/>
        </p:nvSpPr>
        <p:spPr>
          <a:xfrm>
            <a:off x="447675" y="858815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考虑</a:t>
            </a:r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置信度的信号</a:t>
            </a:r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轨迹协同优化框架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88DE24B-9FA6-CF1B-5355-0E4563EDDFF8}"/>
              </a:ext>
            </a:extLst>
          </p:cNvPr>
          <p:cNvCxnSpPr/>
          <p:nvPr/>
        </p:nvCxnSpPr>
        <p:spPr>
          <a:xfrm>
            <a:off x="552024" y="1277975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考虑HDV置信度的信号-轨迹协同优化研究框架">
            <a:extLst>
              <a:ext uri="{FF2B5EF4-FFF2-40B4-BE49-F238E27FC236}">
                <a16:creationId xmlns:a16="http://schemas.microsoft.com/office/drawing/2014/main" id="{D9E30548-EE86-35FF-FE01-BDA3CE56EF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88"/>
          <a:stretch>
            <a:fillRect/>
          </a:stretch>
        </p:blipFill>
        <p:spPr>
          <a:xfrm>
            <a:off x="828985" y="1428060"/>
            <a:ext cx="10238195" cy="5183531"/>
          </a:xfrm>
          <a:prstGeom prst="rect">
            <a:avLst/>
          </a:prstGeom>
          <a:effectLst/>
        </p:spPr>
      </p:pic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4969016-7D01-CC35-7F67-744E24686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7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3020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7616C-3815-E74C-1BEE-D593E340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28B48607-A048-E57C-B05B-CEC817A039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BED13BC-F71A-6EBA-189E-AA33B88CA5A8}"/>
              </a:ext>
            </a:extLst>
          </p:cNvPr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BD5F217-64FD-8EAC-0E90-FC9AC7B55C65}"/>
              </a:ext>
            </a:extLst>
          </p:cNvPr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B223EEF-5C92-97D9-B6EB-A9B8A5E221B9}"/>
                </a:ext>
              </a:extLst>
            </p:cNvPr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DA1D435-A9DD-F8E0-3741-46EDD0BB62F4}"/>
                </a:ext>
              </a:extLst>
            </p:cNvPr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17DF63F0-EDBE-26ED-7A76-D18D5EE83E31}"/>
              </a:ext>
            </a:extLst>
          </p:cNvPr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8F9424-3439-3D6A-60DA-3BF5D54B255E}"/>
              </a:ext>
            </a:extLst>
          </p:cNvPr>
          <p:cNvSpPr/>
          <p:nvPr/>
        </p:nvSpPr>
        <p:spPr>
          <a:xfrm>
            <a:off x="3033718" y="3612031"/>
            <a:ext cx="2128139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Content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E3D6EB9-273C-1D37-572A-BC7FEEED98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33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86A90-4A2E-9B5B-C2D5-FB438AA10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55F54FB-02A3-B8F7-7EE7-8CC0AAEFD218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8BA0FEE-A441-6F7A-2830-DD8A82D1F8B1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1C782CC1-759A-298C-FE12-D0166188F4C2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C2DEF3FD-0F39-EDA3-A299-881178B10E24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1D2E7CD-8CAA-8C6A-72FB-2F1951F17500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53CD5A64-7E14-6AC5-CFA6-2358521BAA1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87D9E869-65C6-6698-922C-9C35904783B3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AD58CFAF-23D4-C189-3CDB-44A175A2F72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D6F23D4C-EBA6-2CD8-C8B0-C588A36D2763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A9F6F18-C73F-7846-89F2-FDEC32A246ED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研究对象、场景定义与基本假设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6FA61A2E-190C-3840-75C9-A25EE84B1511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611E2B79-EB30-471F-18D1-8F8E4550D6F0}"/>
              </a:ext>
            </a:extLst>
          </p:cNvPr>
          <p:cNvSpPr/>
          <p:nvPr/>
        </p:nvSpPr>
        <p:spPr>
          <a:xfrm>
            <a:off x="195034" y="1449580"/>
            <a:ext cx="5900965" cy="498133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BC7D32D4-5131-DEEB-AFD8-2777BF1341A5}"/>
              </a:ext>
            </a:extLst>
          </p:cNvPr>
          <p:cNvSpPr/>
          <p:nvPr/>
        </p:nvSpPr>
        <p:spPr>
          <a:xfrm>
            <a:off x="6291035" y="1449579"/>
            <a:ext cx="5705931" cy="1723055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E1967C5A-5249-9016-B2FF-466987BB55A0}"/>
              </a:ext>
            </a:extLst>
          </p:cNvPr>
          <p:cNvSpPr/>
          <p:nvPr/>
        </p:nvSpPr>
        <p:spPr>
          <a:xfrm>
            <a:off x="352425" y="1633191"/>
            <a:ext cx="2847975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研究场景：十字交叉口</a:t>
            </a: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A9268762-C0DF-7B04-35A8-B0337DF835D4}"/>
              </a:ext>
            </a:extLst>
          </p:cNvPr>
          <p:cNvGrpSpPr/>
          <p:nvPr/>
        </p:nvGrpSpPr>
        <p:grpSpPr>
          <a:xfrm>
            <a:off x="920294" y="2122988"/>
            <a:ext cx="4204155" cy="4264674"/>
            <a:chOff x="2667000" y="0"/>
            <a:chExt cx="6877050" cy="6976045"/>
          </a:xfrm>
        </p:grpSpPr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40CDAB08-1941-6B0B-DA19-96547D854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ECB0E899-ACD9-517E-E616-5A10FC96EE69}"/>
                </a:ext>
              </a:extLst>
            </p:cNvPr>
            <p:cNvSpPr/>
            <p:nvPr/>
          </p:nvSpPr>
          <p:spPr>
            <a:xfrm>
              <a:off x="2667000" y="0"/>
              <a:ext cx="2328863" cy="225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603DFDCA-D600-5D66-3164-59AE91F5710B}"/>
                </a:ext>
              </a:extLst>
            </p:cNvPr>
            <p:cNvSpPr/>
            <p:nvPr/>
          </p:nvSpPr>
          <p:spPr>
            <a:xfrm>
              <a:off x="7410224" y="0"/>
              <a:ext cx="2133826" cy="225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CA3FC720-F2BB-AE6A-2592-8284B7636262}"/>
                </a:ext>
              </a:extLst>
            </p:cNvPr>
            <p:cNvSpPr/>
            <p:nvPr/>
          </p:nvSpPr>
          <p:spPr>
            <a:xfrm>
              <a:off x="2667000" y="4725764"/>
              <a:ext cx="2328863" cy="225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7379D622-A55E-0425-712F-19A7A7F1E15E}"/>
                </a:ext>
              </a:extLst>
            </p:cNvPr>
            <p:cNvSpPr/>
            <p:nvPr/>
          </p:nvSpPr>
          <p:spPr>
            <a:xfrm>
              <a:off x="7410224" y="4725764"/>
              <a:ext cx="2133826" cy="225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856FBD4E-D869-D217-0F03-3F2B8964E67A}"/>
                </a:ext>
              </a:extLst>
            </p:cNvPr>
            <p:cNvSpPr/>
            <p:nvPr/>
          </p:nvSpPr>
          <p:spPr>
            <a:xfrm>
              <a:off x="5740400" y="3505200"/>
              <a:ext cx="1625600" cy="1196975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F6661C22-3770-B309-5A43-796350CA3560}"/>
                </a:ext>
              </a:extLst>
            </p:cNvPr>
            <p:cNvSpPr/>
            <p:nvPr/>
          </p:nvSpPr>
          <p:spPr>
            <a:xfrm>
              <a:off x="5892165" y="4702175"/>
              <a:ext cx="45719" cy="1168231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F2222C78-6FB3-DCAC-DE42-D928C0665DA8}"/>
                </a:ext>
              </a:extLst>
            </p:cNvPr>
            <p:cNvSpPr/>
            <p:nvPr/>
          </p:nvSpPr>
          <p:spPr>
            <a:xfrm>
              <a:off x="6346190" y="4702175"/>
              <a:ext cx="45719" cy="1168231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1AE8D98C-48BD-1E66-B531-F7C3D575B839}"/>
                    </a:ext>
                  </a:extLst>
                </p14:cNvPr>
                <p14:cNvContentPartPr/>
                <p14:nvPr/>
              </p14:nvContentPartPr>
              <p14:xfrm>
                <a:off x="6324420" y="5220915"/>
                <a:ext cx="133200" cy="82440"/>
              </p14:xfrm>
            </p:contentPart>
          </mc:Choice>
          <mc:Fallback xmlns=""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1AE8D98C-48BD-1E66-B531-F7C3D575B83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09685" y="5206298"/>
                  <a:ext cx="162080" cy="111089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89" name="图片 88">
              <a:extLst>
                <a:ext uri="{FF2B5EF4-FFF2-40B4-BE49-F238E27FC236}">
                  <a16:creationId xmlns:a16="http://schemas.microsoft.com/office/drawing/2014/main" id="{C254F3A8-ECA6-6977-BB37-01FD8FFD3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6200000">
              <a:off x="6038442" y="5599932"/>
              <a:ext cx="645957" cy="227673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CC945C61-B29E-BD8E-3636-8DE3E6562767}"/>
                  </a:ext>
                </a:extLst>
              </p14:cNvPr>
              <p14:cNvContentPartPr/>
              <p14:nvPr/>
            </p14:nvContentPartPr>
            <p14:xfrm>
              <a:off x="2864790" y="5566523"/>
              <a:ext cx="74520" cy="77760"/>
            </p14:xfrm>
          </p:contentPart>
        </mc:Choice>
        <mc:Fallback xmlns=""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CC945C61-B29E-BD8E-3636-8DE3E656276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56150" y="5557883"/>
                <a:ext cx="921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138DE3FD-CF07-1505-8FFE-C69EF6CB37E7}"/>
                  </a:ext>
                </a:extLst>
              </p14:cNvPr>
              <p14:cNvContentPartPr/>
              <p14:nvPr/>
            </p14:nvContentPartPr>
            <p14:xfrm>
              <a:off x="3119310" y="5685323"/>
              <a:ext cx="50400" cy="32040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138DE3FD-CF07-1505-8FFE-C69EF6CB37E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83310" y="5649323"/>
                <a:ext cx="12204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28C62862-29AA-D1A5-4DCF-B3828251D0B0}"/>
                  </a:ext>
                </a:extLst>
              </p14:cNvPr>
              <p14:cNvContentPartPr/>
              <p14:nvPr/>
            </p14:nvContentPartPr>
            <p14:xfrm>
              <a:off x="2905110" y="5581643"/>
              <a:ext cx="360" cy="360"/>
            </p14:xfrm>
          </p:contentPart>
        </mc:Choice>
        <mc:Fallback xmlns=""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28C62862-29AA-D1A5-4DCF-B3828251D0B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69110" y="5545643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EDC45882-C251-6A48-D397-07152BF9E444}"/>
                  </a:ext>
                </a:extLst>
              </p14:cNvPr>
              <p14:cNvContentPartPr/>
              <p14:nvPr/>
            </p14:nvContentPartPr>
            <p14:xfrm>
              <a:off x="3185550" y="5843363"/>
              <a:ext cx="49680" cy="162360"/>
            </p14:xfrm>
          </p:contentPart>
        </mc:Choice>
        <mc:Fallback xmlns=""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EDC45882-C251-6A48-D397-07152BF9E44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49910" y="5807363"/>
                <a:ext cx="12132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3F330708-97D7-92BC-B321-0141DE8CB90E}"/>
                  </a:ext>
                </a:extLst>
              </p14:cNvPr>
              <p14:cNvContentPartPr/>
              <p14:nvPr/>
            </p14:nvContentPartPr>
            <p14:xfrm>
              <a:off x="3250350" y="5676323"/>
              <a:ext cx="9720" cy="146520"/>
            </p14:xfrm>
          </p:contentPart>
        </mc:Choice>
        <mc:Fallback xmlns=""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3F330708-97D7-92BC-B321-0141DE8CB90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41350" y="5667323"/>
                <a:ext cx="27360" cy="1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24B64B98-0770-DBBE-04C5-49A9BED5078E}"/>
              </a:ext>
            </a:extLst>
          </p:cNvPr>
          <p:cNvGrpSpPr/>
          <p:nvPr/>
        </p:nvGrpSpPr>
        <p:grpSpPr>
          <a:xfrm>
            <a:off x="3245310" y="5655443"/>
            <a:ext cx="17280" cy="14400"/>
            <a:chOff x="3245310" y="5655443"/>
            <a:chExt cx="17280" cy="1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9" name="墨迹 98">
                  <a:extLst>
                    <a:ext uri="{FF2B5EF4-FFF2-40B4-BE49-F238E27FC236}">
                      <a16:creationId xmlns:a16="http://schemas.microsoft.com/office/drawing/2014/main" id="{298DCA50-40EE-9B50-FE17-28FEBC17E582}"/>
                    </a:ext>
                  </a:extLst>
                </p14:cNvPr>
                <p14:cNvContentPartPr/>
                <p14:nvPr/>
              </p14:nvContentPartPr>
              <p14:xfrm>
                <a:off x="3245310" y="5655443"/>
                <a:ext cx="720" cy="360"/>
              </p14:xfrm>
            </p:contentPart>
          </mc:Choice>
          <mc:Fallback xmlns="">
            <p:pic>
              <p:nvPicPr>
                <p:cNvPr id="99" name="墨迹 98">
                  <a:extLst>
                    <a:ext uri="{FF2B5EF4-FFF2-40B4-BE49-F238E27FC236}">
                      <a16:creationId xmlns:a16="http://schemas.microsoft.com/office/drawing/2014/main" id="{298DCA50-40EE-9B50-FE17-28FEBC17E5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36670" y="5646443"/>
                  <a:ext cx="18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C8AB33DC-2FFC-D662-776F-5CE9447438ED}"/>
                    </a:ext>
                  </a:extLst>
                </p14:cNvPr>
                <p14:cNvContentPartPr/>
                <p14:nvPr/>
              </p14:nvContentPartPr>
              <p14:xfrm>
                <a:off x="3255030" y="5669483"/>
                <a:ext cx="360" cy="360"/>
              </p14:xfrm>
            </p:contentPart>
          </mc:Choice>
          <mc:Fallback xmlns=""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C8AB33DC-2FFC-D662-776F-5CE9447438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46030" y="566084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E2F6AE31-FFA1-A429-3E78-D4DD357BCDCE}"/>
                    </a:ext>
                  </a:extLst>
                </p14:cNvPr>
                <p14:cNvContentPartPr/>
                <p14:nvPr/>
              </p14:nvContentPartPr>
              <p14:xfrm>
                <a:off x="3257190" y="5669483"/>
                <a:ext cx="360" cy="360"/>
              </p14:xfrm>
            </p:contentPart>
          </mc:Choice>
          <mc:Fallback xmlns=""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E2F6AE31-FFA1-A429-3E78-D4DD357BCD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48550" y="566084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00B55C03-6ED9-89BB-F7B7-134836F71D5D}"/>
                    </a:ext>
                  </a:extLst>
                </p14:cNvPr>
                <p14:cNvContentPartPr/>
                <p14:nvPr/>
              </p14:nvContentPartPr>
              <p14:xfrm>
                <a:off x="3262230" y="5660123"/>
                <a:ext cx="360" cy="360"/>
              </p14:xfrm>
            </p:contentPart>
          </mc:Choice>
          <mc:Fallback xmlns=""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00B55C03-6ED9-89BB-F7B7-134836F71D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53230" y="56511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3975F41B-8825-AEFA-12DE-3EA17DB0E840}"/>
                    </a:ext>
                  </a:extLst>
                </p14:cNvPr>
                <p14:cNvContentPartPr/>
                <p14:nvPr/>
              </p14:nvContentPartPr>
              <p14:xfrm>
                <a:off x="3259710" y="5657603"/>
                <a:ext cx="360" cy="360"/>
              </p14:xfrm>
            </p:contentPart>
          </mc:Choice>
          <mc:Fallback xmlns=""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3975F41B-8825-AEFA-12DE-3EA17DB0E84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51070" y="56489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04" name="墨迹 103">
                  <a:extLst>
                    <a:ext uri="{FF2B5EF4-FFF2-40B4-BE49-F238E27FC236}">
                      <a16:creationId xmlns:a16="http://schemas.microsoft.com/office/drawing/2014/main" id="{0ED51B4A-1E49-72D8-27BE-F39F7DC0D5F7}"/>
                    </a:ext>
                  </a:extLst>
                </p14:cNvPr>
                <p14:cNvContentPartPr/>
                <p14:nvPr/>
              </p14:nvContentPartPr>
              <p14:xfrm>
                <a:off x="3255030" y="5657603"/>
                <a:ext cx="360" cy="360"/>
              </p14:xfrm>
            </p:contentPart>
          </mc:Choice>
          <mc:Fallback xmlns="">
            <p:pic>
              <p:nvPicPr>
                <p:cNvPr id="104" name="墨迹 103">
                  <a:extLst>
                    <a:ext uri="{FF2B5EF4-FFF2-40B4-BE49-F238E27FC236}">
                      <a16:creationId xmlns:a16="http://schemas.microsoft.com/office/drawing/2014/main" id="{0ED51B4A-1E49-72D8-27BE-F39F7DC0D5F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46030" y="56489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7" name="图形 106">
            <a:extLst>
              <a:ext uri="{FF2B5EF4-FFF2-40B4-BE49-F238E27FC236}">
                <a16:creationId xmlns:a16="http://schemas.microsoft.com/office/drawing/2014/main" id="{A9E21EE0-DCC6-7225-3993-62E802ACAF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5400000">
            <a:off x="1570967" y="4639557"/>
            <a:ext cx="205529" cy="308522"/>
          </a:xfrm>
          <a:prstGeom prst="rect">
            <a:avLst/>
          </a:prstGeom>
        </p:spPr>
      </p:pic>
      <p:pic>
        <p:nvPicPr>
          <p:cNvPr id="110" name="图形 109">
            <a:extLst>
              <a:ext uri="{FF2B5EF4-FFF2-40B4-BE49-F238E27FC236}">
                <a16:creationId xmlns:a16="http://schemas.microsoft.com/office/drawing/2014/main" id="{C21752F7-4529-12E6-15B6-CA4F0A7A8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 rot="5400000">
            <a:off x="1065420" y="4640758"/>
            <a:ext cx="168318" cy="305641"/>
          </a:xfrm>
          <a:prstGeom prst="rect">
            <a:avLst/>
          </a:prstGeom>
        </p:spPr>
      </p:pic>
      <p:pic>
        <p:nvPicPr>
          <p:cNvPr id="111" name="图形 110">
            <a:extLst>
              <a:ext uri="{FF2B5EF4-FFF2-40B4-BE49-F238E27FC236}">
                <a16:creationId xmlns:a16="http://schemas.microsoft.com/office/drawing/2014/main" id="{31B65AC4-3D09-B3C1-7005-BA6B7C0592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 rot="5400000">
            <a:off x="1261550" y="4405312"/>
            <a:ext cx="168318" cy="305641"/>
          </a:xfrm>
          <a:prstGeom prst="rect">
            <a:avLst/>
          </a:prstGeom>
        </p:spPr>
      </p:pic>
      <p:pic>
        <p:nvPicPr>
          <p:cNvPr id="112" name="图形 111">
            <a:extLst>
              <a:ext uri="{FF2B5EF4-FFF2-40B4-BE49-F238E27FC236}">
                <a16:creationId xmlns:a16="http://schemas.microsoft.com/office/drawing/2014/main" id="{627649D0-DEFE-5FCB-76AF-01E318AFEF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5400000">
            <a:off x="1088683" y="4183384"/>
            <a:ext cx="205529" cy="308522"/>
          </a:xfrm>
          <a:prstGeom prst="rect">
            <a:avLst/>
          </a:prstGeom>
        </p:spPr>
      </p:pic>
      <p:pic>
        <p:nvPicPr>
          <p:cNvPr id="113" name="图形 112">
            <a:extLst>
              <a:ext uri="{FF2B5EF4-FFF2-40B4-BE49-F238E27FC236}">
                <a16:creationId xmlns:a16="http://schemas.microsoft.com/office/drawing/2014/main" id="{8EA835B0-6717-D33E-10BC-AB0E8F27E7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16200000">
            <a:off x="4614805" y="3962216"/>
            <a:ext cx="205529" cy="308522"/>
          </a:xfrm>
          <a:prstGeom prst="rect">
            <a:avLst/>
          </a:prstGeom>
        </p:spPr>
      </p:pic>
      <p:pic>
        <p:nvPicPr>
          <p:cNvPr id="114" name="图形 113">
            <a:extLst>
              <a:ext uri="{FF2B5EF4-FFF2-40B4-BE49-F238E27FC236}">
                <a16:creationId xmlns:a16="http://schemas.microsoft.com/office/drawing/2014/main" id="{A6B926CD-C45F-8B2C-609D-829C5E0DC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 rot="16200000">
            <a:off x="4326328" y="3743609"/>
            <a:ext cx="168318" cy="305641"/>
          </a:xfrm>
          <a:prstGeom prst="rect">
            <a:avLst/>
          </a:prstGeom>
        </p:spPr>
      </p:pic>
      <p:pic>
        <p:nvPicPr>
          <p:cNvPr id="115" name="图形 114">
            <a:extLst>
              <a:ext uri="{FF2B5EF4-FFF2-40B4-BE49-F238E27FC236}">
                <a16:creationId xmlns:a16="http://schemas.microsoft.com/office/drawing/2014/main" id="{F3B7EBAD-4235-7DA3-34CE-18E9B0493B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>
            <a:off x="3301983" y="5595322"/>
            <a:ext cx="205529" cy="308522"/>
          </a:xfrm>
          <a:prstGeom prst="rect">
            <a:avLst/>
          </a:prstGeom>
        </p:spPr>
      </p:pic>
      <p:pic>
        <p:nvPicPr>
          <p:cNvPr id="116" name="图形 115">
            <a:extLst>
              <a:ext uri="{FF2B5EF4-FFF2-40B4-BE49-F238E27FC236}">
                <a16:creationId xmlns:a16="http://schemas.microsoft.com/office/drawing/2014/main" id="{A25D8621-D807-654B-214E-D90679AD97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>
            <a:off x="3085802" y="5425676"/>
            <a:ext cx="168318" cy="305641"/>
          </a:xfrm>
          <a:prstGeom prst="rect">
            <a:avLst/>
          </a:prstGeom>
        </p:spPr>
      </p:pic>
      <p:pic>
        <p:nvPicPr>
          <p:cNvPr id="117" name="图形 116">
            <a:extLst>
              <a:ext uri="{FF2B5EF4-FFF2-40B4-BE49-F238E27FC236}">
                <a16:creationId xmlns:a16="http://schemas.microsoft.com/office/drawing/2014/main" id="{F3FEDE4B-9F3E-174C-D76C-A0EE40E76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>
            <a:off x="3556166" y="5401339"/>
            <a:ext cx="168318" cy="305641"/>
          </a:xfrm>
          <a:prstGeom prst="rect">
            <a:avLst/>
          </a:prstGeom>
        </p:spPr>
      </p:pic>
      <p:pic>
        <p:nvPicPr>
          <p:cNvPr id="118" name="图形 117">
            <a:extLst>
              <a:ext uri="{FF2B5EF4-FFF2-40B4-BE49-F238E27FC236}">
                <a16:creationId xmlns:a16="http://schemas.microsoft.com/office/drawing/2014/main" id="{8FBFCFD1-56B6-4F27-DD48-537F7E7D84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>
            <a:off x="3556166" y="5903844"/>
            <a:ext cx="168318" cy="305641"/>
          </a:xfrm>
          <a:prstGeom prst="rect">
            <a:avLst/>
          </a:prstGeom>
        </p:spPr>
      </p:pic>
      <p:pic>
        <p:nvPicPr>
          <p:cNvPr id="119" name="图形 118">
            <a:extLst>
              <a:ext uri="{FF2B5EF4-FFF2-40B4-BE49-F238E27FC236}">
                <a16:creationId xmlns:a16="http://schemas.microsoft.com/office/drawing/2014/main" id="{D91A4C16-0B7C-9C99-62E4-E286193E8F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10800000">
            <a:off x="2385050" y="2742028"/>
            <a:ext cx="205529" cy="308522"/>
          </a:xfrm>
          <a:prstGeom prst="rect">
            <a:avLst/>
          </a:prstGeom>
        </p:spPr>
      </p:pic>
      <p:pic>
        <p:nvPicPr>
          <p:cNvPr id="120" name="图形 119">
            <a:extLst>
              <a:ext uri="{FF2B5EF4-FFF2-40B4-BE49-F238E27FC236}">
                <a16:creationId xmlns:a16="http://schemas.microsoft.com/office/drawing/2014/main" id="{1604B73F-0EEF-03D5-FF64-1D51297CD4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 rot="10800000">
            <a:off x="2639233" y="2548045"/>
            <a:ext cx="168318" cy="305641"/>
          </a:xfrm>
          <a:prstGeom prst="rect">
            <a:avLst/>
          </a:prstGeom>
        </p:spPr>
      </p:pic>
      <p:pic>
        <p:nvPicPr>
          <p:cNvPr id="121" name="图形 120">
            <a:extLst>
              <a:ext uri="{FF2B5EF4-FFF2-40B4-BE49-F238E27FC236}">
                <a16:creationId xmlns:a16="http://schemas.microsoft.com/office/drawing/2014/main" id="{D821C5EC-5D99-8793-90BE-53CD39F962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10800000">
            <a:off x="2385050" y="2240472"/>
            <a:ext cx="205529" cy="308522"/>
          </a:xfrm>
          <a:prstGeom prst="rect">
            <a:avLst/>
          </a:prstGeom>
        </p:spPr>
      </p:pic>
      <p:pic>
        <p:nvPicPr>
          <p:cNvPr id="122" name="图形 121">
            <a:extLst>
              <a:ext uri="{FF2B5EF4-FFF2-40B4-BE49-F238E27FC236}">
                <a16:creationId xmlns:a16="http://schemas.microsoft.com/office/drawing/2014/main" id="{0385A22E-F248-81AD-869F-8919D8FED8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10800000">
            <a:off x="2859109" y="2502299"/>
            <a:ext cx="205529" cy="308522"/>
          </a:xfrm>
          <a:prstGeom prst="rect">
            <a:avLst/>
          </a:prstGeom>
        </p:spPr>
      </p:pic>
      <p:pic>
        <p:nvPicPr>
          <p:cNvPr id="123" name="图形 122">
            <a:extLst>
              <a:ext uri="{FF2B5EF4-FFF2-40B4-BE49-F238E27FC236}">
                <a16:creationId xmlns:a16="http://schemas.microsoft.com/office/drawing/2014/main" id="{73507C60-86D7-10AC-601C-1A758883F1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 rot="5400000">
            <a:off x="527657" y="2501621"/>
            <a:ext cx="250060" cy="454073"/>
          </a:xfrm>
          <a:prstGeom prst="rect">
            <a:avLst/>
          </a:prstGeom>
        </p:spPr>
      </p:pic>
      <p:pic>
        <p:nvPicPr>
          <p:cNvPr id="124" name="图形 123">
            <a:extLst>
              <a:ext uri="{FF2B5EF4-FFF2-40B4-BE49-F238E27FC236}">
                <a16:creationId xmlns:a16="http://schemas.microsoft.com/office/drawing/2014/main" id="{191B4D2E-EE58-470A-7DBE-69E388160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5400000">
            <a:off x="489792" y="2158199"/>
            <a:ext cx="305343" cy="458354"/>
          </a:xfrm>
          <a:prstGeom prst="rect">
            <a:avLst/>
          </a:prstGeom>
        </p:spPr>
      </p:pic>
      <p:pic>
        <p:nvPicPr>
          <p:cNvPr id="125" name="图片 124">
            <a:extLst>
              <a:ext uri="{FF2B5EF4-FFF2-40B4-BE49-F238E27FC236}">
                <a16:creationId xmlns:a16="http://schemas.microsoft.com/office/drawing/2014/main" id="{6B245757-7333-B041-1D99-6297731957C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36082" y="3963628"/>
            <a:ext cx="314325" cy="600075"/>
          </a:xfrm>
          <a:prstGeom prst="rect">
            <a:avLst/>
          </a:prstGeom>
        </p:spPr>
      </p:pic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1549A465-9040-9976-4F20-71B9129C067D}"/>
              </a:ext>
            </a:extLst>
          </p:cNvPr>
          <p:cNvCxnSpPr/>
          <p:nvPr/>
        </p:nvCxnSpPr>
        <p:spPr>
          <a:xfrm>
            <a:off x="1938385" y="4219242"/>
            <a:ext cx="0" cy="778332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A10C1CAD-5281-3FCB-E6DD-3EFF125C6035}"/>
              </a:ext>
            </a:extLst>
          </p:cNvPr>
          <p:cNvCxnSpPr/>
          <p:nvPr/>
        </p:nvCxnSpPr>
        <p:spPr>
          <a:xfrm>
            <a:off x="4160885" y="3490220"/>
            <a:ext cx="0" cy="778332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459BC7F5-91CB-C9B3-E3E2-EEB307A13C5E}"/>
              </a:ext>
            </a:extLst>
          </p:cNvPr>
          <p:cNvCxnSpPr>
            <a:cxnSpLocks/>
          </p:cNvCxnSpPr>
          <p:nvPr/>
        </p:nvCxnSpPr>
        <p:spPr>
          <a:xfrm flipH="1">
            <a:off x="3034210" y="5401339"/>
            <a:ext cx="73134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05D417B0-AD00-7942-6B83-216D5B0F87B4}"/>
              </a:ext>
            </a:extLst>
          </p:cNvPr>
          <p:cNvCxnSpPr>
            <a:cxnSpLocks/>
          </p:cNvCxnSpPr>
          <p:nvPr/>
        </p:nvCxnSpPr>
        <p:spPr>
          <a:xfrm flipH="1">
            <a:off x="2358296" y="3104580"/>
            <a:ext cx="73134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C83725E9-359C-54F1-42FB-C8B36D62098D}"/>
              </a:ext>
            </a:extLst>
          </p:cNvPr>
          <p:cNvCxnSpPr>
            <a:cxnSpLocks/>
          </p:cNvCxnSpPr>
          <p:nvPr/>
        </p:nvCxnSpPr>
        <p:spPr>
          <a:xfrm flipH="1">
            <a:off x="456774" y="3048000"/>
            <a:ext cx="414867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CC614054-9946-1500-85BE-805FC3A11CB1}"/>
              </a:ext>
            </a:extLst>
          </p:cNvPr>
          <p:cNvCxnSpPr/>
          <p:nvPr/>
        </p:nvCxnSpPr>
        <p:spPr>
          <a:xfrm>
            <a:off x="299553" y="5106154"/>
            <a:ext cx="1638832" cy="0"/>
          </a:xfrm>
          <a:prstGeom prst="straightConnector1">
            <a:avLst/>
          </a:prstGeom>
          <a:ln w="28575">
            <a:solidFill>
              <a:srgbClr val="01492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1FD9E8E6-0E4A-45B1-6E9C-6144EC92F6C5}"/>
              </a:ext>
            </a:extLst>
          </p:cNvPr>
          <p:cNvCxnSpPr/>
          <p:nvPr/>
        </p:nvCxnSpPr>
        <p:spPr>
          <a:xfrm>
            <a:off x="4160885" y="3419946"/>
            <a:ext cx="1638832" cy="0"/>
          </a:xfrm>
          <a:prstGeom prst="straightConnector1">
            <a:avLst/>
          </a:prstGeom>
          <a:ln w="28575">
            <a:solidFill>
              <a:srgbClr val="01492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6C2C03DF-EF1F-6473-4528-9BF086A49F57}"/>
              </a:ext>
            </a:extLst>
          </p:cNvPr>
          <p:cNvCxnSpPr>
            <a:cxnSpLocks/>
          </p:cNvCxnSpPr>
          <p:nvPr/>
        </p:nvCxnSpPr>
        <p:spPr>
          <a:xfrm>
            <a:off x="2206406" y="2049541"/>
            <a:ext cx="0" cy="1090613"/>
          </a:xfrm>
          <a:prstGeom prst="straightConnector1">
            <a:avLst/>
          </a:prstGeom>
          <a:ln w="28575">
            <a:solidFill>
              <a:srgbClr val="01492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B7E75977-E05A-FBB5-4873-8BA82B625908}"/>
              </a:ext>
            </a:extLst>
          </p:cNvPr>
          <p:cNvCxnSpPr>
            <a:cxnSpLocks/>
          </p:cNvCxnSpPr>
          <p:nvPr/>
        </p:nvCxnSpPr>
        <p:spPr>
          <a:xfrm>
            <a:off x="3935618" y="5365094"/>
            <a:ext cx="0" cy="1065816"/>
          </a:xfrm>
          <a:prstGeom prst="straightConnector1">
            <a:avLst/>
          </a:prstGeom>
          <a:ln w="28575">
            <a:solidFill>
              <a:srgbClr val="01492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18EA48A4-3C81-D208-3EC2-E45A5547817D}"/>
              </a:ext>
            </a:extLst>
          </p:cNvPr>
          <p:cNvCxnSpPr/>
          <p:nvPr/>
        </p:nvCxnSpPr>
        <p:spPr>
          <a:xfrm>
            <a:off x="5799717" y="3328987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C851AE2F-C324-9E15-F010-5722836BC901}"/>
              </a:ext>
            </a:extLst>
          </p:cNvPr>
          <p:cNvCxnSpPr/>
          <p:nvPr/>
        </p:nvCxnSpPr>
        <p:spPr>
          <a:xfrm>
            <a:off x="4160885" y="3328987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9E0222B3-2950-3733-3C11-D63BAEF60E49}"/>
              </a:ext>
            </a:extLst>
          </p:cNvPr>
          <p:cNvCxnSpPr>
            <a:cxnSpLocks/>
          </p:cNvCxnSpPr>
          <p:nvPr/>
        </p:nvCxnSpPr>
        <p:spPr>
          <a:xfrm>
            <a:off x="1938385" y="5020129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1A270A5F-9444-B0CC-F311-9D78D5F1291A}"/>
              </a:ext>
            </a:extLst>
          </p:cNvPr>
          <p:cNvCxnSpPr/>
          <p:nvPr/>
        </p:nvCxnSpPr>
        <p:spPr>
          <a:xfrm>
            <a:off x="294838" y="5020129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5B3BBD9A-8628-661B-DB6C-75E8F40F92EA}"/>
              </a:ext>
            </a:extLst>
          </p:cNvPr>
          <p:cNvCxnSpPr>
            <a:cxnSpLocks/>
          </p:cNvCxnSpPr>
          <p:nvPr/>
        </p:nvCxnSpPr>
        <p:spPr>
          <a:xfrm flipH="1">
            <a:off x="3871913" y="5365094"/>
            <a:ext cx="132737" cy="0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971A3672-7F2B-3E68-60BB-41AE9BF93629}"/>
              </a:ext>
            </a:extLst>
          </p:cNvPr>
          <p:cNvCxnSpPr>
            <a:cxnSpLocks/>
          </p:cNvCxnSpPr>
          <p:nvPr/>
        </p:nvCxnSpPr>
        <p:spPr>
          <a:xfrm flipH="1">
            <a:off x="3871913" y="6430910"/>
            <a:ext cx="132737" cy="0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CD60E3D2-CA00-3EE0-8B89-6F7BD98F3B94}"/>
              </a:ext>
            </a:extLst>
          </p:cNvPr>
          <p:cNvCxnSpPr>
            <a:cxnSpLocks/>
          </p:cNvCxnSpPr>
          <p:nvPr/>
        </p:nvCxnSpPr>
        <p:spPr>
          <a:xfrm flipH="1">
            <a:off x="2140037" y="3140154"/>
            <a:ext cx="132737" cy="0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29F54FFC-6202-6098-8B3E-5D717F9CEE46}"/>
              </a:ext>
            </a:extLst>
          </p:cNvPr>
          <p:cNvCxnSpPr>
            <a:cxnSpLocks/>
          </p:cNvCxnSpPr>
          <p:nvPr/>
        </p:nvCxnSpPr>
        <p:spPr>
          <a:xfrm flipH="1">
            <a:off x="2140037" y="2049541"/>
            <a:ext cx="132737" cy="0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D13F9C6E-CDC0-73D3-D4B1-76464B88A2BF}"/>
              </a:ext>
            </a:extLst>
          </p:cNvPr>
          <p:cNvCxnSpPr>
            <a:cxnSpLocks/>
          </p:cNvCxnSpPr>
          <p:nvPr/>
        </p:nvCxnSpPr>
        <p:spPr>
          <a:xfrm>
            <a:off x="482984" y="3320216"/>
            <a:ext cx="396740" cy="0"/>
          </a:xfrm>
          <a:prstGeom prst="straightConnector1">
            <a:avLst/>
          </a:prstGeom>
          <a:ln w="28575">
            <a:solidFill>
              <a:srgbClr val="01492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DFB8A0E1-BA55-447B-824B-0FD66FE478F1}"/>
              </a:ext>
            </a:extLst>
          </p:cNvPr>
          <p:cNvCxnSpPr>
            <a:cxnSpLocks/>
          </p:cNvCxnSpPr>
          <p:nvPr/>
        </p:nvCxnSpPr>
        <p:spPr>
          <a:xfrm>
            <a:off x="879724" y="3234191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8D51E26A-34CE-8BE3-B616-EA874514A5E7}"/>
              </a:ext>
            </a:extLst>
          </p:cNvPr>
          <p:cNvCxnSpPr>
            <a:cxnSpLocks/>
          </p:cNvCxnSpPr>
          <p:nvPr/>
        </p:nvCxnSpPr>
        <p:spPr>
          <a:xfrm>
            <a:off x="478269" y="3234191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6677920A-7F5F-A423-1978-8484D654A80E}"/>
              </a:ext>
            </a:extLst>
          </p:cNvPr>
          <p:cNvSpPr txBox="1"/>
          <p:nvPr/>
        </p:nvSpPr>
        <p:spPr>
          <a:xfrm>
            <a:off x="1021585" y="2250094"/>
            <a:ext cx="6528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</a:t>
            </a:r>
            <a:endParaRPr lang="zh-CN" altLang="en-US" sz="12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4D38FFFA-A405-0C43-1FD7-88A9B8475034}"/>
              </a:ext>
            </a:extLst>
          </p:cNvPr>
          <p:cNvSpPr txBox="1"/>
          <p:nvPr/>
        </p:nvSpPr>
        <p:spPr>
          <a:xfrm>
            <a:off x="1021585" y="2597526"/>
            <a:ext cx="6528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endParaRPr lang="zh-CN" altLang="en-US" sz="12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14BC8570-E856-0CC7-5DF8-2ECE36E0AE9D}"/>
              </a:ext>
            </a:extLst>
          </p:cNvPr>
          <p:cNvSpPr txBox="1"/>
          <p:nvPr/>
        </p:nvSpPr>
        <p:spPr>
          <a:xfrm>
            <a:off x="1021584" y="2895636"/>
            <a:ext cx="8068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停车线</a:t>
            </a:r>
            <a:endParaRPr lang="zh-CN" altLang="en-US" sz="12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837332C5-B001-79CC-D3E6-A08683EB1025}"/>
              </a:ext>
            </a:extLst>
          </p:cNvPr>
          <p:cNvSpPr txBox="1"/>
          <p:nvPr/>
        </p:nvSpPr>
        <p:spPr>
          <a:xfrm>
            <a:off x="1021584" y="3181716"/>
            <a:ext cx="13228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控制区长度</a:t>
            </a:r>
            <a:endParaRPr lang="zh-CN" altLang="en-US" sz="12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F3200B8C-B8E9-698E-9B95-9D3602F9BBC3}"/>
              </a:ext>
            </a:extLst>
          </p:cNvPr>
          <p:cNvSpPr/>
          <p:nvPr/>
        </p:nvSpPr>
        <p:spPr>
          <a:xfrm>
            <a:off x="4004650" y="1633192"/>
            <a:ext cx="1943476" cy="964334"/>
          </a:xfrm>
          <a:prstGeom prst="roundRect">
            <a:avLst/>
          </a:prstGeom>
          <a:noFill/>
          <a:ln>
            <a:solidFill>
              <a:srgbClr val="01492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EBB578A8-EA55-0E73-3193-5880E876AE56}"/>
              </a:ext>
            </a:extLst>
          </p:cNvPr>
          <p:cNvSpPr txBox="1"/>
          <p:nvPr/>
        </p:nvSpPr>
        <p:spPr>
          <a:xfrm>
            <a:off x="4160885" y="1982622"/>
            <a:ext cx="18226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车辆通过停车线后，不再进行轨迹控制</a:t>
            </a:r>
            <a:endParaRPr lang="zh-CN" altLang="en-US" sz="14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9" name="图片 168">
            <a:extLst>
              <a:ext uri="{FF2B5EF4-FFF2-40B4-BE49-F238E27FC236}">
                <a16:creationId xmlns:a16="http://schemas.microsoft.com/office/drawing/2014/main" id="{39DE58E9-991A-102B-1381-B1FD4945193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798478" y="1697162"/>
            <a:ext cx="314325" cy="285750"/>
          </a:xfrm>
          <a:prstGeom prst="rect">
            <a:avLst/>
          </a:prstGeom>
        </p:spPr>
      </p:pic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CE5E9F00-41AE-21CF-FF6E-4847F79AFFF0}"/>
              </a:ext>
            </a:extLst>
          </p:cNvPr>
          <p:cNvSpPr/>
          <p:nvPr/>
        </p:nvSpPr>
        <p:spPr>
          <a:xfrm>
            <a:off x="6470255" y="1601622"/>
            <a:ext cx="1650704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研究对象</a:t>
            </a:r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3EC0DC02-01A9-6D0B-7DE3-4B835AB078A3}"/>
              </a:ext>
            </a:extLst>
          </p:cNvPr>
          <p:cNvSpPr/>
          <p:nvPr/>
        </p:nvSpPr>
        <p:spPr>
          <a:xfrm>
            <a:off x="6411634" y="1579064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2" name="对象 171">
            <a:extLst>
              <a:ext uri="{FF2B5EF4-FFF2-40B4-BE49-F238E27FC236}">
                <a16:creationId xmlns:a16="http://schemas.microsoft.com/office/drawing/2014/main" id="{26590CA0-EB63-A8D5-9D92-E0901BBB1C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145439"/>
              </p:ext>
            </p:extLst>
          </p:nvPr>
        </p:nvGraphicFramePr>
        <p:xfrm>
          <a:off x="7827875" y="2115359"/>
          <a:ext cx="2603493" cy="380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562040" imgH="228600" progId="Equation.DSMT4">
                  <p:embed/>
                </p:oleObj>
              </mc:Choice>
              <mc:Fallback>
                <p:oleObj name="Equation" r:id="rId30" imgW="1562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827875" y="2115359"/>
                        <a:ext cx="2603493" cy="3809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" name="文本框 172">
            <a:extLst>
              <a:ext uri="{FF2B5EF4-FFF2-40B4-BE49-F238E27FC236}">
                <a16:creationId xmlns:a16="http://schemas.microsoft.com/office/drawing/2014/main" id="{74451CBB-23D9-448A-7ACA-95BC336187C0}"/>
              </a:ext>
            </a:extLst>
          </p:cNvPr>
          <p:cNvSpPr txBox="1"/>
          <p:nvPr/>
        </p:nvSpPr>
        <p:spPr>
          <a:xfrm>
            <a:off x="6411635" y="2572886"/>
            <a:ext cx="50755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：控制区内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集合，参与轨迹优化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：控制区内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集合，不直接控制</a:t>
            </a:r>
          </a:p>
        </p:txBody>
      </p:sp>
      <p:graphicFrame>
        <p:nvGraphicFramePr>
          <p:cNvPr id="174" name="对象 173">
            <a:extLst>
              <a:ext uri="{FF2B5EF4-FFF2-40B4-BE49-F238E27FC236}">
                <a16:creationId xmlns:a16="http://schemas.microsoft.com/office/drawing/2014/main" id="{BB12C1C5-F7C9-C8DB-C35F-DA0F962293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951091"/>
              </p:ext>
            </p:extLst>
          </p:nvPr>
        </p:nvGraphicFramePr>
        <p:xfrm>
          <a:off x="6639313" y="2614648"/>
          <a:ext cx="602219" cy="271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507960" imgH="228600" progId="Equation.DSMT4">
                  <p:embed/>
                </p:oleObj>
              </mc:Choice>
              <mc:Fallback>
                <p:oleObj name="Equation" r:id="rId32" imgW="507960" imgH="22860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26590CA0-EB63-A8D5-9D92-E0901BBB1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639313" y="2614648"/>
                        <a:ext cx="602219" cy="271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" name="对象 174">
            <a:extLst>
              <a:ext uri="{FF2B5EF4-FFF2-40B4-BE49-F238E27FC236}">
                <a16:creationId xmlns:a16="http://schemas.microsoft.com/office/drawing/2014/main" id="{D6ACC68A-C52B-8780-9F62-8C66CA961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58201"/>
              </p:ext>
            </p:extLst>
          </p:nvPr>
        </p:nvGraphicFramePr>
        <p:xfrm>
          <a:off x="6639312" y="2843027"/>
          <a:ext cx="602219" cy="264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520560" imgH="228600" progId="Equation.DSMT4">
                  <p:embed/>
                </p:oleObj>
              </mc:Choice>
              <mc:Fallback>
                <p:oleObj name="Equation" r:id="rId34" imgW="520560" imgH="228600" progId="Equation.DSMT4">
                  <p:embed/>
                  <p:pic>
                    <p:nvPicPr>
                      <p:cNvPr id="174" name="对象 173">
                        <a:extLst>
                          <a:ext uri="{FF2B5EF4-FFF2-40B4-BE49-F238E27FC236}">
                            <a16:creationId xmlns:a16="http://schemas.microsoft.com/office/drawing/2014/main" id="{BB12C1C5-F7C9-C8DB-C35F-DA0F96229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639312" y="2843027"/>
                        <a:ext cx="602219" cy="264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" name="矩形: 圆角 175">
            <a:extLst>
              <a:ext uri="{FF2B5EF4-FFF2-40B4-BE49-F238E27FC236}">
                <a16:creationId xmlns:a16="http://schemas.microsoft.com/office/drawing/2014/main" id="{062F182E-5AB6-46B3-1235-24037EE806BF}"/>
              </a:ext>
            </a:extLst>
          </p:cNvPr>
          <p:cNvSpPr/>
          <p:nvPr/>
        </p:nvSpPr>
        <p:spPr>
          <a:xfrm>
            <a:off x="6291035" y="3291971"/>
            <a:ext cx="5705931" cy="170560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: 圆角 176">
            <a:extLst>
              <a:ext uri="{FF2B5EF4-FFF2-40B4-BE49-F238E27FC236}">
                <a16:creationId xmlns:a16="http://schemas.microsoft.com/office/drawing/2014/main" id="{E5BA16F3-DAAF-3145-1DA7-0A3EA66D59DC}"/>
              </a:ext>
            </a:extLst>
          </p:cNvPr>
          <p:cNvSpPr/>
          <p:nvPr/>
        </p:nvSpPr>
        <p:spPr>
          <a:xfrm>
            <a:off x="6470255" y="3444013"/>
            <a:ext cx="1650704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控制区定义</a:t>
            </a:r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F53AA60E-1FAB-ADBD-13BF-D342C37FE681}"/>
              </a:ext>
            </a:extLst>
          </p:cNvPr>
          <p:cNvSpPr/>
          <p:nvPr/>
        </p:nvSpPr>
        <p:spPr>
          <a:xfrm>
            <a:off x="6411634" y="3421455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9" name="对象 178">
            <a:extLst>
              <a:ext uri="{FF2B5EF4-FFF2-40B4-BE49-F238E27FC236}">
                <a16:creationId xmlns:a16="http://schemas.microsoft.com/office/drawing/2014/main" id="{41D62922-2BE9-4F8C-B189-91E25D67CE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960783"/>
              </p:ext>
            </p:extLst>
          </p:nvPr>
        </p:nvGraphicFramePr>
        <p:xfrm>
          <a:off x="8039100" y="3746500"/>
          <a:ext cx="218122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307880" imgH="482400" progId="Equation.DSMT4">
                  <p:embed/>
                </p:oleObj>
              </mc:Choice>
              <mc:Fallback>
                <p:oleObj name="Equation" r:id="rId36" imgW="1307880" imgH="48240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26590CA0-EB63-A8D5-9D92-E0901BBB1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8039100" y="3746500"/>
                        <a:ext cx="2181225" cy="804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" name="文本框 179">
            <a:extLst>
              <a:ext uri="{FF2B5EF4-FFF2-40B4-BE49-F238E27FC236}">
                <a16:creationId xmlns:a16="http://schemas.microsoft.com/office/drawing/2014/main" id="{678A0A6C-4119-97BA-2DAF-FC40C2F010C1}"/>
              </a:ext>
            </a:extLst>
          </p:cNvPr>
          <p:cNvSpPr txBox="1"/>
          <p:nvPr/>
        </p:nvSpPr>
        <p:spPr>
          <a:xfrm>
            <a:off x="6411635" y="4564638"/>
            <a:ext cx="5075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在控制区内进行状态感知和轨迹优化</a:t>
            </a: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41CA7D57-65C8-C86A-0D70-07DAD89D8BC1}"/>
              </a:ext>
            </a:extLst>
          </p:cNvPr>
          <p:cNvSpPr/>
          <p:nvPr/>
        </p:nvSpPr>
        <p:spPr>
          <a:xfrm>
            <a:off x="6291035" y="5116912"/>
            <a:ext cx="5705931" cy="1313998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488777BF-AA98-A870-EEAB-293AB35156C1}"/>
              </a:ext>
            </a:extLst>
          </p:cNvPr>
          <p:cNvSpPr/>
          <p:nvPr/>
        </p:nvSpPr>
        <p:spPr>
          <a:xfrm>
            <a:off x="6470255" y="5239574"/>
            <a:ext cx="1650704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基本假设</a:t>
            </a:r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EC042E95-398C-C9EB-E110-90DD3ED82665}"/>
              </a:ext>
            </a:extLst>
          </p:cNvPr>
          <p:cNvSpPr/>
          <p:nvPr/>
        </p:nvSpPr>
        <p:spPr>
          <a:xfrm>
            <a:off x="6411634" y="5217016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1F045CF9-2F38-F73B-4E54-F68C09115142}"/>
              </a:ext>
            </a:extLst>
          </p:cNvPr>
          <p:cNvSpPr txBox="1"/>
          <p:nvPr/>
        </p:nvSpPr>
        <p:spPr>
          <a:xfrm>
            <a:off x="6411634" y="5737200"/>
            <a:ext cx="27504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仅考虑纵向运动控制</a:t>
            </a: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EF60C911-6AEB-91D4-56D2-5F6436055830}"/>
              </a:ext>
            </a:extLst>
          </p:cNvPr>
          <p:cNvSpPr txBox="1"/>
          <p:nvPr/>
        </p:nvSpPr>
        <p:spPr>
          <a:xfrm>
            <a:off x="6411634" y="6044977"/>
            <a:ext cx="27504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暂不考虑横向变道和超车</a:t>
            </a: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D2F53B2F-C255-0304-B5C0-109F88CE8943}"/>
              </a:ext>
            </a:extLst>
          </p:cNvPr>
          <p:cNvSpPr txBox="1"/>
          <p:nvPr/>
        </p:nvSpPr>
        <p:spPr>
          <a:xfrm>
            <a:off x="8935175" y="5554159"/>
            <a:ext cx="27504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车辆状态信息和信号灯信息可由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V2V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V2I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直接获取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右转车流不受信号灯控制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5D882F3-8370-0C11-FA17-556416DC0CC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353569" y="2185142"/>
            <a:ext cx="230832" cy="2910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D71872D-D822-E8B0-2890-D47E772F2123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221688" y="4174458"/>
            <a:ext cx="230832" cy="29104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408094B-8579-BE67-637E-9350BB131853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187989" y="4213658"/>
            <a:ext cx="230832" cy="291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7FB2880-522A-C679-AA46-E29915C6FD21}"/>
                  </a:ext>
                </a:extLst>
              </p:cNvPr>
              <p:cNvSpPr txBox="1"/>
              <p:nvPr/>
            </p:nvSpPr>
            <p:spPr>
              <a:xfrm>
                <a:off x="9353569" y="2172633"/>
                <a:ext cx="2308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⋃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7FB2880-522A-C679-AA46-E29915C6F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569" y="2172633"/>
                <a:ext cx="230832" cy="276999"/>
              </a:xfrm>
              <a:prstGeom prst="rect">
                <a:avLst/>
              </a:prstGeom>
              <a:blipFill>
                <a:blip r:embed="rId39"/>
                <a:stretch>
                  <a:fillRect l="-26316" r="-26316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5405197-A9C1-D6F5-05A7-B344EDA21AB1}"/>
                  </a:ext>
                </a:extLst>
              </p:cNvPr>
              <p:cNvSpPr txBox="1"/>
              <p:nvPr/>
            </p:nvSpPr>
            <p:spPr>
              <a:xfrm>
                <a:off x="8224118" y="4211724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5405197-A9C1-D6F5-05A7-B344EDA21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4118" y="4211724"/>
                <a:ext cx="226024" cy="276999"/>
              </a:xfrm>
              <a:prstGeom prst="rect">
                <a:avLst/>
              </a:prstGeom>
              <a:blipFill>
                <a:blip r:embed="rId40"/>
                <a:stretch>
                  <a:fillRect l="-21053" r="-21053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49AE176-B4C8-AAF3-E231-330644661016}"/>
                  </a:ext>
                </a:extLst>
              </p:cNvPr>
              <p:cNvSpPr txBox="1"/>
              <p:nvPr/>
            </p:nvSpPr>
            <p:spPr>
              <a:xfrm>
                <a:off x="9205130" y="4211724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49AE176-B4C8-AAF3-E231-330644661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5130" y="4211724"/>
                <a:ext cx="226024" cy="276999"/>
              </a:xfrm>
              <a:prstGeom prst="rect">
                <a:avLst/>
              </a:prstGeom>
              <a:blipFill>
                <a:blip r:embed="rId41"/>
                <a:stretch>
                  <a:fillRect l="-21053" r="-21053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FE549D-9B0C-DA86-FA1E-41A4B40E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9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5384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D2604-9DDE-AC75-D7F1-CFB1A153F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图片 219">
            <a:extLst>
              <a:ext uri="{FF2B5EF4-FFF2-40B4-BE49-F238E27FC236}">
                <a16:creationId xmlns:a16="http://schemas.microsoft.com/office/drawing/2014/main" id="{ED41D443-BF5A-BEB0-C8C7-D0622DFE7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0" y="5116912"/>
            <a:ext cx="4467831" cy="119398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BA081C0-9FAE-F23E-EE82-89FE5562F701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EFB31DB-0F87-89BD-36D9-395AC754618C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CF94CA18-884F-A176-2D9D-753AB45847F4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D078F9C0-93FC-332A-DC05-18736C6207F7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116DD23-8DA0-7CE7-76B3-334861B57080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C16331F5-8088-EA8D-AB3C-2C97FF99905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2210D272-AC22-CA36-7B9E-FFFF05782318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6AC43D42-FCB6-963D-36D1-533F3C84304E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DB247D6C-E72A-2313-C63A-CC753F09A2C4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8EAAB05-2D57-CE03-36FD-965E590E865A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车辆状态采集与基础变量定义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578FA0F5-16F2-379F-81B5-367E2F756520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7DC90279-BA88-907F-DE09-30B61897D0F6}"/>
              </a:ext>
            </a:extLst>
          </p:cNvPr>
          <p:cNvSpPr/>
          <p:nvPr/>
        </p:nvSpPr>
        <p:spPr>
          <a:xfrm>
            <a:off x="195034" y="1449580"/>
            <a:ext cx="5900965" cy="498133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BF30BDB7-2C42-85F6-D577-4CF20C3D1412}"/>
              </a:ext>
            </a:extLst>
          </p:cNvPr>
          <p:cNvSpPr/>
          <p:nvPr/>
        </p:nvSpPr>
        <p:spPr>
          <a:xfrm>
            <a:off x="6291035" y="1449579"/>
            <a:ext cx="5705931" cy="1723055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F0E644FE-B851-6E04-DFE0-DF4C777BB90C}"/>
              </a:ext>
            </a:extLst>
          </p:cNvPr>
          <p:cNvSpPr/>
          <p:nvPr/>
        </p:nvSpPr>
        <p:spPr>
          <a:xfrm>
            <a:off x="352425" y="1633191"/>
            <a:ext cx="1720819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状态采集流程</a:t>
            </a:r>
          </a:p>
        </p:txBody>
      </p:sp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4E27591F-91EB-52CA-6F49-E7493C3D2371}"/>
              </a:ext>
            </a:extLst>
          </p:cNvPr>
          <p:cNvSpPr/>
          <p:nvPr/>
        </p:nvSpPr>
        <p:spPr>
          <a:xfrm>
            <a:off x="6470254" y="1601622"/>
            <a:ext cx="2003789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车辆纵向位置</a:t>
            </a:r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6E29EAAF-2630-B3E4-1AE0-1CC8082CCF78}"/>
              </a:ext>
            </a:extLst>
          </p:cNvPr>
          <p:cNvSpPr/>
          <p:nvPr/>
        </p:nvSpPr>
        <p:spPr>
          <a:xfrm>
            <a:off x="6411634" y="1579064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2" name="对象 171">
            <a:extLst>
              <a:ext uri="{FF2B5EF4-FFF2-40B4-BE49-F238E27FC236}">
                <a16:creationId xmlns:a16="http://schemas.microsoft.com/office/drawing/2014/main" id="{840C4981-E893-74D3-6B45-2B215EC68C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893238"/>
              </p:ext>
            </p:extLst>
          </p:nvPr>
        </p:nvGraphicFramePr>
        <p:xfrm>
          <a:off x="7141703" y="2065678"/>
          <a:ext cx="714759" cy="366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241200" progId="Equation.DSMT4">
                  <p:embed/>
                </p:oleObj>
              </mc:Choice>
              <mc:Fallback>
                <p:oleObj name="Equation" r:id="rId5" imgW="469800" imgH="24120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26590CA0-EB63-A8D5-9D92-E0901BBB1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41703" y="2065678"/>
                        <a:ext cx="714759" cy="366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" name="矩形: 圆角 175">
            <a:extLst>
              <a:ext uri="{FF2B5EF4-FFF2-40B4-BE49-F238E27FC236}">
                <a16:creationId xmlns:a16="http://schemas.microsoft.com/office/drawing/2014/main" id="{2731F9DF-6DBF-905D-E88D-896BF75E2DAC}"/>
              </a:ext>
            </a:extLst>
          </p:cNvPr>
          <p:cNvSpPr/>
          <p:nvPr/>
        </p:nvSpPr>
        <p:spPr>
          <a:xfrm>
            <a:off x="6291035" y="3291971"/>
            <a:ext cx="5705931" cy="170560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: 圆角 176">
            <a:extLst>
              <a:ext uri="{FF2B5EF4-FFF2-40B4-BE49-F238E27FC236}">
                <a16:creationId xmlns:a16="http://schemas.microsoft.com/office/drawing/2014/main" id="{ED7A230A-065C-3EA2-23CC-1737DAC6C2FF}"/>
              </a:ext>
            </a:extLst>
          </p:cNvPr>
          <p:cNvSpPr/>
          <p:nvPr/>
        </p:nvSpPr>
        <p:spPr>
          <a:xfrm>
            <a:off x="6470255" y="3444013"/>
            <a:ext cx="1481610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车头间距</a:t>
            </a:r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D8C3284D-9BEA-B9A1-8EB0-80B00F5E560D}"/>
              </a:ext>
            </a:extLst>
          </p:cNvPr>
          <p:cNvSpPr/>
          <p:nvPr/>
        </p:nvSpPr>
        <p:spPr>
          <a:xfrm>
            <a:off x="6411634" y="3421455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0E5F024E-FA68-8C2C-12CE-AE64AA4458E2}"/>
              </a:ext>
            </a:extLst>
          </p:cNvPr>
          <p:cNvSpPr/>
          <p:nvPr/>
        </p:nvSpPr>
        <p:spPr>
          <a:xfrm>
            <a:off x="6291035" y="5116912"/>
            <a:ext cx="5705931" cy="1313998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4EF0FC4F-676D-79F3-8DA6-ED4C7D14BE7A}"/>
              </a:ext>
            </a:extLst>
          </p:cNvPr>
          <p:cNvSpPr/>
          <p:nvPr/>
        </p:nvSpPr>
        <p:spPr>
          <a:xfrm>
            <a:off x="6470255" y="5239574"/>
            <a:ext cx="2003788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后方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HDV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识别</a:t>
            </a:r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01C4338F-D12A-9D3D-B88F-E57ABE652574}"/>
              </a:ext>
            </a:extLst>
          </p:cNvPr>
          <p:cNvSpPr/>
          <p:nvPr/>
        </p:nvSpPr>
        <p:spPr>
          <a:xfrm>
            <a:off x="6411634" y="5217016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6D2B330-464B-40CB-F33D-50EAE48372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419" y="2317024"/>
            <a:ext cx="1257300" cy="2124075"/>
          </a:xfrm>
          <a:prstGeom prst="rect">
            <a:avLst/>
          </a:prstGeom>
        </p:spPr>
      </p:pic>
      <p:sp>
        <p:nvSpPr>
          <p:cNvPr id="3" name="箭头: 右 2">
            <a:extLst>
              <a:ext uri="{FF2B5EF4-FFF2-40B4-BE49-F238E27FC236}">
                <a16:creationId xmlns:a16="http://schemas.microsoft.com/office/drawing/2014/main" id="{2909BF6F-BC78-6C56-4779-781205DD7D75}"/>
              </a:ext>
            </a:extLst>
          </p:cNvPr>
          <p:cNvSpPr/>
          <p:nvPr/>
        </p:nvSpPr>
        <p:spPr>
          <a:xfrm>
            <a:off x="1708726" y="3290887"/>
            <a:ext cx="302916" cy="276225"/>
          </a:xfrm>
          <a:prstGeom prst="rightArrow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76483FA-6296-7567-1F23-60AE373C5F0A}"/>
              </a:ext>
            </a:extLst>
          </p:cNvPr>
          <p:cNvSpPr/>
          <p:nvPr/>
        </p:nvSpPr>
        <p:spPr>
          <a:xfrm>
            <a:off x="2109401" y="2108871"/>
            <a:ext cx="3805624" cy="776946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F81C9D6-11BC-718F-A385-7D2A45E783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6636" y="2248708"/>
            <a:ext cx="3657600" cy="495300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2321DED-04A3-DF7A-E2C1-6E0A3E16A8E4}"/>
              </a:ext>
            </a:extLst>
          </p:cNvPr>
          <p:cNvSpPr/>
          <p:nvPr/>
        </p:nvSpPr>
        <p:spPr>
          <a:xfrm>
            <a:off x="2109401" y="3107254"/>
            <a:ext cx="3805624" cy="1553646"/>
          </a:xfrm>
          <a:prstGeom prst="roundRect">
            <a:avLst>
              <a:gd name="adj" fmla="val 5635"/>
            </a:avLst>
          </a:prstGeom>
          <a:noFill/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1D0CC17-F83A-D87F-E083-2825A8C25762}"/>
              </a:ext>
            </a:extLst>
          </p:cNvPr>
          <p:cNvSpPr/>
          <p:nvPr/>
        </p:nvSpPr>
        <p:spPr>
          <a:xfrm>
            <a:off x="2109401" y="3107254"/>
            <a:ext cx="3805624" cy="276225"/>
          </a:xfrm>
          <a:prstGeom prst="roundRect">
            <a:avLst>
              <a:gd name="adj" fmla="val 15628"/>
            </a:avLst>
          </a:prstGeom>
          <a:solidFill>
            <a:srgbClr val="014924"/>
          </a:solidFill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运行时车辆状态表（每个仿真步长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D87E885-AAB0-8F51-29C1-20B7B9C5E4F1}"/>
              </a:ext>
            </a:extLst>
          </p:cNvPr>
          <p:cNvCxnSpPr/>
          <p:nvPr/>
        </p:nvCxnSpPr>
        <p:spPr>
          <a:xfrm>
            <a:off x="2109401" y="3606800"/>
            <a:ext cx="38056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2EA5428-94F4-5A0E-7523-6D0BCC572183}"/>
              </a:ext>
            </a:extLst>
          </p:cNvPr>
          <p:cNvCxnSpPr/>
          <p:nvPr/>
        </p:nvCxnSpPr>
        <p:spPr>
          <a:xfrm>
            <a:off x="2109401" y="3853920"/>
            <a:ext cx="38056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6367389-77BE-57FF-BF7B-5BCB2AFF4713}"/>
              </a:ext>
            </a:extLst>
          </p:cNvPr>
          <p:cNvCxnSpPr/>
          <p:nvPr/>
        </p:nvCxnSpPr>
        <p:spPr>
          <a:xfrm>
            <a:off x="2109401" y="4114270"/>
            <a:ext cx="38056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E823C22-BAD1-AD60-1B7F-3DFEF2A8F15D}"/>
              </a:ext>
            </a:extLst>
          </p:cNvPr>
          <p:cNvCxnSpPr/>
          <p:nvPr/>
        </p:nvCxnSpPr>
        <p:spPr>
          <a:xfrm>
            <a:off x="2109401" y="4380970"/>
            <a:ext cx="38056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70BA3A9-D08E-3980-EDDE-76883F07AC4F}"/>
              </a:ext>
            </a:extLst>
          </p:cNvPr>
          <p:cNvCxnSpPr>
            <a:cxnSpLocks/>
          </p:cNvCxnSpPr>
          <p:nvPr/>
        </p:nvCxnSpPr>
        <p:spPr>
          <a:xfrm>
            <a:off x="2424762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800ABD66-0165-D5F1-7B2E-715263D27E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774305"/>
              </p:ext>
            </p:extLst>
          </p:nvPr>
        </p:nvGraphicFramePr>
        <p:xfrm>
          <a:off x="2157706" y="3396220"/>
          <a:ext cx="230899" cy="177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5640" imgH="164880" progId="Equation.DSMT4">
                  <p:embed/>
                </p:oleObj>
              </mc:Choice>
              <mc:Fallback>
                <p:oleObj name="Equation" r:id="rId9" imgW="215640" imgH="16488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840C4981-E893-74D3-6B45-2B215EC68C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57706" y="3396220"/>
                        <a:ext cx="230899" cy="1777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828FC5A7-95A6-E1BC-92EA-83B9CBC04E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245655"/>
              </p:ext>
            </p:extLst>
          </p:nvPr>
        </p:nvGraphicFramePr>
        <p:xfrm>
          <a:off x="2827761" y="3362325"/>
          <a:ext cx="341313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7160" imgH="228600" progId="Equation.DSMT4">
                  <p:embed/>
                </p:oleObj>
              </mc:Choice>
              <mc:Fallback>
                <p:oleObj name="Equation" r:id="rId11" imgW="317160" imgH="2286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800ABD66-0165-D5F1-7B2E-715263D27E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27761" y="3362325"/>
                        <a:ext cx="341313" cy="24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E78B2DC7-AB73-D359-3A6E-D4803D5D21F4}"/>
              </a:ext>
            </a:extLst>
          </p:cNvPr>
          <p:cNvSpPr txBox="1"/>
          <p:nvPr/>
        </p:nvSpPr>
        <p:spPr>
          <a:xfrm>
            <a:off x="2388605" y="3358737"/>
            <a:ext cx="4693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类型</a:t>
            </a: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EDCFD4FD-D2D3-CDBF-4E8B-8E203570BC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392774"/>
              </p:ext>
            </p:extLst>
          </p:nvPr>
        </p:nvGraphicFramePr>
        <p:xfrm>
          <a:off x="3212533" y="3362325"/>
          <a:ext cx="328612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04560" imgH="228600" progId="Equation.DSMT4">
                  <p:embed/>
                </p:oleObj>
              </mc:Choice>
              <mc:Fallback>
                <p:oleObj name="Equation" r:id="rId13" imgW="304560" imgH="2286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828FC5A7-95A6-E1BC-92EA-83B9CBC04E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12533" y="3362325"/>
                        <a:ext cx="328612" cy="24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D1CC563A-A734-7F50-EAE4-AA8DD0BCAF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673844"/>
              </p:ext>
            </p:extLst>
          </p:nvPr>
        </p:nvGraphicFramePr>
        <p:xfrm>
          <a:off x="3608033" y="3362325"/>
          <a:ext cx="341313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17160" imgH="228600" progId="Equation.DSMT4">
                  <p:embed/>
                </p:oleObj>
              </mc:Choice>
              <mc:Fallback>
                <p:oleObj name="Equation" r:id="rId15" imgW="317160" imgH="2286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EDCFD4FD-D2D3-CDBF-4E8B-8E203570BC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08033" y="3362325"/>
                        <a:ext cx="341313" cy="24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F1F6BEB4-11C0-D175-AF42-E948523E22D3}"/>
              </a:ext>
            </a:extLst>
          </p:cNvPr>
          <p:cNvCxnSpPr>
            <a:cxnSpLocks/>
          </p:cNvCxnSpPr>
          <p:nvPr/>
        </p:nvCxnSpPr>
        <p:spPr>
          <a:xfrm>
            <a:off x="2803381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36821DEA-36DE-D2FD-E083-B98C009C959F}"/>
              </a:ext>
            </a:extLst>
          </p:cNvPr>
          <p:cNvCxnSpPr>
            <a:cxnSpLocks/>
          </p:cNvCxnSpPr>
          <p:nvPr/>
        </p:nvCxnSpPr>
        <p:spPr>
          <a:xfrm>
            <a:off x="3174486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1B988FD6-BE9A-06F2-2AB5-CCE8CB0CCE2A}"/>
              </a:ext>
            </a:extLst>
          </p:cNvPr>
          <p:cNvCxnSpPr>
            <a:cxnSpLocks/>
          </p:cNvCxnSpPr>
          <p:nvPr/>
        </p:nvCxnSpPr>
        <p:spPr>
          <a:xfrm>
            <a:off x="3571875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8BD760C4-2CF4-25A1-2C56-8C93CF3C4CC4}"/>
              </a:ext>
            </a:extLst>
          </p:cNvPr>
          <p:cNvCxnSpPr>
            <a:cxnSpLocks/>
          </p:cNvCxnSpPr>
          <p:nvPr/>
        </p:nvCxnSpPr>
        <p:spPr>
          <a:xfrm>
            <a:off x="3951727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CD0CAD2-597A-D22D-2736-638103E61597}"/>
              </a:ext>
            </a:extLst>
          </p:cNvPr>
          <p:cNvSpPr txBox="1"/>
          <p:nvPr/>
        </p:nvSpPr>
        <p:spPr>
          <a:xfrm>
            <a:off x="3948095" y="3358737"/>
            <a:ext cx="4693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Lane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5273B2DC-B3B9-0B45-8B95-4EBEDFDD8D6C}"/>
              </a:ext>
            </a:extLst>
          </p:cNvPr>
          <p:cNvCxnSpPr>
            <a:cxnSpLocks/>
          </p:cNvCxnSpPr>
          <p:nvPr/>
        </p:nvCxnSpPr>
        <p:spPr>
          <a:xfrm>
            <a:off x="4394640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E92DE9A8-115C-FCCF-6A34-91137944A23B}"/>
              </a:ext>
            </a:extLst>
          </p:cNvPr>
          <p:cNvSpPr txBox="1"/>
          <p:nvPr/>
        </p:nvSpPr>
        <p:spPr>
          <a:xfrm>
            <a:off x="4394640" y="3358737"/>
            <a:ext cx="6131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Leader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2963E47D-5474-C4AA-5495-6A113F9A7F49}"/>
              </a:ext>
            </a:extLst>
          </p:cNvPr>
          <p:cNvCxnSpPr>
            <a:cxnSpLocks/>
          </p:cNvCxnSpPr>
          <p:nvPr/>
        </p:nvCxnSpPr>
        <p:spPr>
          <a:xfrm>
            <a:off x="4949471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E6CE8630-A661-20EC-4A86-322F23421FDD}"/>
              </a:ext>
            </a:extLst>
          </p:cNvPr>
          <p:cNvSpPr txBox="1"/>
          <p:nvPr/>
        </p:nvSpPr>
        <p:spPr>
          <a:xfrm>
            <a:off x="4930421" y="3358737"/>
            <a:ext cx="6131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Rear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DB714C5E-3D92-4B02-3A9B-113E8AD01687}"/>
              </a:ext>
            </a:extLst>
          </p:cNvPr>
          <p:cNvCxnSpPr>
            <a:cxnSpLocks/>
          </p:cNvCxnSpPr>
          <p:nvPr/>
        </p:nvCxnSpPr>
        <p:spPr>
          <a:xfrm>
            <a:off x="5363809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0C8B7799-9AC2-86F9-C6CC-EF43554628D2}"/>
              </a:ext>
            </a:extLst>
          </p:cNvPr>
          <p:cNvSpPr txBox="1"/>
          <p:nvPr/>
        </p:nvSpPr>
        <p:spPr>
          <a:xfrm>
            <a:off x="5350147" y="3358737"/>
            <a:ext cx="6131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Gap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29F22F07-CFC2-DEED-5E24-A67CE8A20CF6}"/>
              </a:ext>
            </a:extLst>
          </p:cNvPr>
          <p:cNvCxnSpPr>
            <a:cxnSpLocks/>
          </p:cNvCxnSpPr>
          <p:nvPr/>
        </p:nvCxnSpPr>
        <p:spPr>
          <a:xfrm>
            <a:off x="5744809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136A1F57-B0D3-C6BA-3A61-AA0E5C072295}"/>
              </a:ext>
            </a:extLst>
          </p:cNvPr>
          <p:cNvSpPr txBox="1"/>
          <p:nvPr/>
        </p:nvSpPr>
        <p:spPr>
          <a:xfrm>
            <a:off x="2157706" y="359231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883DBA2-115F-1065-62D2-6AD5316EE0E4}"/>
              </a:ext>
            </a:extLst>
          </p:cNvPr>
          <p:cNvSpPr txBox="1"/>
          <p:nvPr/>
        </p:nvSpPr>
        <p:spPr>
          <a:xfrm>
            <a:off x="2157706" y="3846557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7565C27-4636-99EA-2D05-6A1F151BF051}"/>
              </a:ext>
            </a:extLst>
          </p:cNvPr>
          <p:cNvSpPr txBox="1"/>
          <p:nvPr/>
        </p:nvSpPr>
        <p:spPr>
          <a:xfrm>
            <a:off x="2157706" y="4118538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721B7B91-DBC2-F4B8-D83E-6EFB16B61E78}"/>
              </a:ext>
            </a:extLst>
          </p:cNvPr>
          <p:cNvSpPr txBox="1"/>
          <p:nvPr/>
        </p:nvSpPr>
        <p:spPr>
          <a:xfrm>
            <a:off x="2117793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6AE451AE-16BD-D1F6-3750-A81F9B466CE7}"/>
              </a:ext>
            </a:extLst>
          </p:cNvPr>
          <p:cNvSpPr txBox="1"/>
          <p:nvPr/>
        </p:nvSpPr>
        <p:spPr>
          <a:xfrm>
            <a:off x="2475006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0CC55A8E-ED00-B055-2D9B-904FAEFE177D}"/>
              </a:ext>
            </a:extLst>
          </p:cNvPr>
          <p:cNvSpPr txBox="1"/>
          <p:nvPr/>
        </p:nvSpPr>
        <p:spPr>
          <a:xfrm>
            <a:off x="2851851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A4E2306E-E0E0-1B3D-E975-FD608E266B24}"/>
              </a:ext>
            </a:extLst>
          </p:cNvPr>
          <p:cNvSpPr txBox="1"/>
          <p:nvPr/>
        </p:nvSpPr>
        <p:spPr>
          <a:xfrm>
            <a:off x="3238601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4DED9E21-1807-E0FC-0E78-514A430EC864}"/>
              </a:ext>
            </a:extLst>
          </p:cNvPr>
          <p:cNvSpPr txBox="1"/>
          <p:nvPr/>
        </p:nvSpPr>
        <p:spPr>
          <a:xfrm>
            <a:off x="3622828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CF83810C-D5E6-40B4-1417-93A7F615051C}"/>
              </a:ext>
            </a:extLst>
          </p:cNvPr>
          <p:cNvSpPr txBox="1"/>
          <p:nvPr/>
        </p:nvSpPr>
        <p:spPr>
          <a:xfrm>
            <a:off x="4027363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C2F3E8DF-6786-6774-1CBC-097667F555B9}"/>
              </a:ext>
            </a:extLst>
          </p:cNvPr>
          <p:cNvSpPr txBox="1"/>
          <p:nvPr/>
        </p:nvSpPr>
        <p:spPr>
          <a:xfrm>
            <a:off x="4523484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61C25EA8-E2BC-622F-344C-DF6C2D28BFA4}"/>
              </a:ext>
            </a:extLst>
          </p:cNvPr>
          <p:cNvSpPr txBox="1"/>
          <p:nvPr/>
        </p:nvSpPr>
        <p:spPr>
          <a:xfrm>
            <a:off x="5027516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2B710D4E-26CE-B76A-CC30-D87B2C8DA852}"/>
              </a:ext>
            </a:extLst>
          </p:cNvPr>
          <p:cNvSpPr txBox="1"/>
          <p:nvPr/>
        </p:nvSpPr>
        <p:spPr>
          <a:xfrm>
            <a:off x="5428248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77F388F1-2AA4-4B7F-3C17-AE55115ADCC1}"/>
              </a:ext>
            </a:extLst>
          </p:cNvPr>
          <p:cNvSpPr txBox="1"/>
          <p:nvPr/>
        </p:nvSpPr>
        <p:spPr>
          <a:xfrm>
            <a:off x="5687882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F69C4887-5AE9-A049-B749-986619B901E8}"/>
              </a:ext>
            </a:extLst>
          </p:cNvPr>
          <p:cNvSpPr txBox="1"/>
          <p:nvPr/>
        </p:nvSpPr>
        <p:spPr>
          <a:xfrm>
            <a:off x="2368509" y="3601104"/>
            <a:ext cx="4805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00A56945-7957-C968-034C-9D963C437121}"/>
              </a:ext>
            </a:extLst>
          </p:cNvPr>
          <p:cNvSpPr txBox="1"/>
          <p:nvPr/>
        </p:nvSpPr>
        <p:spPr>
          <a:xfrm>
            <a:off x="2368509" y="3851787"/>
            <a:ext cx="5484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8858A403-E2A4-33CE-BD1C-B811C21713A4}"/>
              </a:ext>
            </a:extLst>
          </p:cNvPr>
          <p:cNvSpPr txBox="1"/>
          <p:nvPr/>
        </p:nvSpPr>
        <p:spPr>
          <a:xfrm>
            <a:off x="2368509" y="4118538"/>
            <a:ext cx="5538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1B75960F-CED8-8D35-1670-9D2EDD6BE574}"/>
              </a:ext>
            </a:extLst>
          </p:cNvPr>
          <p:cNvSpPr txBox="1"/>
          <p:nvPr/>
        </p:nvSpPr>
        <p:spPr>
          <a:xfrm>
            <a:off x="2851851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8F01752F-85C9-CF07-A131-F91095A06AD9}"/>
              </a:ext>
            </a:extLst>
          </p:cNvPr>
          <p:cNvSpPr txBox="1"/>
          <p:nvPr/>
        </p:nvSpPr>
        <p:spPr>
          <a:xfrm>
            <a:off x="3238601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209F13BB-CC13-49E9-53D0-210E80C35220}"/>
              </a:ext>
            </a:extLst>
          </p:cNvPr>
          <p:cNvSpPr txBox="1"/>
          <p:nvPr/>
        </p:nvSpPr>
        <p:spPr>
          <a:xfrm>
            <a:off x="3622828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0473E508-8F46-7C11-9126-5B73FF86B16B}"/>
              </a:ext>
            </a:extLst>
          </p:cNvPr>
          <p:cNvSpPr txBox="1"/>
          <p:nvPr/>
        </p:nvSpPr>
        <p:spPr>
          <a:xfrm>
            <a:off x="4027363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A9BE42DC-B28A-8DCF-0044-094890FC285A}"/>
              </a:ext>
            </a:extLst>
          </p:cNvPr>
          <p:cNvSpPr txBox="1"/>
          <p:nvPr/>
        </p:nvSpPr>
        <p:spPr>
          <a:xfrm>
            <a:off x="5428248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11D82C33-771C-9515-05FA-FDED447D9141}"/>
              </a:ext>
            </a:extLst>
          </p:cNvPr>
          <p:cNvSpPr txBox="1"/>
          <p:nvPr/>
        </p:nvSpPr>
        <p:spPr>
          <a:xfrm>
            <a:off x="5687882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1CEE7587-737C-2014-91E1-782C62099DBA}"/>
              </a:ext>
            </a:extLst>
          </p:cNvPr>
          <p:cNvSpPr txBox="1"/>
          <p:nvPr/>
        </p:nvSpPr>
        <p:spPr>
          <a:xfrm>
            <a:off x="2851851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2EED41CB-7AAE-91AD-40BB-45FFD2FF4BFC}"/>
              </a:ext>
            </a:extLst>
          </p:cNvPr>
          <p:cNvSpPr txBox="1"/>
          <p:nvPr/>
        </p:nvSpPr>
        <p:spPr>
          <a:xfrm>
            <a:off x="3238601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C9CFD042-BB71-5359-9DED-4BFEB1E22EB9}"/>
              </a:ext>
            </a:extLst>
          </p:cNvPr>
          <p:cNvSpPr txBox="1"/>
          <p:nvPr/>
        </p:nvSpPr>
        <p:spPr>
          <a:xfrm>
            <a:off x="3622828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CDB256DF-707C-C837-B11D-09DE40F15C13}"/>
              </a:ext>
            </a:extLst>
          </p:cNvPr>
          <p:cNvSpPr txBox="1"/>
          <p:nvPr/>
        </p:nvSpPr>
        <p:spPr>
          <a:xfrm>
            <a:off x="4027363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4B699BB5-23D0-0E3E-FA0E-2B9DAAE8D62D}"/>
              </a:ext>
            </a:extLst>
          </p:cNvPr>
          <p:cNvSpPr txBox="1"/>
          <p:nvPr/>
        </p:nvSpPr>
        <p:spPr>
          <a:xfrm>
            <a:off x="5428248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82374291-AF37-3C90-6814-F4DF1AA4EEA3}"/>
              </a:ext>
            </a:extLst>
          </p:cNvPr>
          <p:cNvSpPr txBox="1"/>
          <p:nvPr/>
        </p:nvSpPr>
        <p:spPr>
          <a:xfrm>
            <a:off x="5687882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977B04E9-369D-8CFC-449F-A92B8D2D5C5F}"/>
              </a:ext>
            </a:extLst>
          </p:cNvPr>
          <p:cNvSpPr txBox="1"/>
          <p:nvPr/>
        </p:nvSpPr>
        <p:spPr>
          <a:xfrm>
            <a:off x="2851851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2C56C131-DF3E-D753-265A-B5A15FC021EF}"/>
              </a:ext>
            </a:extLst>
          </p:cNvPr>
          <p:cNvSpPr txBox="1"/>
          <p:nvPr/>
        </p:nvSpPr>
        <p:spPr>
          <a:xfrm>
            <a:off x="3238601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E132229E-AC95-7CA7-BDC9-EE9E5FA26662}"/>
              </a:ext>
            </a:extLst>
          </p:cNvPr>
          <p:cNvSpPr txBox="1"/>
          <p:nvPr/>
        </p:nvSpPr>
        <p:spPr>
          <a:xfrm>
            <a:off x="3622828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2110965D-AA69-1935-346D-2BCAA02D2AB8}"/>
              </a:ext>
            </a:extLst>
          </p:cNvPr>
          <p:cNvSpPr txBox="1"/>
          <p:nvPr/>
        </p:nvSpPr>
        <p:spPr>
          <a:xfrm>
            <a:off x="4027363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A14A05DF-D6AC-C766-F51E-7691DE9A8E3C}"/>
              </a:ext>
            </a:extLst>
          </p:cNvPr>
          <p:cNvSpPr txBox="1"/>
          <p:nvPr/>
        </p:nvSpPr>
        <p:spPr>
          <a:xfrm>
            <a:off x="5428248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430D92F5-AE34-58A6-367C-CDDDD55D105C}"/>
              </a:ext>
            </a:extLst>
          </p:cNvPr>
          <p:cNvSpPr txBox="1"/>
          <p:nvPr/>
        </p:nvSpPr>
        <p:spPr>
          <a:xfrm>
            <a:off x="5687882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D8391CE8-10E0-9057-1ECA-F1110CA51DE9}"/>
              </a:ext>
            </a:extLst>
          </p:cNvPr>
          <p:cNvSpPr txBox="1"/>
          <p:nvPr/>
        </p:nvSpPr>
        <p:spPr>
          <a:xfrm>
            <a:off x="5687882" y="333474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EA61BE13-32C6-8185-8E73-57BDBEC418BA}"/>
              </a:ext>
            </a:extLst>
          </p:cNvPr>
          <p:cNvSpPr txBox="1"/>
          <p:nvPr/>
        </p:nvSpPr>
        <p:spPr>
          <a:xfrm>
            <a:off x="4557538" y="3599065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26E5E0ED-8E31-86A0-5A97-67D1EA537A2D}"/>
              </a:ext>
            </a:extLst>
          </p:cNvPr>
          <p:cNvSpPr txBox="1"/>
          <p:nvPr/>
        </p:nvSpPr>
        <p:spPr>
          <a:xfrm>
            <a:off x="4543458" y="3858619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56CB6F84-7E65-AF68-04DA-FFA065B04B97}"/>
              </a:ext>
            </a:extLst>
          </p:cNvPr>
          <p:cNvSpPr txBox="1"/>
          <p:nvPr/>
        </p:nvSpPr>
        <p:spPr>
          <a:xfrm>
            <a:off x="5066599" y="384500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3E1F5164-34B3-CC17-5C24-15D8F1DE98C1}"/>
              </a:ext>
            </a:extLst>
          </p:cNvPr>
          <p:cNvSpPr txBox="1"/>
          <p:nvPr/>
        </p:nvSpPr>
        <p:spPr>
          <a:xfrm>
            <a:off x="5058622" y="4118538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291F7076-38CA-1307-2FFB-A71E2C607B18}"/>
              </a:ext>
            </a:extLst>
          </p:cNvPr>
          <p:cNvSpPr txBox="1"/>
          <p:nvPr/>
        </p:nvSpPr>
        <p:spPr>
          <a:xfrm>
            <a:off x="4519365" y="41095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930BFE66-06C9-4925-D1C5-0A6282AF94A4}"/>
              </a:ext>
            </a:extLst>
          </p:cNvPr>
          <p:cNvSpPr txBox="1"/>
          <p:nvPr/>
        </p:nvSpPr>
        <p:spPr>
          <a:xfrm>
            <a:off x="5014850" y="3584098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1" name="箭头: 右 210">
            <a:extLst>
              <a:ext uri="{FF2B5EF4-FFF2-40B4-BE49-F238E27FC236}">
                <a16:creationId xmlns:a16="http://schemas.microsoft.com/office/drawing/2014/main" id="{732F5525-6CCC-3280-A985-FC699F492036}"/>
              </a:ext>
            </a:extLst>
          </p:cNvPr>
          <p:cNvSpPr/>
          <p:nvPr/>
        </p:nvSpPr>
        <p:spPr>
          <a:xfrm rot="5400000">
            <a:off x="2620308" y="2914327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箭头: 右 211">
            <a:extLst>
              <a:ext uri="{FF2B5EF4-FFF2-40B4-BE49-F238E27FC236}">
                <a16:creationId xmlns:a16="http://schemas.microsoft.com/office/drawing/2014/main" id="{46B50433-D414-DBA0-5815-1FF396012A44}"/>
              </a:ext>
            </a:extLst>
          </p:cNvPr>
          <p:cNvSpPr/>
          <p:nvPr/>
        </p:nvSpPr>
        <p:spPr>
          <a:xfrm rot="5400000">
            <a:off x="3130153" y="2914328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箭头: 右 212">
            <a:extLst>
              <a:ext uri="{FF2B5EF4-FFF2-40B4-BE49-F238E27FC236}">
                <a16:creationId xmlns:a16="http://schemas.microsoft.com/office/drawing/2014/main" id="{EE2BA46F-7773-1970-F765-55E1B8163B99}"/>
              </a:ext>
            </a:extLst>
          </p:cNvPr>
          <p:cNvSpPr/>
          <p:nvPr/>
        </p:nvSpPr>
        <p:spPr>
          <a:xfrm rot="5400000">
            <a:off x="3688786" y="2914329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箭头: 右 213">
            <a:extLst>
              <a:ext uri="{FF2B5EF4-FFF2-40B4-BE49-F238E27FC236}">
                <a16:creationId xmlns:a16="http://schemas.microsoft.com/office/drawing/2014/main" id="{5E176CC1-7609-746E-E944-E895FEC80979}"/>
              </a:ext>
            </a:extLst>
          </p:cNvPr>
          <p:cNvSpPr/>
          <p:nvPr/>
        </p:nvSpPr>
        <p:spPr>
          <a:xfrm rot="5400000">
            <a:off x="4194543" y="2914330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箭头: 右 214">
            <a:extLst>
              <a:ext uri="{FF2B5EF4-FFF2-40B4-BE49-F238E27FC236}">
                <a16:creationId xmlns:a16="http://schemas.microsoft.com/office/drawing/2014/main" id="{7F5B4CB1-B2E9-A60A-2EFF-6B97422D44CD}"/>
              </a:ext>
            </a:extLst>
          </p:cNvPr>
          <p:cNvSpPr/>
          <p:nvPr/>
        </p:nvSpPr>
        <p:spPr>
          <a:xfrm rot="5400000">
            <a:off x="4686438" y="2914331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箭头: 右 215">
            <a:extLst>
              <a:ext uri="{FF2B5EF4-FFF2-40B4-BE49-F238E27FC236}">
                <a16:creationId xmlns:a16="http://schemas.microsoft.com/office/drawing/2014/main" id="{72B77796-A78A-5FA6-4AEE-0FED14E7CC98}"/>
              </a:ext>
            </a:extLst>
          </p:cNvPr>
          <p:cNvSpPr/>
          <p:nvPr/>
        </p:nvSpPr>
        <p:spPr>
          <a:xfrm rot="5400000">
            <a:off x="5180736" y="2914332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8" name="直接连接符 217">
            <a:extLst>
              <a:ext uri="{FF2B5EF4-FFF2-40B4-BE49-F238E27FC236}">
                <a16:creationId xmlns:a16="http://schemas.microsoft.com/office/drawing/2014/main" id="{4E471BE2-C744-0422-284C-B6CB4FD52686}"/>
              </a:ext>
            </a:extLst>
          </p:cNvPr>
          <p:cNvCxnSpPr/>
          <p:nvPr/>
        </p:nvCxnSpPr>
        <p:spPr>
          <a:xfrm>
            <a:off x="390419" y="4872415"/>
            <a:ext cx="5524606" cy="0"/>
          </a:xfrm>
          <a:prstGeom prst="line">
            <a:avLst/>
          </a:prstGeom>
          <a:ln w="19050">
            <a:solidFill>
              <a:srgbClr val="01492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文本框 218">
            <a:extLst>
              <a:ext uri="{FF2B5EF4-FFF2-40B4-BE49-F238E27FC236}">
                <a16:creationId xmlns:a16="http://schemas.microsoft.com/office/drawing/2014/main" id="{55943A2F-2651-76B5-2043-3A8985F62347}"/>
              </a:ext>
            </a:extLst>
          </p:cNvPr>
          <p:cNvSpPr txBox="1"/>
          <p:nvPr/>
        </p:nvSpPr>
        <p:spPr>
          <a:xfrm>
            <a:off x="367873" y="4963023"/>
            <a:ext cx="16437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车道与位置示意</a:t>
            </a:r>
          </a:p>
        </p:txBody>
      </p:sp>
      <p:pic>
        <p:nvPicPr>
          <p:cNvPr id="221" name="图片 220">
            <a:extLst>
              <a:ext uri="{FF2B5EF4-FFF2-40B4-BE49-F238E27FC236}">
                <a16:creationId xmlns:a16="http://schemas.microsoft.com/office/drawing/2014/main" id="{26C180F5-C335-5FDA-E828-0DA4F2F6BFC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10831" y="1756267"/>
            <a:ext cx="2190750" cy="1247775"/>
          </a:xfrm>
          <a:prstGeom prst="rect">
            <a:avLst/>
          </a:prstGeom>
        </p:spPr>
      </p:pic>
      <p:sp>
        <p:nvSpPr>
          <p:cNvPr id="222" name="矩形: 圆角 221">
            <a:extLst>
              <a:ext uri="{FF2B5EF4-FFF2-40B4-BE49-F238E27FC236}">
                <a16:creationId xmlns:a16="http://schemas.microsoft.com/office/drawing/2014/main" id="{38839D72-20AA-6789-C9DE-055E9E72AEE9}"/>
              </a:ext>
            </a:extLst>
          </p:cNvPr>
          <p:cNvSpPr/>
          <p:nvPr/>
        </p:nvSpPr>
        <p:spPr>
          <a:xfrm>
            <a:off x="6470253" y="2108871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  <p:graphicFrame>
        <p:nvGraphicFramePr>
          <p:cNvPr id="224" name="对象 223">
            <a:extLst>
              <a:ext uri="{FF2B5EF4-FFF2-40B4-BE49-F238E27FC236}">
                <a16:creationId xmlns:a16="http://schemas.microsoft.com/office/drawing/2014/main" id="{25486C9A-486A-9FC8-5D68-4799A1EFA4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7208"/>
              </p:ext>
            </p:extLst>
          </p:nvPr>
        </p:nvGraphicFramePr>
        <p:xfrm>
          <a:off x="7141703" y="2419350"/>
          <a:ext cx="19891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07880" imgH="241200" progId="Equation.DSMT4">
                  <p:embed/>
                </p:oleObj>
              </mc:Choice>
              <mc:Fallback>
                <p:oleObj name="Equation" r:id="rId18" imgW="1307880" imgH="24120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840C4981-E893-74D3-6B45-2B215EC68C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141703" y="2419350"/>
                        <a:ext cx="1989137" cy="36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367F2DA5-DF22-C7A2-F0B6-A4A3FE69AA72}"/>
              </a:ext>
            </a:extLst>
          </p:cNvPr>
          <p:cNvSpPr/>
          <p:nvPr/>
        </p:nvSpPr>
        <p:spPr>
          <a:xfrm>
            <a:off x="6470253" y="2462255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BD40D47D-CEE2-432B-63B5-84EE52DE996F}"/>
              </a:ext>
            </a:extLst>
          </p:cNvPr>
          <p:cNvSpPr/>
          <p:nvPr/>
        </p:nvSpPr>
        <p:spPr>
          <a:xfrm>
            <a:off x="6470253" y="2818191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8BF8DB2-96C6-D6AA-3305-48F3110A32D8}"/>
              </a:ext>
            </a:extLst>
          </p:cNvPr>
          <p:cNvSpPr txBox="1"/>
          <p:nvPr/>
        </p:nvSpPr>
        <p:spPr>
          <a:xfrm>
            <a:off x="7090919" y="2818160"/>
            <a:ext cx="2458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车辆前保险杠到停止线的距离</a:t>
            </a:r>
          </a:p>
        </p:txBody>
      </p:sp>
      <p:pic>
        <p:nvPicPr>
          <p:cNvPr id="228" name="图片 227">
            <a:extLst>
              <a:ext uri="{FF2B5EF4-FFF2-40B4-BE49-F238E27FC236}">
                <a16:creationId xmlns:a16="http://schemas.microsoft.com/office/drawing/2014/main" id="{B81236C6-2469-6F0F-AE91-4A41E3605B3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16994" y="3506598"/>
            <a:ext cx="2205234" cy="1154302"/>
          </a:xfrm>
          <a:prstGeom prst="rect">
            <a:avLst/>
          </a:prstGeom>
        </p:spPr>
      </p:pic>
      <p:graphicFrame>
        <p:nvGraphicFramePr>
          <p:cNvPr id="229" name="对象 228">
            <a:extLst>
              <a:ext uri="{FF2B5EF4-FFF2-40B4-BE49-F238E27FC236}">
                <a16:creationId xmlns:a16="http://schemas.microsoft.com/office/drawing/2014/main" id="{518EBE19-3675-2130-8681-35C921FDA8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390542"/>
              </p:ext>
            </p:extLst>
          </p:nvPr>
        </p:nvGraphicFramePr>
        <p:xfrm>
          <a:off x="7141703" y="3883025"/>
          <a:ext cx="5016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30120" imgH="228600" progId="Equation.DSMT4">
                  <p:embed/>
                </p:oleObj>
              </mc:Choice>
              <mc:Fallback>
                <p:oleObj name="Equation" r:id="rId21" imgW="330120" imgH="22860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840C4981-E893-74D3-6B45-2B215EC68C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41703" y="3883025"/>
                        <a:ext cx="501650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" name="矩形: 圆角 229">
            <a:extLst>
              <a:ext uri="{FF2B5EF4-FFF2-40B4-BE49-F238E27FC236}">
                <a16:creationId xmlns:a16="http://schemas.microsoft.com/office/drawing/2014/main" id="{CB5E8844-D481-FFC5-61A1-364707C74299}"/>
              </a:ext>
            </a:extLst>
          </p:cNvPr>
          <p:cNvSpPr/>
          <p:nvPr/>
        </p:nvSpPr>
        <p:spPr>
          <a:xfrm>
            <a:off x="6470253" y="3916768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  <p:graphicFrame>
        <p:nvGraphicFramePr>
          <p:cNvPr id="231" name="对象 230">
            <a:extLst>
              <a:ext uri="{FF2B5EF4-FFF2-40B4-BE49-F238E27FC236}">
                <a16:creationId xmlns:a16="http://schemas.microsoft.com/office/drawing/2014/main" id="{E9CB29E2-B609-0AAD-8EEC-A0CAC083BB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449467"/>
              </p:ext>
            </p:extLst>
          </p:nvPr>
        </p:nvGraphicFramePr>
        <p:xfrm>
          <a:off x="7141703" y="4302193"/>
          <a:ext cx="2510503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057400" imgH="228600" progId="Equation.DSMT4">
                  <p:embed/>
                </p:oleObj>
              </mc:Choice>
              <mc:Fallback>
                <p:oleObj name="Equation" r:id="rId23" imgW="2057400" imgH="228600" progId="Equation.DSMT4">
                  <p:embed/>
                  <p:pic>
                    <p:nvPicPr>
                      <p:cNvPr id="224" name="对象 223">
                        <a:extLst>
                          <a:ext uri="{FF2B5EF4-FFF2-40B4-BE49-F238E27FC236}">
                            <a16:creationId xmlns:a16="http://schemas.microsoft.com/office/drawing/2014/main" id="{25486C9A-486A-9FC8-5D68-4799A1EFA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41703" y="4302193"/>
                        <a:ext cx="2510503" cy="277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" name="矩形: 圆角 231">
            <a:extLst>
              <a:ext uri="{FF2B5EF4-FFF2-40B4-BE49-F238E27FC236}">
                <a16:creationId xmlns:a16="http://schemas.microsoft.com/office/drawing/2014/main" id="{530171F0-31C4-32B3-0BB0-D0D7279F2F58}"/>
              </a:ext>
            </a:extLst>
          </p:cNvPr>
          <p:cNvSpPr/>
          <p:nvPr/>
        </p:nvSpPr>
        <p:spPr>
          <a:xfrm>
            <a:off x="6470253" y="4270152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</a:p>
        </p:txBody>
      </p:sp>
      <p:sp>
        <p:nvSpPr>
          <p:cNvPr id="233" name="矩形: 圆角 232">
            <a:extLst>
              <a:ext uri="{FF2B5EF4-FFF2-40B4-BE49-F238E27FC236}">
                <a16:creationId xmlns:a16="http://schemas.microsoft.com/office/drawing/2014/main" id="{8051512E-3C1D-FDC8-B079-71FC2B8598FB}"/>
              </a:ext>
            </a:extLst>
          </p:cNvPr>
          <p:cNvSpPr/>
          <p:nvPr/>
        </p:nvSpPr>
        <p:spPr>
          <a:xfrm>
            <a:off x="6470253" y="4626088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BA8FF7E1-A59E-A7E1-8084-8410BCC141CC}"/>
              </a:ext>
            </a:extLst>
          </p:cNvPr>
          <p:cNvSpPr txBox="1"/>
          <p:nvPr/>
        </p:nvSpPr>
        <p:spPr>
          <a:xfrm>
            <a:off x="7141703" y="4626057"/>
            <a:ext cx="32119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SUMO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返回的间距加上最小间距加上车长</a:t>
            </a:r>
          </a:p>
        </p:txBody>
      </p:sp>
      <p:pic>
        <p:nvPicPr>
          <p:cNvPr id="236" name="图片 235">
            <a:extLst>
              <a:ext uri="{FF2B5EF4-FFF2-40B4-BE49-F238E27FC236}">
                <a16:creationId xmlns:a16="http://schemas.microsoft.com/office/drawing/2014/main" id="{8D0E5400-98F0-6328-7643-68C426552E1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08750" y="5547218"/>
            <a:ext cx="657225" cy="333375"/>
          </a:xfrm>
          <a:prstGeom prst="rect">
            <a:avLst/>
          </a:prstGeom>
        </p:spPr>
      </p:pic>
      <p:pic>
        <p:nvPicPr>
          <p:cNvPr id="237" name="图片 236">
            <a:extLst>
              <a:ext uri="{FF2B5EF4-FFF2-40B4-BE49-F238E27FC236}">
                <a16:creationId xmlns:a16="http://schemas.microsoft.com/office/drawing/2014/main" id="{AA1BE49D-CC90-07FA-C072-3822E77485E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01200" y="5566268"/>
            <a:ext cx="685800" cy="314325"/>
          </a:xfrm>
          <a:prstGeom prst="rect">
            <a:avLst/>
          </a:prstGeom>
        </p:spPr>
      </p:pic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C8CFC8C8-8040-0B7E-F18C-DBDCA2ABB538}"/>
              </a:ext>
            </a:extLst>
          </p:cNvPr>
          <p:cNvCxnSpPr/>
          <p:nvPr/>
        </p:nvCxnSpPr>
        <p:spPr>
          <a:xfrm>
            <a:off x="9239250" y="5883275"/>
            <a:ext cx="253365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0" name="文本框 239">
            <a:extLst>
              <a:ext uri="{FF2B5EF4-FFF2-40B4-BE49-F238E27FC236}">
                <a16:creationId xmlns:a16="http://schemas.microsoft.com/office/drawing/2014/main" id="{CEF7A1B9-6C59-F742-0377-79FF26C4A9BF}"/>
              </a:ext>
            </a:extLst>
          </p:cNvPr>
          <p:cNvSpPr txBox="1"/>
          <p:nvPr/>
        </p:nvSpPr>
        <p:spPr>
          <a:xfrm>
            <a:off x="9634537" y="5905169"/>
            <a:ext cx="8310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 </a:t>
            </a:r>
            <a:r>
              <a:rPr lang="en-US" altLang="zh-CN" sz="11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D6179489-CFFB-6A65-DE11-70CBBD078124}"/>
              </a:ext>
            </a:extLst>
          </p:cNvPr>
          <p:cNvSpPr txBox="1"/>
          <p:nvPr/>
        </p:nvSpPr>
        <p:spPr>
          <a:xfrm>
            <a:off x="10733656" y="5905169"/>
            <a:ext cx="8310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 </a:t>
            </a:r>
            <a:r>
              <a:rPr lang="en-US" altLang="zh-CN" sz="11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3" name="直接箭头连接符 242">
            <a:extLst>
              <a:ext uri="{FF2B5EF4-FFF2-40B4-BE49-F238E27FC236}">
                <a16:creationId xmlns:a16="http://schemas.microsoft.com/office/drawing/2014/main" id="{FE5DB0F3-7C9D-507C-1486-A52AE46FE57E}"/>
              </a:ext>
            </a:extLst>
          </p:cNvPr>
          <p:cNvCxnSpPr/>
          <p:nvPr/>
        </p:nvCxnSpPr>
        <p:spPr>
          <a:xfrm flipH="1">
            <a:off x="10222706" y="5491163"/>
            <a:ext cx="723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4" name="文本框 243">
            <a:extLst>
              <a:ext uri="{FF2B5EF4-FFF2-40B4-BE49-F238E27FC236}">
                <a16:creationId xmlns:a16="http://schemas.microsoft.com/office/drawing/2014/main" id="{40E97AF8-8735-D5AC-496E-CBFD46496194}"/>
              </a:ext>
            </a:extLst>
          </p:cNvPr>
          <p:cNvSpPr txBox="1"/>
          <p:nvPr/>
        </p:nvSpPr>
        <p:spPr>
          <a:xfrm>
            <a:off x="10222704" y="5217016"/>
            <a:ext cx="945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Rear(t) = </a:t>
            </a:r>
            <a:r>
              <a:rPr lang="en-US" altLang="zh-CN" sz="11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5" name="矩形: 圆角 244">
            <a:extLst>
              <a:ext uri="{FF2B5EF4-FFF2-40B4-BE49-F238E27FC236}">
                <a16:creationId xmlns:a16="http://schemas.microsoft.com/office/drawing/2014/main" id="{B660B9D1-DDB1-54C8-89D8-EC4AD9767BC5}"/>
              </a:ext>
            </a:extLst>
          </p:cNvPr>
          <p:cNvSpPr/>
          <p:nvPr/>
        </p:nvSpPr>
        <p:spPr>
          <a:xfrm>
            <a:off x="6470253" y="5796348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538D78C8-CC8F-708E-11FA-E441AC830302}"/>
              </a:ext>
            </a:extLst>
          </p:cNvPr>
          <p:cNvSpPr txBox="1"/>
          <p:nvPr/>
        </p:nvSpPr>
        <p:spPr>
          <a:xfrm>
            <a:off x="7141703" y="5665689"/>
            <a:ext cx="2097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后车识别为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，此时激活基于机会约束的后向安全约束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CE7203A3-7DF8-BF97-0111-4BA2CC75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10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9671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79479-AFB7-FB85-63E2-B2DB0C94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>
            <a:extLst>
              <a:ext uri="{FF2B5EF4-FFF2-40B4-BE49-F238E27FC236}">
                <a16:creationId xmlns:a16="http://schemas.microsoft.com/office/drawing/2014/main" id="{EA08AA61-0AE9-8151-4B8C-852FDBEE27EB}"/>
              </a:ext>
            </a:extLst>
          </p:cNvPr>
          <p:cNvSpPr txBox="1"/>
          <p:nvPr/>
        </p:nvSpPr>
        <p:spPr>
          <a:xfrm>
            <a:off x="8313737" y="5727233"/>
            <a:ext cx="2458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历史轨迹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6219AF2-A8FE-7F8A-6B71-7EAB1297DEF5}"/>
              </a:ext>
            </a:extLst>
          </p:cNvPr>
          <p:cNvSpPr txBox="1"/>
          <p:nvPr/>
        </p:nvSpPr>
        <p:spPr>
          <a:xfrm>
            <a:off x="8313737" y="6013595"/>
            <a:ext cx="2458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：跟驰距离阈值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C319E92-BDF2-7E79-F06A-B7D868CEC590}"/>
              </a:ext>
            </a:extLst>
          </p:cNvPr>
          <p:cNvSpPr txBox="1"/>
          <p:nvPr/>
        </p:nvSpPr>
        <p:spPr>
          <a:xfrm>
            <a:off x="8313737" y="6290312"/>
            <a:ext cx="2458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：更新时间间隔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17F635-E23F-5D66-7398-9461FA554D7E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5BDA494-0656-E165-8FB7-729AEDFCC4A5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B5DF2B37-FD34-F6E2-CFBA-A5C44F801468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211C833B-29B0-624A-3377-92BB351F57EF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E2840D6-4B48-4304-4358-4317196E3A8C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07479A0A-DE6F-4DF0-9F48-8F5C145BD60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D263B9F0-2D09-048F-93F1-11D85122A531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91023BF3-72B5-5A35-8456-58E30757EF80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9FB53FF6-68A0-DC6A-689C-02220F26F63B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1735F61E-62F3-DDFD-EB59-6BA880916B3A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置信度计算模型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6E024D35-B31B-8C00-E2BA-945EBABEE5A2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38388182-55C8-53C9-D02B-4C5704A6F0A8}"/>
              </a:ext>
            </a:extLst>
          </p:cNvPr>
          <p:cNvSpPr/>
          <p:nvPr/>
        </p:nvSpPr>
        <p:spPr>
          <a:xfrm>
            <a:off x="195034" y="2533670"/>
            <a:ext cx="3308657" cy="301506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9AC5F562-3AC2-1D24-ED8D-F3290CF32E83}"/>
              </a:ext>
            </a:extLst>
          </p:cNvPr>
          <p:cNvSpPr/>
          <p:nvPr/>
        </p:nvSpPr>
        <p:spPr>
          <a:xfrm>
            <a:off x="352426" y="2675974"/>
            <a:ext cx="1078022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观测特征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EA35DF5-C46B-A727-9AD7-DB4729C46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1294822"/>
            <a:ext cx="11401425" cy="1133475"/>
          </a:xfrm>
          <a:prstGeom prst="rect">
            <a:avLst/>
          </a:prstGeom>
        </p:spPr>
      </p:pic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5E5962C3-C87D-0166-7597-FC3EBF6127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859771"/>
              </p:ext>
            </p:extLst>
          </p:nvPr>
        </p:nvGraphicFramePr>
        <p:xfrm>
          <a:off x="477378" y="3075033"/>
          <a:ext cx="2529541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70000" imgH="241200" progId="Equation.DSMT4">
                  <p:embed/>
                </p:oleObj>
              </mc:Choice>
              <mc:Fallback>
                <p:oleObj name="Equation" r:id="rId5" imgW="2070000" imgH="241200" progId="Equation.DSMT4">
                  <p:embed/>
                  <p:pic>
                    <p:nvPicPr>
                      <p:cNvPr id="229" name="对象 228">
                        <a:extLst>
                          <a:ext uri="{FF2B5EF4-FFF2-40B4-BE49-F238E27FC236}">
                            <a16:creationId xmlns:a16="http://schemas.microsoft.com/office/drawing/2014/main" id="{518EBE19-3675-2130-8681-35C921FDA8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7378" y="3075033"/>
                        <a:ext cx="2529541" cy="293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D17C12DF-B721-2600-E46A-724C71CA53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21696"/>
              </p:ext>
            </p:extLst>
          </p:nvPr>
        </p:nvGraphicFramePr>
        <p:xfrm>
          <a:off x="477378" y="3417970"/>
          <a:ext cx="2512941" cy="278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57400" imgH="228600" progId="Equation.DSMT4">
                  <p:embed/>
                </p:oleObj>
              </mc:Choice>
              <mc:Fallback>
                <p:oleObj name="Equation" r:id="rId7" imgW="2057400" imgH="2286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5E5962C3-C87D-0166-7597-FC3EBF6127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7378" y="3417970"/>
                        <a:ext cx="2512941" cy="278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078ED05E-E79A-6D73-B6FC-C308C16D49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478910"/>
              </p:ext>
            </p:extLst>
          </p:nvPr>
        </p:nvGraphicFramePr>
        <p:xfrm>
          <a:off x="477378" y="3740560"/>
          <a:ext cx="2326513" cy="524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04760" imgH="431640" progId="Equation.DSMT4">
                  <p:embed/>
                </p:oleObj>
              </mc:Choice>
              <mc:Fallback>
                <p:oleObj name="Equation" r:id="rId9" imgW="1904760" imgH="4316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D17C12DF-B721-2600-E46A-724C71CA53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7378" y="3740560"/>
                        <a:ext cx="2326513" cy="524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36E9CFC7-0A43-BDF8-BD29-A7D3C9CE00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436258"/>
              </p:ext>
            </p:extLst>
          </p:nvPr>
        </p:nvGraphicFramePr>
        <p:xfrm>
          <a:off x="477379" y="4309591"/>
          <a:ext cx="2852596" cy="1141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36760" imgH="939600" progId="Equation.DSMT4">
                  <p:embed/>
                </p:oleObj>
              </mc:Choice>
              <mc:Fallback>
                <p:oleObj name="Equation" r:id="rId11" imgW="2336760" imgH="9396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078ED05E-E79A-6D73-B6FC-C308C16D49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7379" y="4309591"/>
                        <a:ext cx="2852596" cy="11415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: 圆角 1">
            <a:extLst>
              <a:ext uri="{FF2B5EF4-FFF2-40B4-BE49-F238E27FC236}">
                <a16:creationId xmlns:a16="http://schemas.microsoft.com/office/drawing/2014/main" id="{78A2A0D3-891A-9C46-62DB-4549B8370503}"/>
              </a:ext>
            </a:extLst>
          </p:cNvPr>
          <p:cNvSpPr/>
          <p:nvPr/>
        </p:nvSpPr>
        <p:spPr>
          <a:xfrm>
            <a:off x="3994649" y="2533670"/>
            <a:ext cx="3308657" cy="301506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E569F5D-9315-E92C-4408-5C93AA31AAC8}"/>
              </a:ext>
            </a:extLst>
          </p:cNvPr>
          <p:cNvSpPr/>
          <p:nvPr/>
        </p:nvSpPr>
        <p:spPr>
          <a:xfrm>
            <a:off x="4152040" y="2675974"/>
            <a:ext cx="1570133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类条件高斯斯然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92C514F-2FCE-14FE-5FE2-3296CDA996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646369"/>
              </p:ext>
            </p:extLst>
          </p:nvPr>
        </p:nvGraphicFramePr>
        <p:xfrm>
          <a:off x="4334393" y="3194466"/>
          <a:ext cx="2576990" cy="324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03240" imgH="228600" progId="Equation.DSMT4">
                  <p:embed/>
                </p:oleObj>
              </mc:Choice>
              <mc:Fallback>
                <p:oleObj name="Equation" r:id="rId13" imgW="1803240" imgH="2286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5E5962C3-C87D-0166-7597-FC3EBF6127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34393" y="3194466"/>
                        <a:ext cx="2576990" cy="324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FAFD29B-7B79-4C1E-2750-2A26FF0F65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024595"/>
              </p:ext>
            </p:extLst>
          </p:nvPr>
        </p:nvGraphicFramePr>
        <p:xfrm>
          <a:off x="4309127" y="3849310"/>
          <a:ext cx="2649402" cy="324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854000" imgH="228600" progId="Equation.DSMT4">
                  <p:embed/>
                </p:oleObj>
              </mc:Choice>
              <mc:Fallback>
                <p:oleObj name="Equation" r:id="rId15" imgW="185400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92C514F-2FCE-14FE-5FE2-3296CDA996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09127" y="3849310"/>
                        <a:ext cx="2649402" cy="324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3A247FD-992F-40D6-333B-3EC3FC136C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452285"/>
              </p:ext>
            </p:extLst>
          </p:nvPr>
        </p:nvGraphicFramePr>
        <p:xfrm>
          <a:off x="4216025" y="4487285"/>
          <a:ext cx="2835605" cy="673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019240" imgH="482400" progId="Equation.DSMT4">
                  <p:embed/>
                </p:oleObj>
              </mc:Choice>
              <mc:Fallback>
                <p:oleObj name="Equation" r:id="rId17" imgW="2019240" imgH="4824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9FAFD29B-7B79-4C1E-2750-2A26FF0F65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16025" y="4487285"/>
                        <a:ext cx="2835605" cy="673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80DFE96-9967-AC33-DD8D-C823E2F703F6}"/>
              </a:ext>
            </a:extLst>
          </p:cNvPr>
          <p:cNvSpPr/>
          <p:nvPr/>
        </p:nvSpPr>
        <p:spPr>
          <a:xfrm>
            <a:off x="7858409" y="2533670"/>
            <a:ext cx="3895442" cy="301506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26B8CC4-37A2-A2A1-D451-90BC724F0DF5}"/>
              </a:ext>
            </a:extLst>
          </p:cNvPr>
          <p:cNvSpPr/>
          <p:nvPr/>
        </p:nvSpPr>
        <p:spPr>
          <a:xfrm>
            <a:off x="8021990" y="2675974"/>
            <a:ext cx="175442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贝叶斯置信度更新 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B5F5EAE3-B748-1129-2124-60B3016A96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769988"/>
              </p:ext>
            </p:extLst>
          </p:nvPr>
        </p:nvGraphicFramePr>
        <p:xfrm>
          <a:off x="8119820" y="3129437"/>
          <a:ext cx="965528" cy="288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61760" imgH="228600" progId="Equation.DSMT4">
                  <p:embed/>
                </p:oleObj>
              </mc:Choice>
              <mc:Fallback>
                <p:oleObj name="Equation" r:id="rId19" imgW="76176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92C514F-2FCE-14FE-5FE2-3296CDA996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119820" y="3129437"/>
                        <a:ext cx="965528" cy="288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3158029C-8DC4-F089-3E14-5DCBD36B43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705585"/>
              </p:ext>
            </p:extLst>
          </p:nvPr>
        </p:nvGraphicFramePr>
        <p:xfrm>
          <a:off x="9526556" y="3002167"/>
          <a:ext cx="1786087" cy="577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09400" imgH="457200" progId="Equation.DSMT4">
                  <p:embed/>
                </p:oleObj>
              </mc:Choice>
              <mc:Fallback>
                <p:oleObj name="Equation" r:id="rId21" imgW="1409400" imgH="45720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B5F5EAE3-B748-1129-2124-60B3016A96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526556" y="3002167"/>
                        <a:ext cx="1786087" cy="577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62195BE8-F7CA-DAB3-0F5F-0E00F1DE42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820039"/>
              </p:ext>
            </p:extLst>
          </p:nvPr>
        </p:nvGraphicFramePr>
        <p:xfrm>
          <a:off x="9526556" y="3631171"/>
          <a:ext cx="1591854" cy="288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57120" imgH="228600" progId="Equation.DSMT4">
                  <p:embed/>
                </p:oleObj>
              </mc:Choice>
              <mc:Fallback>
                <p:oleObj name="Equation" r:id="rId23" imgW="1257120" imgH="2286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3158029C-8DC4-F089-3E14-5DCBD36B43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526556" y="3631171"/>
                        <a:ext cx="1591854" cy="288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DFFD35AA-3F82-CBFF-0998-6666BD8988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813671"/>
              </p:ext>
            </p:extLst>
          </p:nvPr>
        </p:nvGraphicFramePr>
        <p:xfrm>
          <a:off x="9455001" y="3977055"/>
          <a:ext cx="1881795" cy="737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85720" imgH="583920" progId="Equation.DSMT4">
                  <p:embed/>
                </p:oleObj>
              </mc:Choice>
              <mc:Fallback>
                <p:oleObj name="Equation" r:id="rId25" imgW="1485720" imgH="58392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62195BE8-F7CA-DAB3-0F5F-0E00F1DE4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455001" y="3977055"/>
                        <a:ext cx="1881795" cy="737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DA2E0372-1D8E-97EF-F1C3-058CE2E68D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964870"/>
              </p:ext>
            </p:extLst>
          </p:nvPr>
        </p:nvGraphicFramePr>
        <p:xfrm>
          <a:off x="9215515" y="4719692"/>
          <a:ext cx="2347669" cy="320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854000" imgH="253800" progId="Equation.DSMT4">
                  <p:embed/>
                </p:oleObj>
              </mc:Choice>
              <mc:Fallback>
                <p:oleObj name="Equation" r:id="rId27" imgW="1854000" imgH="2538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DFFD35AA-3F82-CBFF-0998-6666BD8988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215515" y="4719692"/>
                        <a:ext cx="2347669" cy="320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16B9434C-9991-4B70-5F4B-B57A58C68C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69705"/>
              </p:ext>
            </p:extLst>
          </p:nvPr>
        </p:nvGraphicFramePr>
        <p:xfrm>
          <a:off x="9191017" y="5146659"/>
          <a:ext cx="2523604" cy="288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993680" imgH="228600" progId="Equation.DSMT4">
                  <p:embed/>
                </p:oleObj>
              </mc:Choice>
              <mc:Fallback>
                <p:oleObj name="Equation" r:id="rId29" imgW="1993680" imgH="2286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DA2E0372-1D8E-97EF-F1C3-058CE2E68D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191017" y="5146659"/>
                        <a:ext cx="2523604" cy="2885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E32E1103-E3B0-9CE2-DEEA-0C2B7BAC85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694886"/>
              </p:ext>
            </p:extLst>
          </p:nvPr>
        </p:nvGraphicFramePr>
        <p:xfrm>
          <a:off x="1968083" y="5938555"/>
          <a:ext cx="6123061" cy="378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495680" imgH="279360" progId="Equation.DSMT4">
                  <p:embed/>
                </p:oleObj>
              </mc:Choice>
              <mc:Fallback>
                <p:oleObj name="Equation" r:id="rId31" imgW="4495680" imgH="2793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D3A247FD-992F-40D6-333B-3EC3FC136C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968083" y="5938555"/>
                        <a:ext cx="6123061" cy="3785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52B14902-CDE3-CFE5-08DC-E2B09940B078}"/>
              </a:ext>
            </a:extLst>
          </p:cNvPr>
          <p:cNvSpPr/>
          <p:nvPr/>
        </p:nvSpPr>
        <p:spPr>
          <a:xfrm>
            <a:off x="195034" y="5666404"/>
            <a:ext cx="11558816" cy="913891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2A1B1669-572A-73E1-9394-5A3F2ED82051}"/>
              </a:ext>
            </a:extLst>
          </p:cNvPr>
          <p:cNvSpPr/>
          <p:nvPr/>
        </p:nvSpPr>
        <p:spPr>
          <a:xfrm>
            <a:off x="352425" y="5976505"/>
            <a:ext cx="1458267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更新触发条件</a:t>
            </a: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F63A99F7-F826-6823-8B03-C6A78BEBCCDC}"/>
              </a:ext>
            </a:extLst>
          </p:cNvPr>
          <p:cNvCxnSpPr>
            <a:cxnSpLocks/>
          </p:cNvCxnSpPr>
          <p:nvPr/>
        </p:nvCxnSpPr>
        <p:spPr>
          <a:xfrm>
            <a:off x="8202440" y="5666405"/>
            <a:ext cx="0" cy="913890"/>
          </a:xfrm>
          <a:prstGeom prst="line">
            <a:avLst/>
          </a:prstGeom>
          <a:ln w="19050">
            <a:solidFill>
              <a:srgbClr val="01492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对象 75">
            <a:extLst>
              <a:ext uri="{FF2B5EF4-FFF2-40B4-BE49-F238E27FC236}">
                <a16:creationId xmlns:a16="http://schemas.microsoft.com/office/drawing/2014/main" id="{4E62C2BA-80BA-E93C-CE55-B7A0D1CD21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674109"/>
              </p:ext>
            </p:extLst>
          </p:nvPr>
        </p:nvGraphicFramePr>
        <p:xfrm>
          <a:off x="8524627" y="5727232"/>
          <a:ext cx="2603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90440" imgH="228600" progId="Equation.DSMT4">
                  <p:embed/>
                </p:oleObj>
              </mc:Choice>
              <mc:Fallback>
                <p:oleObj name="Equation" r:id="rId33" imgW="190440" imgH="228600" progId="Equation.DSMT4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E32E1103-E3B0-9CE2-DEEA-0C2B7BAC85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524627" y="5727232"/>
                        <a:ext cx="260350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对象 80">
            <a:extLst>
              <a:ext uri="{FF2B5EF4-FFF2-40B4-BE49-F238E27FC236}">
                <a16:creationId xmlns:a16="http://schemas.microsoft.com/office/drawing/2014/main" id="{89BA2443-709C-3497-B496-610C175D13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409997"/>
              </p:ext>
            </p:extLst>
          </p:nvPr>
        </p:nvGraphicFramePr>
        <p:xfrm>
          <a:off x="8516938" y="6003925"/>
          <a:ext cx="27781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03040" imgH="228600" progId="Equation.DSMT4">
                  <p:embed/>
                </p:oleObj>
              </mc:Choice>
              <mc:Fallback>
                <p:oleObj name="Equation" r:id="rId35" imgW="203040" imgH="228600" progId="Equation.DSMT4">
                  <p:embed/>
                  <p:pic>
                    <p:nvPicPr>
                      <p:cNvPr id="76" name="对象 75">
                        <a:extLst>
                          <a:ext uri="{FF2B5EF4-FFF2-40B4-BE49-F238E27FC236}">
                            <a16:creationId xmlns:a16="http://schemas.microsoft.com/office/drawing/2014/main" id="{4E62C2BA-80BA-E93C-CE55-B7A0D1CD21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516938" y="6003925"/>
                        <a:ext cx="277812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C8F08519-0B77-09A8-C300-9F8E0E0F9E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207642"/>
              </p:ext>
            </p:extLst>
          </p:nvPr>
        </p:nvGraphicFramePr>
        <p:xfrm>
          <a:off x="8499475" y="6283325"/>
          <a:ext cx="31273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28600" imgH="228600" progId="Equation.DSMT4">
                  <p:embed/>
                </p:oleObj>
              </mc:Choice>
              <mc:Fallback>
                <p:oleObj name="Equation" r:id="rId37" imgW="228600" imgH="228600" progId="Equation.DSMT4">
                  <p:embed/>
                  <p:pic>
                    <p:nvPicPr>
                      <p:cNvPr id="81" name="对象 80">
                        <a:extLst>
                          <a:ext uri="{FF2B5EF4-FFF2-40B4-BE49-F238E27FC236}">
                            <a16:creationId xmlns:a16="http://schemas.microsoft.com/office/drawing/2014/main" id="{89BA2443-709C-3497-B496-610C175D13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8499475" y="6283325"/>
                        <a:ext cx="312738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7FEC7CFC-56BD-D3DA-7A88-A5AF0D57E5CD}"/>
              </a:ext>
            </a:extLst>
          </p:cNvPr>
          <p:cNvSpPr txBox="1"/>
          <p:nvPr/>
        </p:nvSpPr>
        <p:spPr>
          <a:xfrm>
            <a:off x="1454610" y="2676866"/>
            <a:ext cx="1984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体现跟驰、安全、能耗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33B9BD-B5FE-540F-E7A8-0667581C3A99}"/>
              </a:ext>
            </a:extLst>
          </p:cNvPr>
          <p:cNvSpPr txBox="1"/>
          <p:nvPr/>
        </p:nvSpPr>
        <p:spPr>
          <a:xfrm>
            <a:off x="7942972" y="3417970"/>
            <a:ext cx="16840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置信度（连续量）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69ECCA-8BB8-6A87-3F31-EA2FFEB832A3}"/>
              </a:ext>
            </a:extLst>
          </p:cNvPr>
          <p:cNvSpPr txBox="1"/>
          <p:nvPr/>
        </p:nvSpPr>
        <p:spPr>
          <a:xfrm>
            <a:off x="8304080" y="4714572"/>
            <a:ext cx="705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平滑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FAFDEB-FD1C-94C4-0757-96A87613F938}"/>
              </a:ext>
            </a:extLst>
          </p:cNvPr>
          <p:cNvSpPr txBox="1"/>
          <p:nvPr/>
        </p:nvSpPr>
        <p:spPr>
          <a:xfrm>
            <a:off x="8249959" y="5134101"/>
            <a:ext cx="705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截断</a:t>
            </a:r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D30DEE46-13FD-B403-18A0-BA5835344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11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3677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13DC5-B8B4-3B0B-B4EC-F30F9B82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3F09172-A965-7195-B4EA-F6DF55E48BBA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33AE3B1-1FBD-86DF-DF7B-14ACEB9724CF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35E2B298-B8BC-5B8C-CC7D-AFD9030E17EA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6C3C8615-4B7F-415C-D3C6-F635248FD120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189C8EE-B48B-5337-2B2D-37D271DAC856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B10CD280-6D7B-8A15-CBED-7E74C9F0B86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0F878481-4F43-03BB-8B92-21983760BBD5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99683A30-5EE4-75C0-6C68-987CAC6C49FF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1AD19802-4BCC-C61A-943B-BE4CE6D72321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B7B0A085-1E4A-795B-BDA8-055EF89C6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479" y="3569231"/>
            <a:ext cx="4707485" cy="138106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DC77365-BE86-5B47-8A04-60C1FE9964F6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上层</a:t>
            </a:r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DRL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信号控制模型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63">
            <a:extLst>
              <a:ext uri="{FF2B5EF4-FFF2-40B4-BE49-F238E27FC236}">
                <a16:creationId xmlns:a16="http://schemas.microsoft.com/office/drawing/2014/main" id="{CC36F43A-BEB0-312E-5996-0F8D5E0446A8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64">
            <a:extLst>
              <a:ext uri="{FF2B5EF4-FFF2-40B4-BE49-F238E27FC236}">
                <a16:creationId xmlns:a16="http://schemas.microsoft.com/office/drawing/2014/main" id="{629E44A3-7C69-2EA0-0674-A9968C8B3770}"/>
              </a:ext>
            </a:extLst>
          </p:cNvPr>
          <p:cNvSpPr/>
          <p:nvPr/>
        </p:nvSpPr>
        <p:spPr>
          <a:xfrm>
            <a:off x="195034" y="1522258"/>
            <a:ext cx="4485608" cy="5177435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74">
            <a:extLst>
              <a:ext uri="{FF2B5EF4-FFF2-40B4-BE49-F238E27FC236}">
                <a16:creationId xmlns:a16="http://schemas.microsoft.com/office/drawing/2014/main" id="{51DF6059-123F-39A0-AB95-14B1AB5898C4}"/>
              </a:ext>
            </a:extLst>
          </p:cNvPr>
          <p:cNvSpPr/>
          <p:nvPr/>
        </p:nvSpPr>
        <p:spPr>
          <a:xfrm>
            <a:off x="352426" y="1664563"/>
            <a:ext cx="1684604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状态空间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State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66D0F4C-75A1-AEE8-88F9-6DD40DDA1E21}"/>
              </a:ext>
            </a:extLst>
          </p:cNvPr>
          <p:cNvGrpSpPr/>
          <p:nvPr/>
        </p:nvGrpSpPr>
        <p:grpSpPr>
          <a:xfrm>
            <a:off x="1589016" y="2678657"/>
            <a:ext cx="2656375" cy="3851365"/>
            <a:chOff x="1589016" y="2678657"/>
            <a:chExt cx="2656375" cy="3851365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776092F6-BE11-036C-8D01-1EED7ABCDF0A}"/>
                </a:ext>
              </a:extLst>
            </p:cNvPr>
            <p:cNvGrpSpPr/>
            <p:nvPr/>
          </p:nvGrpSpPr>
          <p:grpSpPr>
            <a:xfrm>
              <a:off x="1624826" y="2678657"/>
              <a:ext cx="2498248" cy="855144"/>
              <a:chOff x="1074263" y="2678657"/>
              <a:chExt cx="2498248" cy="855144"/>
            </a:xfrm>
          </p:grpSpPr>
          <p:sp>
            <p:nvSpPr>
              <p:cNvPr id="383" name="矩形 382">
                <a:extLst>
                  <a:ext uri="{FF2B5EF4-FFF2-40B4-BE49-F238E27FC236}">
                    <a16:creationId xmlns:a16="http://schemas.microsoft.com/office/drawing/2014/main" id="{2A5CC51A-6265-D625-FA6F-1C18DEE3E36F}"/>
                  </a:ext>
                </a:extLst>
              </p:cNvPr>
              <p:cNvSpPr/>
              <p:nvPr/>
            </p:nvSpPr>
            <p:spPr>
              <a:xfrm>
                <a:off x="1074263" y="2678657"/>
                <a:ext cx="2498247" cy="832919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84" name="直接连接符 92">
                <a:extLst>
                  <a:ext uri="{FF2B5EF4-FFF2-40B4-BE49-F238E27FC236}">
                    <a16:creationId xmlns:a16="http://schemas.microsoft.com/office/drawing/2014/main" id="{B548315A-FA30-C912-C21F-6CFADF4858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2943225"/>
                <a:ext cx="2312195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直接连接符 93">
                <a:extLst>
                  <a:ext uri="{FF2B5EF4-FFF2-40B4-BE49-F238E27FC236}">
                    <a16:creationId xmlns:a16="http://schemas.microsoft.com/office/drawing/2014/main" id="{F8EE0AD9-2619-8C05-9D61-C65F101F0C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3232150"/>
                <a:ext cx="2321720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连接符 95">
                <a:extLst>
                  <a:ext uri="{FF2B5EF4-FFF2-40B4-BE49-F238E27FC236}">
                    <a16:creationId xmlns:a16="http://schemas.microsoft.com/office/drawing/2014/main" id="{6907473C-34DD-2785-39F2-6E9ACAFCA681}"/>
                  </a:ext>
                </a:extLst>
              </p:cNvPr>
              <p:cNvCxnSpPr/>
              <p:nvPr/>
            </p:nvCxnSpPr>
            <p:spPr>
              <a:xfrm>
                <a:off x="1588614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7" name="直接连接符 96">
                <a:extLst>
                  <a:ext uri="{FF2B5EF4-FFF2-40B4-BE49-F238E27FC236}">
                    <a16:creationId xmlns:a16="http://schemas.microsoft.com/office/drawing/2014/main" id="{715E6BC0-8B79-3B42-364A-57282E39E2AF}"/>
                  </a:ext>
                </a:extLst>
              </p:cNvPr>
              <p:cNvCxnSpPr/>
              <p:nvPr/>
            </p:nvCxnSpPr>
            <p:spPr>
              <a:xfrm>
                <a:off x="1854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8" name="直接连接符 97">
                <a:extLst>
                  <a:ext uri="{FF2B5EF4-FFF2-40B4-BE49-F238E27FC236}">
                    <a16:creationId xmlns:a16="http://schemas.microsoft.com/office/drawing/2014/main" id="{1DB21158-E8AC-B06D-C645-194C42A8514C}"/>
                  </a:ext>
                </a:extLst>
              </p:cNvPr>
              <p:cNvCxnSpPr/>
              <p:nvPr/>
            </p:nvCxnSpPr>
            <p:spPr>
              <a:xfrm>
                <a:off x="2094500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9" name="直接连接符 98">
                <a:extLst>
                  <a:ext uri="{FF2B5EF4-FFF2-40B4-BE49-F238E27FC236}">
                    <a16:creationId xmlns:a16="http://schemas.microsoft.com/office/drawing/2014/main" id="{C77A2EAB-6982-0A52-616C-57E7402CA6E1}"/>
                  </a:ext>
                </a:extLst>
              </p:cNvPr>
              <p:cNvCxnSpPr/>
              <p:nvPr/>
            </p:nvCxnSpPr>
            <p:spPr>
              <a:xfrm>
                <a:off x="23381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0" name="直接连接符 99">
                <a:extLst>
                  <a:ext uri="{FF2B5EF4-FFF2-40B4-BE49-F238E27FC236}">
                    <a16:creationId xmlns:a16="http://schemas.microsoft.com/office/drawing/2014/main" id="{E52C028B-7791-ABBD-3A20-91813F42F3CE}"/>
                  </a:ext>
                </a:extLst>
              </p:cNvPr>
              <p:cNvCxnSpPr/>
              <p:nvPr/>
            </p:nvCxnSpPr>
            <p:spPr>
              <a:xfrm>
                <a:off x="2599852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1" name="直接连接符 100">
                <a:extLst>
                  <a:ext uri="{FF2B5EF4-FFF2-40B4-BE49-F238E27FC236}">
                    <a16:creationId xmlns:a16="http://schemas.microsoft.com/office/drawing/2014/main" id="{C9B96631-6B47-116F-653B-5F5CCF13834D}"/>
                  </a:ext>
                </a:extLst>
              </p:cNvPr>
              <p:cNvCxnSpPr/>
              <p:nvPr/>
            </p:nvCxnSpPr>
            <p:spPr>
              <a:xfrm>
                <a:off x="2870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2" name="直接连接符 101">
                <a:extLst>
                  <a:ext uri="{FF2B5EF4-FFF2-40B4-BE49-F238E27FC236}">
                    <a16:creationId xmlns:a16="http://schemas.microsoft.com/office/drawing/2014/main" id="{132754A8-690B-1536-5718-21EEC3AD0B7C}"/>
                  </a:ext>
                </a:extLst>
              </p:cNvPr>
              <p:cNvCxnSpPr/>
              <p:nvPr/>
            </p:nvCxnSpPr>
            <p:spPr>
              <a:xfrm>
                <a:off x="31340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3" name="矩形 392">
                <a:extLst>
                  <a:ext uri="{FF2B5EF4-FFF2-40B4-BE49-F238E27FC236}">
                    <a16:creationId xmlns:a16="http://schemas.microsoft.com/office/drawing/2014/main" id="{D1C6573F-A28F-732D-34BA-B786B1223E12}"/>
                  </a:ext>
                </a:extLst>
              </p:cNvPr>
              <p:cNvSpPr/>
              <p:nvPr/>
            </p:nvSpPr>
            <p:spPr>
              <a:xfrm>
                <a:off x="3386458" y="2700882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" name="矩形 393">
                <a:extLst>
                  <a:ext uri="{FF2B5EF4-FFF2-40B4-BE49-F238E27FC236}">
                    <a16:creationId xmlns:a16="http://schemas.microsoft.com/office/drawing/2014/main" id="{60387628-6E75-5370-D4FC-A5DEEDF83782}"/>
                  </a:ext>
                </a:extLst>
              </p:cNvPr>
              <p:cNvSpPr/>
              <p:nvPr/>
            </p:nvSpPr>
            <p:spPr>
              <a:xfrm>
                <a:off x="3386458" y="280905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" name="矩形 394">
                <a:extLst>
                  <a:ext uri="{FF2B5EF4-FFF2-40B4-BE49-F238E27FC236}">
                    <a16:creationId xmlns:a16="http://schemas.microsoft.com/office/drawing/2014/main" id="{38365930-AE3C-3D0A-602C-73F2D645E1EF}"/>
                  </a:ext>
                </a:extLst>
              </p:cNvPr>
              <p:cNvSpPr/>
              <p:nvPr/>
            </p:nvSpPr>
            <p:spPr>
              <a:xfrm>
                <a:off x="3386458" y="2918475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6" name="矩形 395">
                <a:extLst>
                  <a:ext uri="{FF2B5EF4-FFF2-40B4-BE49-F238E27FC236}">
                    <a16:creationId xmlns:a16="http://schemas.microsoft.com/office/drawing/2014/main" id="{D4701128-B059-DE20-AE94-94BB6306D0F3}"/>
                  </a:ext>
                </a:extLst>
              </p:cNvPr>
              <p:cNvSpPr/>
              <p:nvPr/>
            </p:nvSpPr>
            <p:spPr>
              <a:xfrm>
                <a:off x="3386458" y="303222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" name="矩形 396">
                <a:extLst>
                  <a:ext uri="{FF2B5EF4-FFF2-40B4-BE49-F238E27FC236}">
                    <a16:creationId xmlns:a16="http://schemas.microsoft.com/office/drawing/2014/main" id="{3722D4A0-FC66-D922-7473-10CDB95B5C57}"/>
                  </a:ext>
                </a:extLst>
              </p:cNvPr>
              <p:cNvSpPr/>
              <p:nvPr/>
            </p:nvSpPr>
            <p:spPr>
              <a:xfrm>
                <a:off x="3386458" y="3140397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8" name="矩形 397">
                <a:extLst>
                  <a:ext uri="{FF2B5EF4-FFF2-40B4-BE49-F238E27FC236}">
                    <a16:creationId xmlns:a16="http://schemas.microsoft.com/office/drawing/2014/main" id="{A230D485-2773-2530-C6EA-B1872DF1D177}"/>
                  </a:ext>
                </a:extLst>
              </p:cNvPr>
              <p:cNvSpPr/>
              <p:nvPr/>
            </p:nvSpPr>
            <p:spPr>
              <a:xfrm>
                <a:off x="3386458" y="324981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9" name="矩形 398">
                <a:extLst>
                  <a:ext uri="{FF2B5EF4-FFF2-40B4-BE49-F238E27FC236}">
                    <a16:creationId xmlns:a16="http://schemas.microsoft.com/office/drawing/2014/main" id="{203536CB-D622-DE5F-F01E-F16076B9C4CC}"/>
                  </a:ext>
                </a:extLst>
              </p:cNvPr>
              <p:cNvSpPr/>
              <p:nvPr/>
            </p:nvSpPr>
            <p:spPr>
              <a:xfrm>
                <a:off x="3386458" y="3365508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" name="矩形 399">
                <a:extLst>
                  <a:ext uri="{FF2B5EF4-FFF2-40B4-BE49-F238E27FC236}">
                    <a16:creationId xmlns:a16="http://schemas.microsoft.com/office/drawing/2014/main" id="{CBC61E31-2940-2E1D-6778-B1B5505DF1A3}"/>
                  </a:ext>
                </a:extLst>
              </p:cNvPr>
              <p:cNvSpPr/>
              <p:nvPr/>
            </p:nvSpPr>
            <p:spPr>
              <a:xfrm>
                <a:off x="3386458" y="347005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01" name="直接连接符 115">
                <a:extLst>
                  <a:ext uri="{FF2B5EF4-FFF2-40B4-BE49-F238E27FC236}">
                    <a16:creationId xmlns:a16="http://schemas.microsoft.com/office/drawing/2014/main" id="{31E67426-F3E7-082A-65DF-2652E8EC6DC7}"/>
                  </a:ext>
                </a:extLst>
              </p:cNvPr>
              <p:cNvCxnSpPr/>
              <p:nvPr/>
            </p:nvCxnSpPr>
            <p:spPr>
              <a:xfrm>
                <a:off x="132667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6" name="图形 25">
              <a:extLst>
                <a:ext uri="{FF2B5EF4-FFF2-40B4-BE49-F238E27FC236}">
                  <a16:creationId xmlns:a16="http://schemas.microsoft.com/office/drawing/2014/main" id="{B6B74D06-1E88-8CAF-AACF-C17D756A99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2461" r="22469"/>
            <a:stretch>
              <a:fillRect/>
            </a:stretch>
          </p:blipFill>
          <p:spPr>
            <a:xfrm rot="5400000">
              <a:off x="2194325" y="2942682"/>
              <a:ext cx="168318" cy="305641"/>
            </a:xfrm>
            <a:prstGeom prst="rect">
              <a:avLst/>
            </a:prstGeom>
          </p:spPr>
        </p:pic>
        <p:pic>
          <p:nvPicPr>
            <p:cNvPr id="27" name="图形 26">
              <a:extLst>
                <a:ext uri="{FF2B5EF4-FFF2-40B4-BE49-F238E27FC236}">
                  <a16:creationId xmlns:a16="http://schemas.microsoft.com/office/drawing/2014/main" id="{FC78F5C2-D49A-C6BB-918A-6FC556A65A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15858" r="17525"/>
            <a:stretch>
              <a:fillRect/>
            </a:stretch>
          </p:blipFill>
          <p:spPr>
            <a:xfrm rot="5400000">
              <a:off x="2427477" y="2654795"/>
              <a:ext cx="205529" cy="308522"/>
            </a:xfrm>
            <a:prstGeom prst="rect">
              <a:avLst/>
            </a:prstGeom>
          </p:spPr>
        </p:pic>
        <p:pic>
          <p:nvPicPr>
            <p:cNvPr id="28" name="图形 27">
              <a:extLst>
                <a:ext uri="{FF2B5EF4-FFF2-40B4-BE49-F238E27FC236}">
                  <a16:creationId xmlns:a16="http://schemas.microsoft.com/office/drawing/2014/main" id="{5A5D53EC-538C-E3F5-FBC7-4B80A84000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2461" r="22469"/>
            <a:stretch>
              <a:fillRect/>
            </a:stretch>
          </p:blipFill>
          <p:spPr>
            <a:xfrm rot="5400000">
              <a:off x="2735451" y="2942683"/>
              <a:ext cx="168318" cy="305641"/>
            </a:xfrm>
            <a:prstGeom prst="rect">
              <a:avLst/>
            </a:prstGeom>
          </p:spPr>
        </p:pic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2F09E953-E80D-5ADA-684B-B8C649A3EB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15858" r="17525"/>
            <a:stretch>
              <a:fillRect/>
            </a:stretch>
          </p:blipFill>
          <p:spPr>
            <a:xfrm rot="5400000">
              <a:off x="3199156" y="2938537"/>
              <a:ext cx="205529" cy="308522"/>
            </a:xfrm>
            <a:prstGeom prst="rect">
              <a:avLst/>
            </a:prstGeom>
          </p:spPr>
        </p:pic>
        <p:pic>
          <p:nvPicPr>
            <p:cNvPr id="30" name="图形 29">
              <a:extLst>
                <a:ext uri="{FF2B5EF4-FFF2-40B4-BE49-F238E27FC236}">
                  <a16:creationId xmlns:a16="http://schemas.microsoft.com/office/drawing/2014/main" id="{670AB26A-2E6C-EBB7-AB46-62DD0AA153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15858" r="17525"/>
            <a:stretch>
              <a:fillRect/>
            </a:stretch>
          </p:blipFill>
          <p:spPr>
            <a:xfrm rot="5400000">
              <a:off x="2858292" y="2654797"/>
              <a:ext cx="205529" cy="308522"/>
            </a:xfrm>
            <a:prstGeom prst="rect">
              <a:avLst/>
            </a:prstGeom>
          </p:spPr>
        </p:pic>
        <p:pic>
          <p:nvPicPr>
            <p:cNvPr id="31" name="图形 30">
              <a:extLst>
                <a:ext uri="{FF2B5EF4-FFF2-40B4-BE49-F238E27FC236}">
                  <a16:creationId xmlns:a16="http://schemas.microsoft.com/office/drawing/2014/main" id="{BDB02919-F5F9-88F0-B8A0-631341B79C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2461" r="22469"/>
            <a:stretch>
              <a:fillRect/>
            </a:stretch>
          </p:blipFill>
          <p:spPr>
            <a:xfrm rot="5400000">
              <a:off x="1672481" y="3228596"/>
              <a:ext cx="168318" cy="305641"/>
            </a:xfrm>
            <a:prstGeom prst="rect">
              <a:avLst/>
            </a:prstGeom>
          </p:spPr>
        </p:pic>
        <p:pic>
          <p:nvPicPr>
            <p:cNvPr id="32" name="图形 31">
              <a:extLst>
                <a:ext uri="{FF2B5EF4-FFF2-40B4-BE49-F238E27FC236}">
                  <a16:creationId xmlns:a16="http://schemas.microsoft.com/office/drawing/2014/main" id="{E8A95B9B-8373-F9EA-41D2-DE9DF789FA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15858" r="17525"/>
            <a:stretch>
              <a:fillRect/>
            </a:stretch>
          </p:blipFill>
          <p:spPr>
            <a:xfrm rot="5400000">
              <a:off x="2355317" y="3225146"/>
              <a:ext cx="132085" cy="198274"/>
            </a:xfrm>
            <a:prstGeom prst="rect">
              <a:avLst/>
            </a:prstGeom>
          </p:spPr>
        </p:pic>
        <p:pic>
          <p:nvPicPr>
            <p:cNvPr id="33" name="图形 32">
              <a:extLst>
                <a:ext uri="{FF2B5EF4-FFF2-40B4-BE49-F238E27FC236}">
                  <a16:creationId xmlns:a16="http://schemas.microsoft.com/office/drawing/2014/main" id="{A102376C-3685-4923-B25C-1BC44D92C0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2461" r="22469"/>
            <a:stretch>
              <a:fillRect/>
            </a:stretch>
          </p:blipFill>
          <p:spPr>
            <a:xfrm rot="5400000">
              <a:off x="2905078" y="3228596"/>
              <a:ext cx="168318" cy="305641"/>
            </a:xfrm>
            <a:prstGeom prst="rect">
              <a:avLst/>
            </a:prstGeom>
          </p:spPr>
        </p:pic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9939CE46-7BC9-6C9D-EFBB-56B325A6F0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2461" r="22469"/>
            <a:stretch>
              <a:fillRect/>
            </a:stretch>
          </p:blipFill>
          <p:spPr>
            <a:xfrm rot="5400000">
              <a:off x="3709566" y="3228597"/>
              <a:ext cx="168318" cy="305641"/>
            </a:xfrm>
            <a:prstGeom prst="rect">
              <a:avLst/>
            </a:prstGeom>
          </p:spPr>
        </p:pic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45EC3F5B-5204-57D4-0758-E6A4BA59D1C3}"/>
                </a:ext>
              </a:extLst>
            </p:cNvPr>
            <p:cNvSpPr/>
            <p:nvPr/>
          </p:nvSpPr>
          <p:spPr>
            <a:xfrm>
              <a:off x="2437706" y="2697497"/>
              <a:ext cx="119567" cy="119567"/>
            </a:xfrm>
            <a:prstGeom prst="rect">
              <a:avLst/>
            </a:prstGeom>
            <a:solidFill>
              <a:srgbClr val="453D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1</a:t>
              </a:r>
              <a:endParaRPr lang="zh-CN" altLang="en-US" sz="1050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141CB88C-CA4A-1E8D-FFEB-E22EE9D5C40C}"/>
                </a:ext>
              </a:extLst>
            </p:cNvPr>
            <p:cNvSpPr/>
            <p:nvPr/>
          </p:nvSpPr>
          <p:spPr>
            <a:xfrm>
              <a:off x="2179523" y="2979411"/>
              <a:ext cx="119568" cy="11956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2</a:t>
              </a:r>
              <a:endParaRPr lang="zh-CN" altLang="en-US" sz="1050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30611F0E-D50F-0EF2-DD1C-9AE7F83D5767}"/>
                </a:ext>
              </a:extLst>
            </p:cNvPr>
            <p:cNvSpPr/>
            <p:nvPr/>
          </p:nvSpPr>
          <p:spPr>
            <a:xfrm>
              <a:off x="2687227" y="2983105"/>
              <a:ext cx="119568" cy="11956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2</a:t>
              </a:r>
              <a:endParaRPr lang="zh-CN" altLang="en-US" sz="1050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AE1FFE5-7534-17B8-8E88-6DEC45DCA76D}"/>
                </a:ext>
              </a:extLst>
            </p:cNvPr>
            <p:cNvSpPr/>
            <p:nvPr/>
          </p:nvSpPr>
          <p:spPr>
            <a:xfrm>
              <a:off x="2918624" y="2697497"/>
              <a:ext cx="119567" cy="119567"/>
            </a:xfrm>
            <a:prstGeom prst="rect">
              <a:avLst/>
            </a:prstGeom>
            <a:solidFill>
              <a:srgbClr val="453D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1</a:t>
              </a:r>
              <a:endParaRPr lang="zh-CN" altLang="en-US" sz="1050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9C887A5-610C-E116-C6C8-A7F7AC908326}"/>
                </a:ext>
              </a:extLst>
            </p:cNvPr>
            <p:cNvSpPr/>
            <p:nvPr/>
          </p:nvSpPr>
          <p:spPr>
            <a:xfrm>
              <a:off x="3193166" y="2978500"/>
              <a:ext cx="119568" cy="119568"/>
            </a:xfrm>
            <a:prstGeom prst="rect">
              <a:avLst/>
            </a:prstGeom>
            <a:solidFill>
              <a:srgbClr val="453D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1</a:t>
              </a:r>
              <a:endParaRPr lang="zh-CN" altLang="en-US" sz="1050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D186F97-10F2-180C-7CB9-0BD6E675C9D1}"/>
                </a:ext>
              </a:extLst>
            </p:cNvPr>
            <p:cNvSpPr/>
            <p:nvPr/>
          </p:nvSpPr>
          <p:spPr>
            <a:xfrm>
              <a:off x="1659798" y="3273983"/>
              <a:ext cx="119567" cy="11956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2</a:t>
              </a:r>
              <a:endParaRPr lang="zh-CN" altLang="en-US" sz="1050" dirty="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1461C258-8933-4BA8-875A-F304FEDF7E15}"/>
                </a:ext>
              </a:extLst>
            </p:cNvPr>
            <p:cNvSpPr/>
            <p:nvPr/>
          </p:nvSpPr>
          <p:spPr>
            <a:xfrm>
              <a:off x="2937188" y="3273983"/>
              <a:ext cx="119567" cy="11956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2</a:t>
              </a:r>
              <a:endParaRPr lang="zh-CN" altLang="en-US" sz="1050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4B7BD75-F0AA-201A-92BD-01B944EC1366}"/>
                </a:ext>
              </a:extLst>
            </p:cNvPr>
            <p:cNvSpPr/>
            <p:nvPr/>
          </p:nvSpPr>
          <p:spPr>
            <a:xfrm>
              <a:off x="3708152" y="3273983"/>
              <a:ext cx="119567" cy="11956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2</a:t>
              </a:r>
              <a:endParaRPr lang="zh-CN" altLang="en-US" sz="1050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94AC236C-F972-97F5-40E2-72ABB338D310}"/>
                </a:ext>
              </a:extLst>
            </p:cNvPr>
            <p:cNvSpPr/>
            <p:nvPr/>
          </p:nvSpPr>
          <p:spPr>
            <a:xfrm>
              <a:off x="2422172" y="3261505"/>
              <a:ext cx="119567" cy="119567"/>
            </a:xfrm>
            <a:prstGeom prst="rect">
              <a:avLst/>
            </a:prstGeom>
            <a:solidFill>
              <a:srgbClr val="453D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1</a:t>
              </a:r>
              <a:endParaRPr lang="zh-CN" altLang="en-US" sz="1050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31178BC4-06BE-47C3-576F-922B85948C8E}"/>
                </a:ext>
              </a:extLst>
            </p:cNvPr>
            <p:cNvSpPr/>
            <p:nvPr/>
          </p:nvSpPr>
          <p:spPr>
            <a:xfrm>
              <a:off x="2174122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6ACF576-7974-A87A-26A4-FDF67A0A18B8}"/>
                </a:ext>
              </a:extLst>
            </p:cNvPr>
            <p:cNvSpPr/>
            <p:nvPr/>
          </p:nvSpPr>
          <p:spPr>
            <a:xfrm>
              <a:off x="1911850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E55A72DB-5AF1-0156-0F82-78ECBB4B6E0E}"/>
                </a:ext>
              </a:extLst>
            </p:cNvPr>
            <p:cNvSpPr/>
            <p:nvPr/>
          </p:nvSpPr>
          <p:spPr>
            <a:xfrm>
              <a:off x="1663613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435F5A40-513D-01AC-3857-7E3BDA734A81}"/>
                </a:ext>
              </a:extLst>
            </p:cNvPr>
            <p:cNvSpPr/>
            <p:nvPr/>
          </p:nvSpPr>
          <p:spPr>
            <a:xfrm>
              <a:off x="1913277" y="2983105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3F60C92-8426-8E0B-B33E-B6BBA1573595}"/>
                </a:ext>
              </a:extLst>
            </p:cNvPr>
            <p:cNvSpPr/>
            <p:nvPr/>
          </p:nvSpPr>
          <p:spPr>
            <a:xfrm>
              <a:off x="1665040" y="2983105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03825FC6-641A-259E-4AC2-7E8820E1BCB7}"/>
                </a:ext>
              </a:extLst>
            </p:cNvPr>
            <p:cNvSpPr/>
            <p:nvPr/>
          </p:nvSpPr>
          <p:spPr>
            <a:xfrm>
              <a:off x="1909461" y="3267312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13B2C5C6-0E0C-B270-3900-EC9D61A3E8E5}"/>
                </a:ext>
              </a:extLst>
            </p:cNvPr>
            <p:cNvSpPr/>
            <p:nvPr/>
          </p:nvSpPr>
          <p:spPr>
            <a:xfrm>
              <a:off x="2176216" y="3267312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E3FAD0CD-2EAC-C5D3-BE37-7D81819B482D}"/>
                </a:ext>
              </a:extLst>
            </p:cNvPr>
            <p:cNvSpPr/>
            <p:nvPr/>
          </p:nvSpPr>
          <p:spPr>
            <a:xfrm>
              <a:off x="2428444" y="2983105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4C0A3F1-F90F-CCA3-BB1F-7ECAC74A16FC}"/>
                </a:ext>
              </a:extLst>
            </p:cNvPr>
            <p:cNvSpPr/>
            <p:nvPr/>
          </p:nvSpPr>
          <p:spPr>
            <a:xfrm>
              <a:off x="2676816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793F7B69-C19F-E175-FFDE-081987AB7BA2}"/>
                </a:ext>
              </a:extLst>
            </p:cNvPr>
            <p:cNvSpPr/>
            <p:nvPr/>
          </p:nvSpPr>
          <p:spPr>
            <a:xfrm>
              <a:off x="2674427" y="326797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0CD56898-0E04-FD80-8CF6-DAD8C81D0001}"/>
                </a:ext>
              </a:extLst>
            </p:cNvPr>
            <p:cNvSpPr/>
            <p:nvPr/>
          </p:nvSpPr>
          <p:spPr>
            <a:xfrm>
              <a:off x="3703676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CCF7E77-178F-B263-9BD9-981EC2E49942}"/>
                </a:ext>
              </a:extLst>
            </p:cNvPr>
            <p:cNvSpPr/>
            <p:nvPr/>
          </p:nvSpPr>
          <p:spPr>
            <a:xfrm>
              <a:off x="3441404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E57E25BE-3488-E506-CECA-6F1BBEF160E3}"/>
                </a:ext>
              </a:extLst>
            </p:cNvPr>
            <p:cNvSpPr/>
            <p:nvPr/>
          </p:nvSpPr>
          <p:spPr>
            <a:xfrm>
              <a:off x="3193167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98791118-201D-2C2A-6CDB-1EF694C65E4E}"/>
                </a:ext>
              </a:extLst>
            </p:cNvPr>
            <p:cNvSpPr/>
            <p:nvPr/>
          </p:nvSpPr>
          <p:spPr>
            <a:xfrm>
              <a:off x="3705103" y="2983451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250EF7DE-BB99-74CB-6B2F-4590F5BCDA56}"/>
                </a:ext>
              </a:extLst>
            </p:cNvPr>
            <p:cNvSpPr/>
            <p:nvPr/>
          </p:nvSpPr>
          <p:spPr>
            <a:xfrm>
              <a:off x="3442831" y="2983451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9C8B0D50-A6A3-A351-96CD-5475070D9CCA}"/>
                </a:ext>
              </a:extLst>
            </p:cNvPr>
            <p:cNvSpPr/>
            <p:nvPr/>
          </p:nvSpPr>
          <p:spPr>
            <a:xfrm>
              <a:off x="3439015" y="327177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47C708D1-407B-211D-90F3-EA18FCF7AD9C}"/>
                </a:ext>
              </a:extLst>
            </p:cNvPr>
            <p:cNvSpPr/>
            <p:nvPr/>
          </p:nvSpPr>
          <p:spPr>
            <a:xfrm>
              <a:off x="3190778" y="327177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9A96BBBA-F5CE-C45B-0ABF-E9AA32A7FBDB}"/>
                </a:ext>
              </a:extLst>
            </p:cNvPr>
            <p:cNvSpPr/>
            <p:nvPr/>
          </p:nvSpPr>
          <p:spPr>
            <a:xfrm>
              <a:off x="2926510" y="2983451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B54D9581-6EFE-AFDF-DB66-BA20BBB9C144}"/>
                </a:ext>
              </a:extLst>
            </p:cNvPr>
            <p:cNvGrpSpPr/>
            <p:nvPr/>
          </p:nvGrpSpPr>
          <p:grpSpPr>
            <a:xfrm>
              <a:off x="1624826" y="3656961"/>
              <a:ext cx="2498248" cy="855144"/>
              <a:chOff x="1074263" y="2678657"/>
              <a:chExt cx="2498248" cy="855144"/>
            </a:xfrm>
          </p:grpSpPr>
          <p:sp>
            <p:nvSpPr>
              <p:cNvPr id="364" name="矩形 363">
                <a:extLst>
                  <a:ext uri="{FF2B5EF4-FFF2-40B4-BE49-F238E27FC236}">
                    <a16:creationId xmlns:a16="http://schemas.microsoft.com/office/drawing/2014/main" id="{F191EDB0-4B6E-2CA6-90D1-627AC297EC1A}"/>
                  </a:ext>
                </a:extLst>
              </p:cNvPr>
              <p:cNvSpPr/>
              <p:nvPr/>
            </p:nvSpPr>
            <p:spPr>
              <a:xfrm>
                <a:off x="1074263" y="2678657"/>
                <a:ext cx="2498247" cy="832919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65" name="直接连接符 161">
                <a:extLst>
                  <a:ext uri="{FF2B5EF4-FFF2-40B4-BE49-F238E27FC236}">
                    <a16:creationId xmlns:a16="http://schemas.microsoft.com/office/drawing/2014/main" id="{0207CEF1-8781-E329-76E4-5C587FD0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2943225"/>
                <a:ext cx="2312195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直接连接符 162">
                <a:extLst>
                  <a:ext uri="{FF2B5EF4-FFF2-40B4-BE49-F238E27FC236}">
                    <a16:creationId xmlns:a16="http://schemas.microsoft.com/office/drawing/2014/main" id="{DBC6E1F9-EB82-7646-7C2E-F4F96D31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3232150"/>
                <a:ext cx="2321720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直接连接符 163">
                <a:extLst>
                  <a:ext uri="{FF2B5EF4-FFF2-40B4-BE49-F238E27FC236}">
                    <a16:creationId xmlns:a16="http://schemas.microsoft.com/office/drawing/2014/main" id="{8AC050D8-8E36-8BFE-8BC4-7317BBD596B6}"/>
                  </a:ext>
                </a:extLst>
              </p:cNvPr>
              <p:cNvCxnSpPr/>
              <p:nvPr/>
            </p:nvCxnSpPr>
            <p:spPr>
              <a:xfrm>
                <a:off x="1588614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8" name="直接连接符 164">
                <a:extLst>
                  <a:ext uri="{FF2B5EF4-FFF2-40B4-BE49-F238E27FC236}">
                    <a16:creationId xmlns:a16="http://schemas.microsoft.com/office/drawing/2014/main" id="{F8E50AC1-98B0-86A6-6458-268BCA14F59A}"/>
                  </a:ext>
                </a:extLst>
              </p:cNvPr>
              <p:cNvCxnSpPr/>
              <p:nvPr/>
            </p:nvCxnSpPr>
            <p:spPr>
              <a:xfrm>
                <a:off x="1854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9" name="直接连接符 165">
                <a:extLst>
                  <a:ext uri="{FF2B5EF4-FFF2-40B4-BE49-F238E27FC236}">
                    <a16:creationId xmlns:a16="http://schemas.microsoft.com/office/drawing/2014/main" id="{C148F90F-9B44-9890-2E3C-7F8FD0F524A1}"/>
                  </a:ext>
                </a:extLst>
              </p:cNvPr>
              <p:cNvCxnSpPr/>
              <p:nvPr/>
            </p:nvCxnSpPr>
            <p:spPr>
              <a:xfrm>
                <a:off x="2094500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0" name="直接连接符 166">
                <a:extLst>
                  <a:ext uri="{FF2B5EF4-FFF2-40B4-BE49-F238E27FC236}">
                    <a16:creationId xmlns:a16="http://schemas.microsoft.com/office/drawing/2014/main" id="{D8FC6EAC-5675-B02F-AF1A-B4E983590859}"/>
                  </a:ext>
                </a:extLst>
              </p:cNvPr>
              <p:cNvCxnSpPr/>
              <p:nvPr/>
            </p:nvCxnSpPr>
            <p:spPr>
              <a:xfrm>
                <a:off x="23381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1" name="直接连接符 167">
                <a:extLst>
                  <a:ext uri="{FF2B5EF4-FFF2-40B4-BE49-F238E27FC236}">
                    <a16:creationId xmlns:a16="http://schemas.microsoft.com/office/drawing/2014/main" id="{314BADC8-DDC2-23C6-BC67-C54B5C626AAC}"/>
                  </a:ext>
                </a:extLst>
              </p:cNvPr>
              <p:cNvCxnSpPr/>
              <p:nvPr/>
            </p:nvCxnSpPr>
            <p:spPr>
              <a:xfrm>
                <a:off x="2599852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2" name="直接连接符 168">
                <a:extLst>
                  <a:ext uri="{FF2B5EF4-FFF2-40B4-BE49-F238E27FC236}">
                    <a16:creationId xmlns:a16="http://schemas.microsoft.com/office/drawing/2014/main" id="{8F356C5C-331E-2B20-33DE-2AE565702E69}"/>
                  </a:ext>
                </a:extLst>
              </p:cNvPr>
              <p:cNvCxnSpPr/>
              <p:nvPr/>
            </p:nvCxnSpPr>
            <p:spPr>
              <a:xfrm>
                <a:off x="2870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3" name="直接连接符 169">
                <a:extLst>
                  <a:ext uri="{FF2B5EF4-FFF2-40B4-BE49-F238E27FC236}">
                    <a16:creationId xmlns:a16="http://schemas.microsoft.com/office/drawing/2014/main" id="{0A8C3FB0-08D0-7F55-72AD-2CB79339857C}"/>
                  </a:ext>
                </a:extLst>
              </p:cNvPr>
              <p:cNvCxnSpPr/>
              <p:nvPr/>
            </p:nvCxnSpPr>
            <p:spPr>
              <a:xfrm>
                <a:off x="31340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4" name="矩形 373">
                <a:extLst>
                  <a:ext uri="{FF2B5EF4-FFF2-40B4-BE49-F238E27FC236}">
                    <a16:creationId xmlns:a16="http://schemas.microsoft.com/office/drawing/2014/main" id="{0B51EB2A-3362-55AA-E53D-6FF00DEBD318}"/>
                  </a:ext>
                </a:extLst>
              </p:cNvPr>
              <p:cNvSpPr/>
              <p:nvPr/>
            </p:nvSpPr>
            <p:spPr>
              <a:xfrm>
                <a:off x="3386458" y="2700882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" name="矩形 374">
                <a:extLst>
                  <a:ext uri="{FF2B5EF4-FFF2-40B4-BE49-F238E27FC236}">
                    <a16:creationId xmlns:a16="http://schemas.microsoft.com/office/drawing/2014/main" id="{80AEA4F8-83B6-7ED6-E300-AF7B1CB4CFB9}"/>
                  </a:ext>
                </a:extLst>
              </p:cNvPr>
              <p:cNvSpPr/>
              <p:nvPr/>
            </p:nvSpPr>
            <p:spPr>
              <a:xfrm>
                <a:off x="3386458" y="280905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" name="矩形 375">
                <a:extLst>
                  <a:ext uri="{FF2B5EF4-FFF2-40B4-BE49-F238E27FC236}">
                    <a16:creationId xmlns:a16="http://schemas.microsoft.com/office/drawing/2014/main" id="{103803FC-1CAB-71C3-68AF-2C190DDFB531}"/>
                  </a:ext>
                </a:extLst>
              </p:cNvPr>
              <p:cNvSpPr/>
              <p:nvPr/>
            </p:nvSpPr>
            <p:spPr>
              <a:xfrm>
                <a:off x="3386458" y="2918475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7" name="矩形 376">
                <a:extLst>
                  <a:ext uri="{FF2B5EF4-FFF2-40B4-BE49-F238E27FC236}">
                    <a16:creationId xmlns:a16="http://schemas.microsoft.com/office/drawing/2014/main" id="{AA622E13-A50C-28DB-7A6F-E2455FDB1406}"/>
                  </a:ext>
                </a:extLst>
              </p:cNvPr>
              <p:cNvSpPr/>
              <p:nvPr/>
            </p:nvSpPr>
            <p:spPr>
              <a:xfrm>
                <a:off x="3386458" y="303222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" name="矩形 377">
                <a:extLst>
                  <a:ext uri="{FF2B5EF4-FFF2-40B4-BE49-F238E27FC236}">
                    <a16:creationId xmlns:a16="http://schemas.microsoft.com/office/drawing/2014/main" id="{74181FD7-E530-70FB-2F76-C1B7E97CE0F3}"/>
                  </a:ext>
                </a:extLst>
              </p:cNvPr>
              <p:cNvSpPr/>
              <p:nvPr/>
            </p:nvSpPr>
            <p:spPr>
              <a:xfrm>
                <a:off x="3386458" y="3140397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9" name="矩形 378">
                <a:extLst>
                  <a:ext uri="{FF2B5EF4-FFF2-40B4-BE49-F238E27FC236}">
                    <a16:creationId xmlns:a16="http://schemas.microsoft.com/office/drawing/2014/main" id="{978FE61B-14E0-E7EA-B3AD-78DE9683C87E}"/>
                  </a:ext>
                </a:extLst>
              </p:cNvPr>
              <p:cNvSpPr/>
              <p:nvPr/>
            </p:nvSpPr>
            <p:spPr>
              <a:xfrm>
                <a:off x="3386458" y="324981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0" name="矩形 379">
                <a:extLst>
                  <a:ext uri="{FF2B5EF4-FFF2-40B4-BE49-F238E27FC236}">
                    <a16:creationId xmlns:a16="http://schemas.microsoft.com/office/drawing/2014/main" id="{93011E8B-69EF-28CE-4CC8-D3A08A5DDE3E}"/>
                  </a:ext>
                </a:extLst>
              </p:cNvPr>
              <p:cNvSpPr/>
              <p:nvPr/>
            </p:nvSpPr>
            <p:spPr>
              <a:xfrm>
                <a:off x="3386458" y="3365508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" name="矩形 380">
                <a:extLst>
                  <a:ext uri="{FF2B5EF4-FFF2-40B4-BE49-F238E27FC236}">
                    <a16:creationId xmlns:a16="http://schemas.microsoft.com/office/drawing/2014/main" id="{2F728ACA-B16D-CA52-FDE4-10A85171FE09}"/>
                  </a:ext>
                </a:extLst>
              </p:cNvPr>
              <p:cNvSpPr/>
              <p:nvPr/>
            </p:nvSpPr>
            <p:spPr>
              <a:xfrm>
                <a:off x="3386458" y="347005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82" name="直接连接符 178">
                <a:extLst>
                  <a:ext uri="{FF2B5EF4-FFF2-40B4-BE49-F238E27FC236}">
                    <a16:creationId xmlns:a16="http://schemas.microsoft.com/office/drawing/2014/main" id="{C0234202-64A9-5460-294E-4D784E3DA826}"/>
                  </a:ext>
                </a:extLst>
              </p:cNvPr>
              <p:cNvCxnSpPr/>
              <p:nvPr/>
            </p:nvCxnSpPr>
            <p:spPr>
              <a:xfrm>
                <a:off x="132667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0BA5FBF8-F209-84FB-0DA2-75E4FDE1270B}"/>
                </a:ext>
              </a:extLst>
            </p:cNvPr>
            <p:cNvGrpSpPr/>
            <p:nvPr/>
          </p:nvGrpSpPr>
          <p:grpSpPr>
            <a:xfrm>
              <a:off x="1624826" y="4673646"/>
              <a:ext cx="2498248" cy="855144"/>
              <a:chOff x="1074263" y="2678657"/>
              <a:chExt cx="2498248" cy="855144"/>
            </a:xfrm>
          </p:grpSpPr>
          <p:sp>
            <p:nvSpPr>
              <p:cNvPr id="345" name="矩形 344">
                <a:extLst>
                  <a:ext uri="{FF2B5EF4-FFF2-40B4-BE49-F238E27FC236}">
                    <a16:creationId xmlns:a16="http://schemas.microsoft.com/office/drawing/2014/main" id="{1DC101E7-AD83-3ADB-1771-9F4B23ACED54}"/>
                  </a:ext>
                </a:extLst>
              </p:cNvPr>
              <p:cNvSpPr/>
              <p:nvPr/>
            </p:nvSpPr>
            <p:spPr>
              <a:xfrm>
                <a:off x="1074263" y="2678657"/>
                <a:ext cx="2498247" cy="832919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46" name="直接连接符 181">
                <a:extLst>
                  <a:ext uri="{FF2B5EF4-FFF2-40B4-BE49-F238E27FC236}">
                    <a16:creationId xmlns:a16="http://schemas.microsoft.com/office/drawing/2014/main" id="{0CA9EA10-E088-B0FE-C980-C029F01953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2943225"/>
                <a:ext cx="2312195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直接连接符 182">
                <a:extLst>
                  <a:ext uri="{FF2B5EF4-FFF2-40B4-BE49-F238E27FC236}">
                    <a16:creationId xmlns:a16="http://schemas.microsoft.com/office/drawing/2014/main" id="{C0EABAB7-04CE-12C3-5382-AF538AEF6A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3232150"/>
                <a:ext cx="2321720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直接连接符 183">
                <a:extLst>
                  <a:ext uri="{FF2B5EF4-FFF2-40B4-BE49-F238E27FC236}">
                    <a16:creationId xmlns:a16="http://schemas.microsoft.com/office/drawing/2014/main" id="{34152F9A-57A0-9977-B23D-898E14D95F43}"/>
                  </a:ext>
                </a:extLst>
              </p:cNvPr>
              <p:cNvCxnSpPr/>
              <p:nvPr/>
            </p:nvCxnSpPr>
            <p:spPr>
              <a:xfrm>
                <a:off x="1588614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9" name="直接连接符 184">
                <a:extLst>
                  <a:ext uri="{FF2B5EF4-FFF2-40B4-BE49-F238E27FC236}">
                    <a16:creationId xmlns:a16="http://schemas.microsoft.com/office/drawing/2014/main" id="{6AABF9C9-3BC5-AEB9-708C-5B6B1231713A}"/>
                  </a:ext>
                </a:extLst>
              </p:cNvPr>
              <p:cNvCxnSpPr/>
              <p:nvPr/>
            </p:nvCxnSpPr>
            <p:spPr>
              <a:xfrm>
                <a:off x="1854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0" name="直接连接符 185">
                <a:extLst>
                  <a:ext uri="{FF2B5EF4-FFF2-40B4-BE49-F238E27FC236}">
                    <a16:creationId xmlns:a16="http://schemas.microsoft.com/office/drawing/2014/main" id="{ADE3C955-0177-269F-AAC3-886A45BB563C}"/>
                  </a:ext>
                </a:extLst>
              </p:cNvPr>
              <p:cNvCxnSpPr/>
              <p:nvPr/>
            </p:nvCxnSpPr>
            <p:spPr>
              <a:xfrm>
                <a:off x="2094500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1" name="直接连接符 186">
                <a:extLst>
                  <a:ext uri="{FF2B5EF4-FFF2-40B4-BE49-F238E27FC236}">
                    <a16:creationId xmlns:a16="http://schemas.microsoft.com/office/drawing/2014/main" id="{4FD61939-573C-4488-5728-93D939922F80}"/>
                  </a:ext>
                </a:extLst>
              </p:cNvPr>
              <p:cNvCxnSpPr/>
              <p:nvPr/>
            </p:nvCxnSpPr>
            <p:spPr>
              <a:xfrm>
                <a:off x="23381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2" name="直接连接符 187">
                <a:extLst>
                  <a:ext uri="{FF2B5EF4-FFF2-40B4-BE49-F238E27FC236}">
                    <a16:creationId xmlns:a16="http://schemas.microsoft.com/office/drawing/2014/main" id="{4865B77D-8D38-A11F-B944-11C371369CF2}"/>
                  </a:ext>
                </a:extLst>
              </p:cNvPr>
              <p:cNvCxnSpPr/>
              <p:nvPr/>
            </p:nvCxnSpPr>
            <p:spPr>
              <a:xfrm>
                <a:off x="2599852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3" name="直接连接符 188">
                <a:extLst>
                  <a:ext uri="{FF2B5EF4-FFF2-40B4-BE49-F238E27FC236}">
                    <a16:creationId xmlns:a16="http://schemas.microsoft.com/office/drawing/2014/main" id="{A8B7EE1A-5C9C-9E33-7047-39E48B02A5E6}"/>
                  </a:ext>
                </a:extLst>
              </p:cNvPr>
              <p:cNvCxnSpPr/>
              <p:nvPr/>
            </p:nvCxnSpPr>
            <p:spPr>
              <a:xfrm>
                <a:off x="2870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4" name="直接连接符 189">
                <a:extLst>
                  <a:ext uri="{FF2B5EF4-FFF2-40B4-BE49-F238E27FC236}">
                    <a16:creationId xmlns:a16="http://schemas.microsoft.com/office/drawing/2014/main" id="{22B5122C-0BD1-8195-F86D-F202D5B87F8D}"/>
                  </a:ext>
                </a:extLst>
              </p:cNvPr>
              <p:cNvCxnSpPr/>
              <p:nvPr/>
            </p:nvCxnSpPr>
            <p:spPr>
              <a:xfrm>
                <a:off x="31340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5" name="矩形 354">
                <a:extLst>
                  <a:ext uri="{FF2B5EF4-FFF2-40B4-BE49-F238E27FC236}">
                    <a16:creationId xmlns:a16="http://schemas.microsoft.com/office/drawing/2014/main" id="{EF060ADF-F0FB-80CC-035D-CDB2E25E1B0E}"/>
                  </a:ext>
                </a:extLst>
              </p:cNvPr>
              <p:cNvSpPr/>
              <p:nvPr/>
            </p:nvSpPr>
            <p:spPr>
              <a:xfrm>
                <a:off x="3386458" y="2700882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" name="矩形 355">
                <a:extLst>
                  <a:ext uri="{FF2B5EF4-FFF2-40B4-BE49-F238E27FC236}">
                    <a16:creationId xmlns:a16="http://schemas.microsoft.com/office/drawing/2014/main" id="{1008D383-5037-7FEE-6B29-16C015EC7022}"/>
                  </a:ext>
                </a:extLst>
              </p:cNvPr>
              <p:cNvSpPr/>
              <p:nvPr/>
            </p:nvSpPr>
            <p:spPr>
              <a:xfrm>
                <a:off x="3386458" y="280905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" name="矩形 356">
                <a:extLst>
                  <a:ext uri="{FF2B5EF4-FFF2-40B4-BE49-F238E27FC236}">
                    <a16:creationId xmlns:a16="http://schemas.microsoft.com/office/drawing/2014/main" id="{84407020-13CF-3B09-C626-B33B3CE934E4}"/>
                  </a:ext>
                </a:extLst>
              </p:cNvPr>
              <p:cNvSpPr/>
              <p:nvPr/>
            </p:nvSpPr>
            <p:spPr>
              <a:xfrm>
                <a:off x="3386458" y="2918475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" name="矩形 357">
                <a:extLst>
                  <a:ext uri="{FF2B5EF4-FFF2-40B4-BE49-F238E27FC236}">
                    <a16:creationId xmlns:a16="http://schemas.microsoft.com/office/drawing/2014/main" id="{3CE98E87-EA6B-612E-1862-5FBBFCAF91D3}"/>
                  </a:ext>
                </a:extLst>
              </p:cNvPr>
              <p:cNvSpPr/>
              <p:nvPr/>
            </p:nvSpPr>
            <p:spPr>
              <a:xfrm>
                <a:off x="3386458" y="303222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" name="矩形 358">
                <a:extLst>
                  <a:ext uri="{FF2B5EF4-FFF2-40B4-BE49-F238E27FC236}">
                    <a16:creationId xmlns:a16="http://schemas.microsoft.com/office/drawing/2014/main" id="{6ED47D91-A733-4F57-2001-5AF27E84572D}"/>
                  </a:ext>
                </a:extLst>
              </p:cNvPr>
              <p:cNvSpPr/>
              <p:nvPr/>
            </p:nvSpPr>
            <p:spPr>
              <a:xfrm>
                <a:off x="3386458" y="3140397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" name="矩形 359">
                <a:extLst>
                  <a:ext uri="{FF2B5EF4-FFF2-40B4-BE49-F238E27FC236}">
                    <a16:creationId xmlns:a16="http://schemas.microsoft.com/office/drawing/2014/main" id="{C2958A71-B5C0-F67A-2E7D-4EF885FA81F5}"/>
                  </a:ext>
                </a:extLst>
              </p:cNvPr>
              <p:cNvSpPr/>
              <p:nvPr/>
            </p:nvSpPr>
            <p:spPr>
              <a:xfrm>
                <a:off x="3386458" y="324981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" name="矩形 360">
                <a:extLst>
                  <a:ext uri="{FF2B5EF4-FFF2-40B4-BE49-F238E27FC236}">
                    <a16:creationId xmlns:a16="http://schemas.microsoft.com/office/drawing/2014/main" id="{5581A9D7-D173-938A-F20D-BB993B2FFDCB}"/>
                  </a:ext>
                </a:extLst>
              </p:cNvPr>
              <p:cNvSpPr/>
              <p:nvPr/>
            </p:nvSpPr>
            <p:spPr>
              <a:xfrm>
                <a:off x="3386458" y="3365508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" name="矩形 361">
                <a:extLst>
                  <a:ext uri="{FF2B5EF4-FFF2-40B4-BE49-F238E27FC236}">
                    <a16:creationId xmlns:a16="http://schemas.microsoft.com/office/drawing/2014/main" id="{685C742C-601E-0A6B-0693-1EAE316D4C14}"/>
                  </a:ext>
                </a:extLst>
              </p:cNvPr>
              <p:cNvSpPr/>
              <p:nvPr/>
            </p:nvSpPr>
            <p:spPr>
              <a:xfrm>
                <a:off x="3386458" y="347005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63" name="直接连接符 198">
                <a:extLst>
                  <a:ext uri="{FF2B5EF4-FFF2-40B4-BE49-F238E27FC236}">
                    <a16:creationId xmlns:a16="http://schemas.microsoft.com/office/drawing/2014/main" id="{E59CBDBC-E706-941B-1F7B-B45FDE7B5BA4}"/>
                  </a:ext>
                </a:extLst>
              </p:cNvPr>
              <p:cNvCxnSpPr/>
              <p:nvPr/>
            </p:nvCxnSpPr>
            <p:spPr>
              <a:xfrm>
                <a:off x="132667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E55414DB-91EF-D29A-3BE3-05F67164DA05}"/>
                </a:ext>
              </a:extLst>
            </p:cNvPr>
            <p:cNvGrpSpPr/>
            <p:nvPr/>
          </p:nvGrpSpPr>
          <p:grpSpPr>
            <a:xfrm>
              <a:off x="1624826" y="5674878"/>
              <a:ext cx="2498248" cy="855144"/>
              <a:chOff x="1074263" y="2678657"/>
              <a:chExt cx="2498248" cy="855144"/>
            </a:xfrm>
          </p:grpSpPr>
          <p:sp>
            <p:nvSpPr>
              <p:cNvPr id="326" name="矩形 325">
                <a:extLst>
                  <a:ext uri="{FF2B5EF4-FFF2-40B4-BE49-F238E27FC236}">
                    <a16:creationId xmlns:a16="http://schemas.microsoft.com/office/drawing/2014/main" id="{F2605CD5-6B14-0DA7-3E9D-E6F70E155583}"/>
                  </a:ext>
                </a:extLst>
              </p:cNvPr>
              <p:cNvSpPr/>
              <p:nvPr/>
            </p:nvSpPr>
            <p:spPr>
              <a:xfrm>
                <a:off x="1074263" y="2678657"/>
                <a:ext cx="2498247" cy="832919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27" name="直接连接符 201">
                <a:extLst>
                  <a:ext uri="{FF2B5EF4-FFF2-40B4-BE49-F238E27FC236}">
                    <a16:creationId xmlns:a16="http://schemas.microsoft.com/office/drawing/2014/main" id="{05388C25-9561-EE42-A8A9-4F290DB71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2943225"/>
                <a:ext cx="2312195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直接连接符 202">
                <a:extLst>
                  <a:ext uri="{FF2B5EF4-FFF2-40B4-BE49-F238E27FC236}">
                    <a16:creationId xmlns:a16="http://schemas.microsoft.com/office/drawing/2014/main" id="{EAC5AAD4-6BD2-131C-8F67-AACC6F703C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3232150"/>
                <a:ext cx="2321720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直接连接符 203">
                <a:extLst>
                  <a:ext uri="{FF2B5EF4-FFF2-40B4-BE49-F238E27FC236}">
                    <a16:creationId xmlns:a16="http://schemas.microsoft.com/office/drawing/2014/main" id="{D332ED54-127D-CCAF-2D5E-0C78DC138193}"/>
                  </a:ext>
                </a:extLst>
              </p:cNvPr>
              <p:cNvCxnSpPr/>
              <p:nvPr/>
            </p:nvCxnSpPr>
            <p:spPr>
              <a:xfrm>
                <a:off x="1588614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0" name="直接连接符 204">
                <a:extLst>
                  <a:ext uri="{FF2B5EF4-FFF2-40B4-BE49-F238E27FC236}">
                    <a16:creationId xmlns:a16="http://schemas.microsoft.com/office/drawing/2014/main" id="{08781483-94A4-FE09-669C-65AABC92D48C}"/>
                  </a:ext>
                </a:extLst>
              </p:cNvPr>
              <p:cNvCxnSpPr/>
              <p:nvPr/>
            </p:nvCxnSpPr>
            <p:spPr>
              <a:xfrm>
                <a:off x="1854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1" name="直接连接符 205">
                <a:extLst>
                  <a:ext uri="{FF2B5EF4-FFF2-40B4-BE49-F238E27FC236}">
                    <a16:creationId xmlns:a16="http://schemas.microsoft.com/office/drawing/2014/main" id="{F9C589C4-A604-6FFC-9D55-F246F58FB330}"/>
                  </a:ext>
                </a:extLst>
              </p:cNvPr>
              <p:cNvCxnSpPr/>
              <p:nvPr/>
            </p:nvCxnSpPr>
            <p:spPr>
              <a:xfrm>
                <a:off x="2094500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2" name="直接连接符 206">
                <a:extLst>
                  <a:ext uri="{FF2B5EF4-FFF2-40B4-BE49-F238E27FC236}">
                    <a16:creationId xmlns:a16="http://schemas.microsoft.com/office/drawing/2014/main" id="{E8CF8B28-87C2-26E9-4E0F-4C59A460D44B}"/>
                  </a:ext>
                </a:extLst>
              </p:cNvPr>
              <p:cNvCxnSpPr/>
              <p:nvPr/>
            </p:nvCxnSpPr>
            <p:spPr>
              <a:xfrm>
                <a:off x="23381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3" name="直接连接符 207">
                <a:extLst>
                  <a:ext uri="{FF2B5EF4-FFF2-40B4-BE49-F238E27FC236}">
                    <a16:creationId xmlns:a16="http://schemas.microsoft.com/office/drawing/2014/main" id="{E33E3D1B-1C29-380B-E197-B6C2C2AFC855}"/>
                  </a:ext>
                </a:extLst>
              </p:cNvPr>
              <p:cNvCxnSpPr/>
              <p:nvPr/>
            </p:nvCxnSpPr>
            <p:spPr>
              <a:xfrm>
                <a:off x="2599852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4" name="直接连接符 208">
                <a:extLst>
                  <a:ext uri="{FF2B5EF4-FFF2-40B4-BE49-F238E27FC236}">
                    <a16:creationId xmlns:a16="http://schemas.microsoft.com/office/drawing/2014/main" id="{194FF376-0FEA-CFFF-2FF1-19FE49E70FFF}"/>
                  </a:ext>
                </a:extLst>
              </p:cNvPr>
              <p:cNvCxnSpPr/>
              <p:nvPr/>
            </p:nvCxnSpPr>
            <p:spPr>
              <a:xfrm>
                <a:off x="2870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5" name="直接连接符 209">
                <a:extLst>
                  <a:ext uri="{FF2B5EF4-FFF2-40B4-BE49-F238E27FC236}">
                    <a16:creationId xmlns:a16="http://schemas.microsoft.com/office/drawing/2014/main" id="{94BFAF7C-00C3-02FC-B422-842011B138FD}"/>
                  </a:ext>
                </a:extLst>
              </p:cNvPr>
              <p:cNvCxnSpPr/>
              <p:nvPr/>
            </p:nvCxnSpPr>
            <p:spPr>
              <a:xfrm>
                <a:off x="31340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6" name="矩形 335">
                <a:extLst>
                  <a:ext uri="{FF2B5EF4-FFF2-40B4-BE49-F238E27FC236}">
                    <a16:creationId xmlns:a16="http://schemas.microsoft.com/office/drawing/2014/main" id="{56789D96-6EA7-28DE-723E-1ECB3439EA64}"/>
                  </a:ext>
                </a:extLst>
              </p:cNvPr>
              <p:cNvSpPr/>
              <p:nvPr/>
            </p:nvSpPr>
            <p:spPr>
              <a:xfrm>
                <a:off x="3386458" y="2700882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" name="矩形 336">
                <a:extLst>
                  <a:ext uri="{FF2B5EF4-FFF2-40B4-BE49-F238E27FC236}">
                    <a16:creationId xmlns:a16="http://schemas.microsoft.com/office/drawing/2014/main" id="{9B052413-5AE1-CF02-EC3C-52540907A8E8}"/>
                  </a:ext>
                </a:extLst>
              </p:cNvPr>
              <p:cNvSpPr/>
              <p:nvPr/>
            </p:nvSpPr>
            <p:spPr>
              <a:xfrm>
                <a:off x="3386458" y="280905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" name="矩形 337">
                <a:extLst>
                  <a:ext uri="{FF2B5EF4-FFF2-40B4-BE49-F238E27FC236}">
                    <a16:creationId xmlns:a16="http://schemas.microsoft.com/office/drawing/2014/main" id="{B3AA1C39-6283-B008-AC44-A171F80D44B4}"/>
                  </a:ext>
                </a:extLst>
              </p:cNvPr>
              <p:cNvSpPr/>
              <p:nvPr/>
            </p:nvSpPr>
            <p:spPr>
              <a:xfrm>
                <a:off x="3386458" y="2918475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" name="矩形 338">
                <a:extLst>
                  <a:ext uri="{FF2B5EF4-FFF2-40B4-BE49-F238E27FC236}">
                    <a16:creationId xmlns:a16="http://schemas.microsoft.com/office/drawing/2014/main" id="{427834AD-8A9E-9570-A539-A2CF71AA0415}"/>
                  </a:ext>
                </a:extLst>
              </p:cNvPr>
              <p:cNvSpPr/>
              <p:nvPr/>
            </p:nvSpPr>
            <p:spPr>
              <a:xfrm>
                <a:off x="3386458" y="303222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" name="矩形 339">
                <a:extLst>
                  <a:ext uri="{FF2B5EF4-FFF2-40B4-BE49-F238E27FC236}">
                    <a16:creationId xmlns:a16="http://schemas.microsoft.com/office/drawing/2014/main" id="{E9324FC8-C361-4666-27F6-1F0CA3FA9317}"/>
                  </a:ext>
                </a:extLst>
              </p:cNvPr>
              <p:cNvSpPr/>
              <p:nvPr/>
            </p:nvSpPr>
            <p:spPr>
              <a:xfrm>
                <a:off x="3386458" y="3140397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" name="矩形 340">
                <a:extLst>
                  <a:ext uri="{FF2B5EF4-FFF2-40B4-BE49-F238E27FC236}">
                    <a16:creationId xmlns:a16="http://schemas.microsoft.com/office/drawing/2014/main" id="{23BFBBCA-0E96-6066-C909-9C73AF6C0F39}"/>
                  </a:ext>
                </a:extLst>
              </p:cNvPr>
              <p:cNvSpPr/>
              <p:nvPr/>
            </p:nvSpPr>
            <p:spPr>
              <a:xfrm>
                <a:off x="3386458" y="324981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" name="矩形 341">
                <a:extLst>
                  <a:ext uri="{FF2B5EF4-FFF2-40B4-BE49-F238E27FC236}">
                    <a16:creationId xmlns:a16="http://schemas.microsoft.com/office/drawing/2014/main" id="{9365999B-FEC8-171A-D62E-94BDE135207F}"/>
                  </a:ext>
                </a:extLst>
              </p:cNvPr>
              <p:cNvSpPr/>
              <p:nvPr/>
            </p:nvSpPr>
            <p:spPr>
              <a:xfrm>
                <a:off x="3386458" y="3365508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" name="矩形 342">
                <a:extLst>
                  <a:ext uri="{FF2B5EF4-FFF2-40B4-BE49-F238E27FC236}">
                    <a16:creationId xmlns:a16="http://schemas.microsoft.com/office/drawing/2014/main" id="{71E1D82B-5334-F1FF-CD60-AB3FED2E4E1D}"/>
                  </a:ext>
                </a:extLst>
              </p:cNvPr>
              <p:cNvSpPr/>
              <p:nvPr/>
            </p:nvSpPr>
            <p:spPr>
              <a:xfrm>
                <a:off x="3386458" y="347005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44" name="直接连接符 218">
                <a:extLst>
                  <a:ext uri="{FF2B5EF4-FFF2-40B4-BE49-F238E27FC236}">
                    <a16:creationId xmlns:a16="http://schemas.microsoft.com/office/drawing/2014/main" id="{EA7C43A3-5542-00C9-EB4F-C1969F7A220B}"/>
                  </a:ext>
                </a:extLst>
              </p:cNvPr>
              <p:cNvCxnSpPr/>
              <p:nvPr/>
            </p:nvCxnSpPr>
            <p:spPr>
              <a:xfrm>
                <a:off x="132667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6D265F8-458C-0DC3-4D70-5596A7EA8F8E}"/>
                </a:ext>
              </a:extLst>
            </p:cNvPr>
            <p:cNvSpPr/>
            <p:nvPr/>
          </p:nvSpPr>
          <p:spPr>
            <a:xfrm>
              <a:off x="1663613" y="4269210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DC5DB664-7775-BEF8-3BF3-E56CA7117196}"/>
                </a:ext>
              </a:extLst>
            </p:cNvPr>
            <p:cNvSpPr txBox="1"/>
            <p:nvPr/>
          </p:nvSpPr>
          <p:spPr>
            <a:xfrm>
              <a:off x="1589016" y="4270597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0.70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8AC063D0-E5BC-1088-DE2F-DB8C336069A6}"/>
                </a:ext>
              </a:extLst>
            </p:cNvPr>
            <p:cNvSpPr/>
            <p:nvPr/>
          </p:nvSpPr>
          <p:spPr>
            <a:xfrm>
              <a:off x="2436198" y="4269210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3EB76A78-CA80-32B5-4B5A-C313286E6891}"/>
                </a:ext>
              </a:extLst>
            </p:cNvPr>
            <p:cNvSpPr txBox="1"/>
            <p:nvPr/>
          </p:nvSpPr>
          <p:spPr>
            <a:xfrm>
              <a:off x="2361601" y="4270597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0.37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1162D92B-38BB-B2FB-A36F-FAA0B691013E}"/>
                </a:ext>
              </a:extLst>
            </p:cNvPr>
            <p:cNvSpPr/>
            <p:nvPr/>
          </p:nvSpPr>
          <p:spPr>
            <a:xfrm>
              <a:off x="2923241" y="4269210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38CF1D28-393C-520B-65C9-9E6AD6646BC3}"/>
                </a:ext>
              </a:extLst>
            </p:cNvPr>
            <p:cNvSpPr txBox="1"/>
            <p:nvPr/>
          </p:nvSpPr>
          <p:spPr>
            <a:xfrm>
              <a:off x="2848644" y="4270597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0.45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EDAE5AB0-7289-B785-086C-BBC622A89D27}"/>
                </a:ext>
              </a:extLst>
            </p:cNvPr>
            <p:cNvSpPr/>
            <p:nvPr/>
          </p:nvSpPr>
          <p:spPr>
            <a:xfrm>
              <a:off x="3711967" y="4269210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0CA49D0A-42C7-3FC5-1492-002FC1638F6B}"/>
                </a:ext>
              </a:extLst>
            </p:cNvPr>
            <p:cNvSpPr txBox="1"/>
            <p:nvPr/>
          </p:nvSpPr>
          <p:spPr>
            <a:xfrm>
              <a:off x="3637370" y="4270597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0.03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1FA1197-DDF9-C43B-7E16-08137FE09ED4}"/>
                </a:ext>
              </a:extLst>
            </p:cNvPr>
            <p:cNvSpPr/>
            <p:nvPr/>
          </p:nvSpPr>
          <p:spPr>
            <a:xfrm>
              <a:off x="3201653" y="3974524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2D03644-7A43-FA2B-837C-9FC0CFFE7FFF}"/>
                </a:ext>
              </a:extLst>
            </p:cNvPr>
            <p:cNvSpPr txBox="1"/>
            <p:nvPr/>
          </p:nvSpPr>
          <p:spPr>
            <a:xfrm>
              <a:off x="3127056" y="3975911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0.14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B497E046-C9FF-0F01-2B4E-F2784B582EEA}"/>
                </a:ext>
              </a:extLst>
            </p:cNvPr>
            <p:cNvSpPr/>
            <p:nvPr/>
          </p:nvSpPr>
          <p:spPr>
            <a:xfrm>
              <a:off x="2669040" y="3974524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34CAAD7-D86E-5F1B-12AB-C5DE76F59C29}"/>
                </a:ext>
              </a:extLst>
            </p:cNvPr>
            <p:cNvSpPr txBox="1"/>
            <p:nvPr/>
          </p:nvSpPr>
          <p:spPr>
            <a:xfrm>
              <a:off x="2594443" y="3975911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0.20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B34DBB6A-517B-F1C8-11C9-F6B6FC993A17}"/>
                </a:ext>
              </a:extLst>
            </p:cNvPr>
            <p:cNvSpPr/>
            <p:nvPr/>
          </p:nvSpPr>
          <p:spPr>
            <a:xfrm>
              <a:off x="2425987" y="3684958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08569326-D2E6-D6C1-401A-9AF0D57A96F9}"/>
                </a:ext>
              </a:extLst>
            </p:cNvPr>
            <p:cNvSpPr txBox="1"/>
            <p:nvPr/>
          </p:nvSpPr>
          <p:spPr>
            <a:xfrm>
              <a:off x="2351390" y="3686345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0.62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2EFDF710-8162-81EF-2444-14583FFEB7D3}"/>
                </a:ext>
              </a:extLst>
            </p:cNvPr>
            <p:cNvSpPr/>
            <p:nvPr/>
          </p:nvSpPr>
          <p:spPr>
            <a:xfrm>
              <a:off x="2926509" y="3684958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5F3FB31-6B87-95E1-D8B2-F47CD8237487}"/>
                </a:ext>
              </a:extLst>
            </p:cNvPr>
            <p:cNvSpPr txBox="1"/>
            <p:nvPr/>
          </p:nvSpPr>
          <p:spPr>
            <a:xfrm>
              <a:off x="2851912" y="3686345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0.78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1C7B3C48-6CE5-FD69-403B-A80A8B50DC39}"/>
                </a:ext>
              </a:extLst>
            </p:cNvPr>
            <p:cNvSpPr/>
            <p:nvPr/>
          </p:nvSpPr>
          <p:spPr>
            <a:xfrm>
              <a:off x="2175548" y="3967610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32D92755-C30B-D19C-FEAA-A078C22496FE}"/>
                </a:ext>
              </a:extLst>
            </p:cNvPr>
            <p:cNvSpPr txBox="1"/>
            <p:nvPr/>
          </p:nvSpPr>
          <p:spPr>
            <a:xfrm>
              <a:off x="2100951" y="3968997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0.55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8A541A19-7657-A058-AF62-850B2E46DB56}"/>
                </a:ext>
              </a:extLst>
            </p:cNvPr>
            <p:cNvSpPr/>
            <p:nvPr/>
          </p:nvSpPr>
          <p:spPr>
            <a:xfrm>
              <a:off x="1663613" y="5283411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3E23AB69-3A04-09AA-DEBF-2339AB14861D}"/>
                </a:ext>
              </a:extLst>
            </p:cNvPr>
            <p:cNvSpPr txBox="1"/>
            <p:nvPr/>
          </p:nvSpPr>
          <p:spPr>
            <a:xfrm>
              <a:off x="1589016" y="5284798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0.87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79851F21-A709-F305-2151-E891695E27B7}"/>
                </a:ext>
              </a:extLst>
            </p:cNvPr>
            <p:cNvSpPr/>
            <p:nvPr/>
          </p:nvSpPr>
          <p:spPr>
            <a:xfrm>
              <a:off x="3711967" y="5283411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66F960BC-03C6-5A3C-543A-D40E3516B9DF}"/>
                </a:ext>
              </a:extLst>
            </p:cNvPr>
            <p:cNvSpPr txBox="1"/>
            <p:nvPr/>
          </p:nvSpPr>
          <p:spPr>
            <a:xfrm>
              <a:off x="3637370" y="5284798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Def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FF9B0260-329C-98BA-9D70-1026EF860D64}"/>
                </a:ext>
              </a:extLst>
            </p:cNvPr>
            <p:cNvSpPr/>
            <p:nvPr/>
          </p:nvSpPr>
          <p:spPr>
            <a:xfrm>
              <a:off x="2669040" y="4988725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9CE849BF-1E41-161D-2827-AD5CB11D057B}"/>
                </a:ext>
              </a:extLst>
            </p:cNvPr>
            <p:cNvSpPr txBox="1"/>
            <p:nvPr/>
          </p:nvSpPr>
          <p:spPr>
            <a:xfrm>
              <a:off x="2594443" y="4990112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0.96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E6EB3809-3306-6637-6F3E-EC62A78F1170}"/>
                </a:ext>
              </a:extLst>
            </p:cNvPr>
            <p:cNvSpPr/>
            <p:nvPr/>
          </p:nvSpPr>
          <p:spPr>
            <a:xfrm>
              <a:off x="2175548" y="4981811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61A72142-D045-EBC9-D3DC-B25A061F8D96}"/>
                </a:ext>
              </a:extLst>
            </p:cNvPr>
            <p:cNvSpPr txBox="1"/>
            <p:nvPr/>
          </p:nvSpPr>
          <p:spPr>
            <a:xfrm>
              <a:off x="2100951" y="4983198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Def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58FC043C-D64E-16CF-2C4E-D1E10AEE4211}"/>
                </a:ext>
              </a:extLst>
            </p:cNvPr>
            <p:cNvSpPr/>
            <p:nvPr/>
          </p:nvSpPr>
          <p:spPr>
            <a:xfrm>
              <a:off x="2923241" y="5283411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4A86C093-0852-4A98-29A0-56C46B2B1364}"/>
                </a:ext>
              </a:extLst>
            </p:cNvPr>
            <p:cNvSpPr txBox="1"/>
            <p:nvPr/>
          </p:nvSpPr>
          <p:spPr>
            <a:xfrm>
              <a:off x="2848644" y="5284798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Def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38B8F3C2-95F2-6F22-D18A-F5C9E4932BAE}"/>
                </a:ext>
              </a:extLst>
            </p:cNvPr>
            <p:cNvSpPr/>
            <p:nvPr/>
          </p:nvSpPr>
          <p:spPr>
            <a:xfrm>
              <a:off x="4140616" y="5757862"/>
              <a:ext cx="104775" cy="10477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07B5B0DB-7A4D-F401-B7EA-E44499C99E67}"/>
                </a:ext>
              </a:extLst>
            </p:cNvPr>
            <p:cNvSpPr/>
            <p:nvPr/>
          </p:nvSpPr>
          <p:spPr>
            <a:xfrm>
              <a:off x="4140616" y="6031159"/>
              <a:ext cx="104775" cy="1047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78108A3D-8E20-0644-0722-72D24CBF53DE}"/>
                </a:ext>
              </a:extLst>
            </p:cNvPr>
            <p:cNvSpPr/>
            <p:nvPr/>
          </p:nvSpPr>
          <p:spPr>
            <a:xfrm>
              <a:off x="4140616" y="6304456"/>
              <a:ext cx="104775" cy="10477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377AF8D1-374E-5FB1-7B18-C1163493A977}"/>
                </a:ext>
              </a:extLst>
            </p:cNvPr>
            <p:cNvSpPr/>
            <p:nvPr/>
          </p:nvSpPr>
          <p:spPr>
            <a:xfrm>
              <a:off x="1665039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813C23F4-40F1-0D5D-834E-EA198A1CE91D}"/>
                </a:ext>
              </a:extLst>
            </p:cNvPr>
            <p:cNvSpPr/>
            <p:nvPr/>
          </p:nvSpPr>
          <p:spPr>
            <a:xfrm>
              <a:off x="1912616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EE6EACC6-B970-5D8D-51C7-D28FFED722A5}"/>
                </a:ext>
              </a:extLst>
            </p:cNvPr>
            <p:cNvSpPr/>
            <p:nvPr/>
          </p:nvSpPr>
          <p:spPr>
            <a:xfrm>
              <a:off x="2175547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588DAA8F-A94F-071F-4A15-6FD0C971E0D5}"/>
                </a:ext>
              </a:extLst>
            </p:cNvPr>
            <p:cNvSpPr/>
            <p:nvPr/>
          </p:nvSpPr>
          <p:spPr>
            <a:xfrm>
              <a:off x="2425986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39" name="矩形 238">
              <a:extLst>
                <a:ext uri="{FF2B5EF4-FFF2-40B4-BE49-F238E27FC236}">
                  <a16:creationId xmlns:a16="http://schemas.microsoft.com/office/drawing/2014/main" id="{9351F36A-D98E-7AE1-9A00-92F585623140}"/>
                </a:ext>
              </a:extLst>
            </p:cNvPr>
            <p:cNvSpPr/>
            <p:nvPr/>
          </p:nvSpPr>
          <p:spPr>
            <a:xfrm>
              <a:off x="2666789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40" name="矩形 239">
              <a:extLst>
                <a:ext uri="{FF2B5EF4-FFF2-40B4-BE49-F238E27FC236}">
                  <a16:creationId xmlns:a16="http://schemas.microsoft.com/office/drawing/2014/main" id="{10CF75A9-C8D4-C2B0-A40E-7CF7E4C52513}"/>
                </a:ext>
              </a:extLst>
            </p:cNvPr>
            <p:cNvSpPr/>
            <p:nvPr/>
          </p:nvSpPr>
          <p:spPr>
            <a:xfrm>
              <a:off x="2926423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41" name="矩形 240">
              <a:extLst>
                <a:ext uri="{FF2B5EF4-FFF2-40B4-BE49-F238E27FC236}">
                  <a16:creationId xmlns:a16="http://schemas.microsoft.com/office/drawing/2014/main" id="{82A64C87-C663-FB88-FBCD-16B9D8DE98F6}"/>
                </a:ext>
              </a:extLst>
            </p:cNvPr>
            <p:cNvSpPr/>
            <p:nvPr/>
          </p:nvSpPr>
          <p:spPr>
            <a:xfrm>
              <a:off x="3189569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576F6759-DA4B-159D-21D2-A346617CB3A0}"/>
                </a:ext>
              </a:extLst>
            </p:cNvPr>
            <p:cNvSpPr/>
            <p:nvPr/>
          </p:nvSpPr>
          <p:spPr>
            <a:xfrm>
              <a:off x="3456182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59AA5E9C-CD68-3FC7-12BB-CBA6740A76C1}"/>
                </a:ext>
              </a:extLst>
            </p:cNvPr>
            <p:cNvSpPr/>
            <p:nvPr/>
          </p:nvSpPr>
          <p:spPr>
            <a:xfrm>
              <a:off x="3711967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88" name="矩形 287">
              <a:extLst>
                <a:ext uri="{FF2B5EF4-FFF2-40B4-BE49-F238E27FC236}">
                  <a16:creationId xmlns:a16="http://schemas.microsoft.com/office/drawing/2014/main" id="{977868D2-F60D-7772-FA0E-BAF66116D981}"/>
                </a:ext>
              </a:extLst>
            </p:cNvPr>
            <p:cNvSpPr/>
            <p:nvPr/>
          </p:nvSpPr>
          <p:spPr>
            <a:xfrm>
              <a:off x="1665039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09" name="矩形 308">
              <a:extLst>
                <a:ext uri="{FF2B5EF4-FFF2-40B4-BE49-F238E27FC236}">
                  <a16:creationId xmlns:a16="http://schemas.microsoft.com/office/drawing/2014/main" id="{E1D64FD9-C08C-E16E-953F-6645F43AD8C9}"/>
                </a:ext>
              </a:extLst>
            </p:cNvPr>
            <p:cNvSpPr/>
            <p:nvPr/>
          </p:nvSpPr>
          <p:spPr>
            <a:xfrm>
              <a:off x="1912616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0" name="矩形 309">
              <a:extLst>
                <a:ext uri="{FF2B5EF4-FFF2-40B4-BE49-F238E27FC236}">
                  <a16:creationId xmlns:a16="http://schemas.microsoft.com/office/drawing/2014/main" id="{1CAC60BA-A1F5-2903-917C-A7CE430AE321}"/>
                </a:ext>
              </a:extLst>
            </p:cNvPr>
            <p:cNvSpPr/>
            <p:nvPr/>
          </p:nvSpPr>
          <p:spPr>
            <a:xfrm>
              <a:off x="2175547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1" name="矩形 310">
              <a:extLst>
                <a:ext uri="{FF2B5EF4-FFF2-40B4-BE49-F238E27FC236}">
                  <a16:creationId xmlns:a16="http://schemas.microsoft.com/office/drawing/2014/main" id="{7C013575-78A2-AA53-FDCF-553C7A9BB9A8}"/>
                </a:ext>
              </a:extLst>
            </p:cNvPr>
            <p:cNvSpPr/>
            <p:nvPr/>
          </p:nvSpPr>
          <p:spPr>
            <a:xfrm>
              <a:off x="2425986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2" name="矩形 311">
              <a:extLst>
                <a:ext uri="{FF2B5EF4-FFF2-40B4-BE49-F238E27FC236}">
                  <a16:creationId xmlns:a16="http://schemas.microsoft.com/office/drawing/2014/main" id="{2E53FB9D-4F74-40CB-B8A1-2AEA113456F7}"/>
                </a:ext>
              </a:extLst>
            </p:cNvPr>
            <p:cNvSpPr/>
            <p:nvPr/>
          </p:nvSpPr>
          <p:spPr>
            <a:xfrm>
              <a:off x="2666789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3" name="矩形 312">
              <a:extLst>
                <a:ext uri="{FF2B5EF4-FFF2-40B4-BE49-F238E27FC236}">
                  <a16:creationId xmlns:a16="http://schemas.microsoft.com/office/drawing/2014/main" id="{46D7FDA4-32EE-6C37-6781-759D6A5C3A13}"/>
                </a:ext>
              </a:extLst>
            </p:cNvPr>
            <p:cNvSpPr/>
            <p:nvPr/>
          </p:nvSpPr>
          <p:spPr>
            <a:xfrm>
              <a:off x="2926423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4" name="矩形 313">
              <a:extLst>
                <a:ext uri="{FF2B5EF4-FFF2-40B4-BE49-F238E27FC236}">
                  <a16:creationId xmlns:a16="http://schemas.microsoft.com/office/drawing/2014/main" id="{78607CF4-AF8F-03B1-FACC-4AB777E794E0}"/>
                </a:ext>
              </a:extLst>
            </p:cNvPr>
            <p:cNvSpPr/>
            <p:nvPr/>
          </p:nvSpPr>
          <p:spPr>
            <a:xfrm>
              <a:off x="3189569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5" name="矩形 314">
              <a:extLst>
                <a:ext uri="{FF2B5EF4-FFF2-40B4-BE49-F238E27FC236}">
                  <a16:creationId xmlns:a16="http://schemas.microsoft.com/office/drawing/2014/main" id="{984AFA10-9F86-B4DC-1CCC-93CBC6E4679D}"/>
                </a:ext>
              </a:extLst>
            </p:cNvPr>
            <p:cNvSpPr/>
            <p:nvPr/>
          </p:nvSpPr>
          <p:spPr>
            <a:xfrm>
              <a:off x="3456182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6" name="矩形 315">
              <a:extLst>
                <a:ext uri="{FF2B5EF4-FFF2-40B4-BE49-F238E27FC236}">
                  <a16:creationId xmlns:a16="http://schemas.microsoft.com/office/drawing/2014/main" id="{F5F342F3-9D87-16E7-83F6-AB68D2499EC6}"/>
                </a:ext>
              </a:extLst>
            </p:cNvPr>
            <p:cNvSpPr/>
            <p:nvPr/>
          </p:nvSpPr>
          <p:spPr>
            <a:xfrm>
              <a:off x="3711967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7" name="矩形 316">
              <a:extLst>
                <a:ext uri="{FF2B5EF4-FFF2-40B4-BE49-F238E27FC236}">
                  <a16:creationId xmlns:a16="http://schemas.microsoft.com/office/drawing/2014/main" id="{092E5F83-3932-5DD2-C9CF-452D58FDC629}"/>
                </a:ext>
              </a:extLst>
            </p:cNvPr>
            <p:cNvSpPr/>
            <p:nvPr/>
          </p:nvSpPr>
          <p:spPr>
            <a:xfrm>
              <a:off x="1665039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8" name="矩形 317">
              <a:extLst>
                <a:ext uri="{FF2B5EF4-FFF2-40B4-BE49-F238E27FC236}">
                  <a16:creationId xmlns:a16="http://schemas.microsoft.com/office/drawing/2014/main" id="{20DFBF25-90CB-561A-27F2-130510B7A22D}"/>
                </a:ext>
              </a:extLst>
            </p:cNvPr>
            <p:cNvSpPr/>
            <p:nvPr/>
          </p:nvSpPr>
          <p:spPr>
            <a:xfrm>
              <a:off x="1909461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9" name="矩形 318">
              <a:extLst>
                <a:ext uri="{FF2B5EF4-FFF2-40B4-BE49-F238E27FC236}">
                  <a16:creationId xmlns:a16="http://schemas.microsoft.com/office/drawing/2014/main" id="{89648B0F-4000-D521-CF23-603A4CFB48CB}"/>
                </a:ext>
              </a:extLst>
            </p:cNvPr>
            <p:cNvSpPr/>
            <p:nvPr/>
          </p:nvSpPr>
          <p:spPr>
            <a:xfrm>
              <a:off x="2175548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0" name="矩形 319">
              <a:extLst>
                <a:ext uri="{FF2B5EF4-FFF2-40B4-BE49-F238E27FC236}">
                  <a16:creationId xmlns:a16="http://schemas.microsoft.com/office/drawing/2014/main" id="{552F7001-4ECA-5F3C-8BAB-660D96486DD5}"/>
                </a:ext>
              </a:extLst>
            </p:cNvPr>
            <p:cNvSpPr/>
            <p:nvPr/>
          </p:nvSpPr>
          <p:spPr>
            <a:xfrm>
              <a:off x="2425986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1" name="矩形 320">
              <a:extLst>
                <a:ext uri="{FF2B5EF4-FFF2-40B4-BE49-F238E27FC236}">
                  <a16:creationId xmlns:a16="http://schemas.microsoft.com/office/drawing/2014/main" id="{2DC8B07E-8C4A-6AE5-5231-3BEBB4ADBBAB}"/>
                </a:ext>
              </a:extLst>
            </p:cNvPr>
            <p:cNvSpPr/>
            <p:nvPr/>
          </p:nvSpPr>
          <p:spPr>
            <a:xfrm>
              <a:off x="2662591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2" name="矩形 321">
              <a:extLst>
                <a:ext uri="{FF2B5EF4-FFF2-40B4-BE49-F238E27FC236}">
                  <a16:creationId xmlns:a16="http://schemas.microsoft.com/office/drawing/2014/main" id="{164C77A7-932E-755E-FE97-E2453EA0D354}"/>
                </a:ext>
              </a:extLst>
            </p:cNvPr>
            <p:cNvSpPr/>
            <p:nvPr/>
          </p:nvSpPr>
          <p:spPr>
            <a:xfrm>
              <a:off x="2926509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3" name="矩形 322">
              <a:extLst>
                <a:ext uri="{FF2B5EF4-FFF2-40B4-BE49-F238E27FC236}">
                  <a16:creationId xmlns:a16="http://schemas.microsoft.com/office/drawing/2014/main" id="{A87ECDA5-C049-D991-EECE-F8EE03FAC8CF}"/>
                </a:ext>
              </a:extLst>
            </p:cNvPr>
            <p:cNvSpPr/>
            <p:nvPr/>
          </p:nvSpPr>
          <p:spPr>
            <a:xfrm>
              <a:off x="3190256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4" name="矩形 323">
              <a:extLst>
                <a:ext uri="{FF2B5EF4-FFF2-40B4-BE49-F238E27FC236}">
                  <a16:creationId xmlns:a16="http://schemas.microsoft.com/office/drawing/2014/main" id="{2DD15328-B06B-4537-573F-FB97A3BB41B9}"/>
                </a:ext>
              </a:extLst>
            </p:cNvPr>
            <p:cNvSpPr/>
            <p:nvPr/>
          </p:nvSpPr>
          <p:spPr>
            <a:xfrm>
              <a:off x="3451317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5" name="矩形 324">
              <a:extLst>
                <a:ext uri="{FF2B5EF4-FFF2-40B4-BE49-F238E27FC236}">
                  <a16:creationId xmlns:a16="http://schemas.microsoft.com/office/drawing/2014/main" id="{DCBACDFE-E43F-D14D-6BE8-6603B886B241}"/>
                </a:ext>
              </a:extLst>
            </p:cNvPr>
            <p:cNvSpPr/>
            <p:nvPr/>
          </p:nvSpPr>
          <p:spPr>
            <a:xfrm>
              <a:off x="3711966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402" name="矩形: 圆角 283">
            <a:extLst>
              <a:ext uri="{FF2B5EF4-FFF2-40B4-BE49-F238E27FC236}">
                <a16:creationId xmlns:a16="http://schemas.microsoft.com/office/drawing/2014/main" id="{E73B544B-AB9B-6B12-0DC5-CF1F8241F43E}"/>
              </a:ext>
            </a:extLst>
          </p:cNvPr>
          <p:cNvSpPr/>
          <p:nvPr/>
        </p:nvSpPr>
        <p:spPr>
          <a:xfrm>
            <a:off x="349396" y="2837442"/>
            <a:ext cx="875989" cy="490318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en-US" altLang="zh-CN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位置矩阵</a:t>
            </a:r>
          </a:p>
        </p:txBody>
      </p:sp>
      <p:sp>
        <p:nvSpPr>
          <p:cNvPr id="403" name="矩形: 圆角 284">
            <a:extLst>
              <a:ext uri="{FF2B5EF4-FFF2-40B4-BE49-F238E27FC236}">
                <a16:creationId xmlns:a16="http://schemas.microsoft.com/office/drawing/2014/main" id="{A2C6B2D5-1247-B42F-7914-5F3E41B8FD72}"/>
              </a:ext>
            </a:extLst>
          </p:cNvPr>
          <p:cNvSpPr/>
          <p:nvPr/>
        </p:nvSpPr>
        <p:spPr>
          <a:xfrm>
            <a:off x="349396" y="3847883"/>
            <a:ext cx="875989" cy="490318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en-US" altLang="zh-CN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速度矩阵</a:t>
            </a:r>
          </a:p>
        </p:txBody>
      </p:sp>
      <p:sp>
        <p:nvSpPr>
          <p:cNvPr id="404" name="矩形: 圆角 285">
            <a:extLst>
              <a:ext uri="{FF2B5EF4-FFF2-40B4-BE49-F238E27FC236}">
                <a16:creationId xmlns:a16="http://schemas.microsoft.com/office/drawing/2014/main" id="{D8FC5449-9EF0-A12A-2B93-E4A418835325}"/>
              </a:ext>
            </a:extLst>
          </p:cNvPr>
          <p:cNvSpPr/>
          <p:nvPr/>
        </p:nvSpPr>
        <p:spPr>
          <a:xfrm>
            <a:off x="266087" y="4836592"/>
            <a:ext cx="1021223" cy="490318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en-US" altLang="zh-CN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置信度矩阵</a:t>
            </a:r>
          </a:p>
        </p:txBody>
      </p:sp>
      <p:sp>
        <p:nvSpPr>
          <p:cNvPr id="405" name="矩形: 圆角 286">
            <a:extLst>
              <a:ext uri="{FF2B5EF4-FFF2-40B4-BE49-F238E27FC236}">
                <a16:creationId xmlns:a16="http://schemas.microsoft.com/office/drawing/2014/main" id="{813DDF94-6426-1924-50E3-D9BF23193280}"/>
              </a:ext>
            </a:extLst>
          </p:cNvPr>
          <p:cNvSpPr/>
          <p:nvPr/>
        </p:nvSpPr>
        <p:spPr>
          <a:xfrm>
            <a:off x="349396" y="5838387"/>
            <a:ext cx="875989" cy="490318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en-US" altLang="zh-CN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信号矩阵</a:t>
            </a:r>
          </a:p>
        </p:txBody>
      </p:sp>
      <p:sp>
        <p:nvSpPr>
          <p:cNvPr id="406" name="矩形: 圆角 288">
            <a:extLst>
              <a:ext uri="{FF2B5EF4-FFF2-40B4-BE49-F238E27FC236}">
                <a16:creationId xmlns:a16="http://schemas.microsoft.com/office/drawing/2014/main" id="{6DCEE8DF-830C-115A-5506-C4DB6EC554F0}"/>
              </a:ext>
            </a:extLst>
          </p:cNvPr>
          <p:cNvSpPr/>
          <p:nvPr/>
        </p:nvSpPr>
        <p:spPr>
          <a:xfrm>
            <a:off x="4993849" y="1522259"/>
            <a:ext cx="3063735" cy="180550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7" name="矩形: 圆角 289">
            <a:extLst>
              <a:ext uri="{FF2B5EF4-FFF2-40B4-BE49-F238E27FC236}">
                <a16:creationId xmlns:a16="http://schemas.microsoft.com/office/drawing/2014/main" id="{87047DF2-16FE-612D-4EB9-78B2E5F2AB22}"/>
              </a:ext>
            </a:extLst>
          </p:cNvPr>
          <p:cNvSpPr/>
          <p:nvPr/>
        </p:nvSpPr>
        <p:spPr>
          <a:xfrm>
            <a:off x="5151241" y="1664563"/>
            <a:ext cx="1684604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动作空间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Action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08" name="对象 407">
            <a:extLst>
              <a:ext uri="{FF2B5EF4-FFF2-40B4-BE49-F238E27FC236}">
                <a16:creationId xmlns:a16="http://schemas.microsoft.com/office/drawing/2014/main" id="{489168FB-D322-50A3-DB60-4899330B20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1241" y="2234255"/>
          <a:ext cx="1370012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80" imgH="203040" progId="Equation.DSMT4">
                  <p:embed/>
                </p:oleObj>
              </mc:Choice>
              <mc:Fallback>
                <p:oleObj name="Equation" r:id="rId7" imgW="863280" imgH="203040" progId="Equation.DSMT4">
                  <p:embed/>
                  <p:pic>
                    <p:nvPicPr>
                      <p:cNvPr id="408" name="对象 407">
                        <a:extLst>
                          <a:ext uri="{FF2B5EF4-FFF2-40B4-BE49-F238E27FC236}">
                            <a16:creationId xmlns:a16="http://schemas.microsoft.com/office/drawing/2014/main" id="{489168FB-D322-50A3-DB60-4899330B2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51241" y="2234255"/>
                        <a:ext cx="1370012" cy="319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" name="对象 408">
            <a:extLst>
              <a:ext uri="{FF2B5EF4-FFF2-40B4-BE49-F238E27FC236}">
                <a16:creationId xmlns:a16="http://schemas.microsoft.com/office/drawing/2014/main" id="{6DB83129-9255-6F4C-3A98-BDDF004984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1241" y="2759558"/>
          <a:ext cx="2810238" cy="294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58920" imgH="228600" progId="Equation.DSMT4">
                  <p:embed/>
                </p:oleObj>
              </mc:Choice>
              <mc:Fallback>
                <p:oleObj name="Equation" r:id="rId9" imgW="2158920" imgH="228600" progId="Equation.DSMT4">
                  <p:embed/>
                  <p:pic>
                    <p:nvPicPr>
                      <p:cNvPr id="409" name="对象 408">
                        <a:extLst>
                          <a:ext uri="{FF2B5EF4-FFF2-40B4-BE49-F238E27FC236}">
                            <a16:creationId xmlns:a16="http://schemas.microsoft.com/office/drawing/2014/main" id="{6DB83129-9255-6F4C-3A98-BDDF004984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51241" y="2759558"/>
                        <a:ext cx="2810238" cy="2947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" name="矩形: 圆角 292">
            <a:extLst>
              <a:ext uri="{FF2B5EF4-FFF2-40B4-BE49-F238E27FC236}">
                <a16:creationId xmlns:a16="http://schemas.microsoft.com/office/drawing/2014/main" id="{8E1B63C8-2727-92E0-E0F9-FB221168DE62}"/>
              </a:ext>
            </a:extLst>
          </p:cNvPr>
          <p:cNvSpPr/>
          <p:nvPr/>
        </p:nvSpPr>
        <p:spPr>
          <a:xfrm>
            <a:off x="8370791" y="1522259"/>
            <a:ext cx="3543569" cy="180550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1" name="矩形: 圆角 293">
            <a:extLst>
              <a:ext uri="{FF2B5EF4-FFF2-40B4-BE49-F238E27FC236}">
                <a16:creationId xmlns:a16="http://schemas.microsoft.com/office/drawing/2014/main" id="{DB248CB0-E3DE-D749-B8E0-7F632F487606}"/>
              </a:ext>
            </a:extLst>
          </p:cNvPr>
          <p:cNvSpPr/>
          <p:nvPr/>
        </p:nvSpPr>
        <p:spPr>
          <a:xfrm>
            <a:off x="8528183" y="1664563"/>
            <a:ext cx="116807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DQN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</a:p>
        </p:txBody>
      </p:sp>
      <p:sp>
        <p:nvSpPr>
          <p:cNvPr id="412" name="矩形: 圆角 296">
            <a:extLst>
              <a:ext uri="{FF2B5EF4-FFF2-40B4-BE49-F238E27FC236}">
                <a16:creationId xmlns:a16="http://schemas.microsoft.com/office/drawing/2014/main" id="{40621001-DC91-025E-E022-C3836445BBC1}"/>
              </a:ext>
            </a:extLst>
          </p:cNvPr>
          <p:cNvSpPr/>
          <p:nvPr/>
        </p:nvSpPr>
        <p:spPr>
          <a:xfrm>
            <a:off x="4993849" y="3513629"/>
            <a:ext cx="6920511" cy="1476949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矩形: 圆角 297">
            <a:extLst>
              <a:ext uri="{FF2B5EF4-FFF2-40B4-BE49-F238E27FC236}">
                <a16:creationId xmlns:a16="http://schemas.microsoft.com/office/drawing/2014/main" id="{A89125BB-A2E3-F8D9-C29D-B5FCA02D6DC0}"/>
              </a:ext>
            </a:extLst>
          </p:cNvPr>
          <p:cNvSpPr/>
          <p:nvPr/>
        </p:nvSpPr>
        <p:spPr>
          <a:xfrm>
            <a:off x="5151241" y="3655934"/>
            <a:ext cx="111375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</a:p>
        </p:txBody>
      </p:sp>
      <p:sp>
        <p:nvSpPr>
          <p:cNvPr id="414" name="矩形: 圆角 299">
            <a:extLst>
              <a:ext uri="{FF2B5EF4-FFF2-40B4-BE49-F238E27FC236}">
                <a16:creationId xmlns:a16="http://schemas.microsoft.com/office/drawing/2014/main" id="{D9634DAB-3983-3FDB-9C45-7C6953B9794B}"/>
              </a:ext>
            </a:extLst>
          </p:cNvPr>
          <p:cNvSpPr/>
          <p:nvPr/>
        </p:nvSpPr>
        <p:spPr>
          <a:xfrm>
            <a:off x="4993849" y="5132883"/>
            <a:ext cx="6920511" cy="156681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矩形: 圆角 300">
            <a:extLst>
              <a:ext uri="{FF2B5EF4-FFF2-40B4-BE49-F238E27FC236}">
                <a16:creationId xmlns:a16="http://schemas.microsoft.com/office/drawing/2014/main" id="{42B56AE1-106F-E2E6-5829-BBD072E0090D}"/>
              </a:ext>
            </a:extLst>
          </p:cNvPr>
          <p:cNvSpPr/>
          <p:nvPr/>
        </p:nvSpPr>
        <p:spPr>
          <a:xfrm>
            <a:off x="5151241" y="5275188"/>
            <a:ext cx="187424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奖励空间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Reward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6" name="文本框 415">
            <a:extLst>
              <a:ext uri="{FF2B5EF4-FFF2-40B4-BE49-F238E27FC236}">
                <a16:creationId xmlns:a16="http://schemas.microsoft.com/office/drawing/2014/main" id="{94208C64-099D-3A20-3296-F5CE04CA21BA}"/>
              </a:ext>
            </a:extLst>
          </p:cNvPr>
          <p:cNvSpPr txBox="1"/>
          <p:nvPr/>
        </p:nvSpPr>
        <p:spPr>
          <a:xfrm>
            <a:off x="7134828" y="5268142"/>
            <a:ext cx="1954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Minimize </a:t>
            </a:r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延误</a:t>
            </a:r>
            <a:r>
              <a:rPr lang="en-US" altLang="zh-CN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排队</a:t>
            </a:r>
            <a:endParaRPr lang="zh-CN" altLang="en-US" sz="1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7" name="直接连接符 307">
            <a:extLst>
              <a:ext uri="{FF2B5EF4-FFF2-40B4-BE49-F238E27FC236}">
                <a16:creationId xmlns:a16="http://schemas.microsoft.com/office/drawing/2014/main" id="{9143499A-4951-0351-9A7D-4BD523C90248}"/>
              </a:ext>
            </a:extLst>
          </p:cNvPr>
          <p:cNvCxnSpPr>
            <a:cxnSpLocks/>
          </p:cNvCxnSpPr>
          <p:nvPr/>
        </p:nvCxnSpPr>
        <p:spPr>
          <a:xfrm>
            <a:off x="7961479" y="5612068"/>
            <a:ext cx="0" cy="1014157"/>
          </a:xfrm>
          <a:prstGeom prst="line">
            <a:avLst/>
          </a:prstGeom>
          <a:ln w="19050">
            <a:solidFill>
              <a:srgbClr val="01492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文本框 417">
            <a:extLst>
              <a:ext uri="{FF2B5EF4-FFF2-40B4-BE49-F238E27FC236}">
                <a16:creationId xmlns:a16="http://schemas.microsoft.com/office/drawing/2014/main" id="{B906815F-7034-6BF7-BEB7-CB3C5FDE6BF9}"/>
              </a:ext>
            </a:extLst>
          </p:cNvPr>
          <p:cNvSpPr txBox="1"/>
          <p:nvPr/>
        </p:nvSpPr>
        <p:spPr>
          <a:xfrm>
            <a:off x="7030758" y="1679243"/>
            <a:ext cx="10268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离散空间</a:t>
            </a:r>
          </a:p>
        </p:txBody>
      </p:sp>
      <p:sp>
        <p:nvSpPr>
          <p:cNvPr id="419" name="文本框 418">
            <a:extLst>
              <a:ext uri="{FF2B5EF4-FFF2-40B4-BE49-F238E27FC236}">
                <a16:creationId xmlns:a16="http://schemas.microsoft.com/office/drawing/2014/main" id="{4532DB4C-A59F-A7B6-E9B6-6835569CF319}"/>
              </a:ext>
            </a:extLst>
          </p:cNvPr>
          <p:cNvSpPr txBox="1"/>
          <p:nvPr/>
        </p:nvSpPr>
        <p:spPr>
          <a:xfrm>
            <a:off x="6748163" y="2231548"/>
            <a:ext cx="11749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公平性判断</a:t>
            </a:r>
          </a:p>
        </p:txBody>
      </p:sp>
      <p:cxnSp>
        <p:nvCxnSpPr>
          <p:cNvPr id="420" name="直接箭头连接符 13">
            <a:extLst>
              <a:ext uri="{FF2B5EF4-FFF2-40B4-BE49-F238E27FC236}">
                <a16:creationId xmlns:a16="http://schemas.microsoft.com/office/drawing/2014/main" id="{041587BE-02AD-B54C-6B6C-64A3FCC5E597}"/>
              </a:ext>
            </a:extLst>
          </p:cNvPr>
          <p:cNvCxnSpPr>
            <a:stCxn id="419" idx="2"/>
          </p:cNvCxnSpPr>
          <p:nvPr/>
        </p:nvCxnSpPr>
        <p:spPr>
          <a:xfrm>
            <a:off x="7335622" y="2539325"/>
            <a:ext cx="0" cy="220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文本框 420">
            <a:extLst>
              <a:ext uri="{FF2B5EF4-FFF2-40B4-BE49-F238E27FC236}">
                <a16:creationId xmlns:a16="http://schemas.microsoft.com/office/drawing/2014/main" id="{215B2B39-51CF-1F44-7885-C53FA3811961}"/>
              </a:ext>
            </a:extLst>
          </p:cNvPr>
          <p:cNvSpPr txBox="1"/>
          <p:nvPr/>
        </p:nvSpPr>
        <p:spPr>
          <a:xfrm>
            <a:off x="9853653" y="1679243"/>
            <a:ext cx="1885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Epsilon-greedy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策略</a:t>
            </a:r>
          </a:p>
        </p:txBody>
      </p:sp>
      <p:sp>
        <p:nvSpPr>
          <p:cNvPr id="422" name="文本框 421">
            <a:extLst>
              <a:ext uri="{FF2B5EF4-FFF2-40B4-BE49-F238E27FC236}">
                <a16:creationId xmlns:a16="http://schemas.microsoft.com/office/drawing/2014/main" id="{B8C7F77B-8270-A0CF-B8D8-ED856BD17049}"/>
              </a:ext>
            </a:extLst>
          </p:cNvPr>
          <p:cNvSpPr txBox="1"/>
          <p:nvPr/>
        </p:nvSpPr>
        <p:spPr>
          <a:xfrm>
            <a:off x="5313441" y="4174742"/>
            <a:ext cx="1227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两层卷积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两层全连接</a:t>
            </a:r>
          </a:p>
        </p:txBody>
      </p:sp>
      <p:pic>
        <p:nvPicPr>
          <p:cNvPr id="423" name="图片 422">
            <a:extLst>
              <a:ext uri="{FF2B5EF4-FFF2-40B4-BE49-F238E27FC236}">
                <a16:creationId xmlns:a16="http://schemas.microsoft.com/office/drawing/2014/main" id="{23F8BCEB-AF68-0FAC-A71B-931E8DAA96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963" y="2122262"/>
            <a:ext cx="3403994" cy="454877"/>
          </a:xfrm>
          <a:prstGeom prst="rect">
            <a:avLst/>
          </a:prstGeom>
        </p:spPr>
      </p:pic>
      <p:pic>
        <p:nvPicPr>
          <p:cNvPr id="424" name="图片 423">
            <a:extLst>
              <a:ext uri="{FF2B5EF4-FFF2-40B4-BE49-F238E27FC236}">
                <a16:creationId xmlns:a16="http://schemas.microsoft.com/office/drawing/2014/main" id="{8D938390-1CA7-77D4-5DBB-BE4F964C7D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58697" y="1652939"/>
            <a:ext cx="1323407" cy="342200"/>
          </a:xfrm>
          <a:prstGeom prst="rect">
            <a:avLst/>
          </a:prstGeom>
        </p:spPr>
      </p:pic>
      <p:pic>
        <p:nvPicPr>
          <p:cNvPr id="425" name="图片 424">
            <a:extLst>
              <a:ext uri="{FF2B5EF4-FFF2-40B4-BE49-F238E27FC236}">
                <a16:creationId xmlns:a16="http://schemas.microsoft.com/office/drawing/2014/main" id="{4743C4B7-FD41-A190-ED90-E29BBE6A01C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6447" y="2093848"/>
            <a:ext cx="3432256" cy="1111185"/>
          </a:xfrm>
          <a:prstGeom prst="rect">
            <a:avLst/>
          </a:prstGeom>
        </p:spPr>
      </p:pic>
      <p:pic>
        <p:nvPicPr>
          <p:cNvPr id="426" name="图片 425">
            <a:extLst>
              <a:ext uri="{FF2B5EF4-FFF2-40B4-BE49-F238E27FC236}">
                <a16:creationId xmlns:a16="http://schemas.microsoft.com/office/drawing/2014/main" id="{1A3F5251-33E2-37E1-8C90-D3663E0CE2F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5072" y="5255515"/>
            <a:ext cx="2141584" cy="347723"/>
          </a:xfrm>
          <a:prstGeom prst="rect">
            <a:avLst/>
          </a:prstGeom>
        </p:spPr>
      </p:pic>
      <p:pic>
        <p:nvPicPr>
          <p:cNvPr id="427" name="图片 426">
            <a:extLst>
              <a:ext uri="{FF2B5EF4-FFF2-40B4-BE49-F238E27FC236}">
                <a16:creationId xmlns:a16="http://schemas.microsoft.com/office/drawing/2014/main" id="{225E25FF-D755-6240-F2AF-202E24AEC05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61670" y="5718224"/>
            <a:ext cx="3241879" cy="847309"/>
          </a:xfrm>
          <a:prstGeom prst="rect">
            <a:avLst/>
          </a:prstGeom>
        </p:spPr>
      </p:pic>
      <p:pic>
        <p:nvPicPr>
          <p:cNvPr id="428" name="图片 427">
            <a:extLst>
              <a:ext uri="{FF2B5EF4-FFF2-40B4-BE49-F238E27FC236}">
                <a16:creationId xmlns:a16="http://schemas.microsoft.com/office/drawing/2014/main" id="{6C362CFE-FB6C-DEA8-DE04-8549D1B0575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81133" y="5629019"/>
            <a:ext cx="2443447" cy="99720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9054B4-94CD-2531-FD4A-2B345BFE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12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950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402" grpId="0" animBg="1"/>
      <p:bldP spid="403" grpId="0" animBg="1"/>
      <p:bldP spid="404" grpId="0" animBg="1"/>
      <p:bldP spid="405" grpId="0" animBg="1"/>
      <p:bldP spid="406" grpId="0" animBg="1"/>
      <p:bldP spid="407" grpId="0" animBg="1"/>
      <p:bldP spid="410" grpId="0" animBg="1"/>
      <p:bldP spid="411" grpId="0" animBg="1"/>
      <p:bldP spid="412" grpId="0" animBg="1"/>
      <p:bldP spid="413" grpId="0" animBg="1"/>
      <p:bldP spid="414" grpId="0" animBg="1"/>
      <p:bldP spid="415" grpId="0" animBg="1"/>
      <p:bldP spid="416" grpId="0"/>
      <p:bldP spid="418" grpId="0"/>
      <p:bldP spid="419" grpId="0"/>
      <p:bldP spid="421" grpId="0"/>
      <p:bldP spid="4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9F28F-0BC6-4753-FA53-00A7F8DCB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D12E570-E8ED-8AA4-4401-90E3084333DB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05547E1-6CE8-FE08-B0C2-CB20ED94D025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CA4EC379-C131-C30A-25B7-1E7314CB6761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83E9E2FF-17D5-741F-2100-4DBBE314F110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E8F9DB9-540C-1426-3452-A01678478C41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DF4AC924-ED6B-E2C4-7C9B-675486E1A8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2662EB3F-54D6-77ED-2BEA-499D76019B09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D33B772F-D5FE-3316-F464-C1DC2089E039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1F304AC3-BBCC-6638-971E-5CA08E2D53BF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351EA652-8D46-13F5-40B7-66FA40F93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28" y="2127018"/>
            <a:ext cx="3372795" cy="67964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2609C4A8-7285-E316-EEC5-3282DF91D160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下层</a:t>
            </a:r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MPC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轨迹优化模型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63">
            <a:extLst>
              <a:ext uri="{FF2B5EF4-FFF2-40B4-BE49-F238E27FC236}">
                <a16:creationId xmlns:a16="http://schemas.microsoft.com/office/drawing/2014/main" id="{F06C987E-6929-0E9F-85ED-B02CE51E7D61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64">
            <a:extLst>
              <a:ext uri="{FF2B5EF4-FFF2-40B4-BE49-F238E27FC236}">
                <a16:creationId xmlns:a16="http://schemas.microsoft.com/office/drawing/2014/main" id="{14CF62B7-A86B-F3E8-DC04-EB32BC02FE18}"/>
              </a:ext>
            </a:extLst>
          </p:cNvPr>
          <p:cNvSpPr/>
          <p:nvPr/>
        </p:nvSpPr>
        <p:spPr>
          <a:xfrm>
            <a:off x="195034" y="1522259"/>
            <a:ext cx="4485608" cy="165898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74">
            <a:extLst>
              <a:ext uri="{FF2B5EF4-FFF2-40B4-BE49-F238E27FC236}">
                <a16:creationId xmlns:a16="http://schemas.microsoft.com/office/drawing/2014/main" id="{DBF34DA5-6654-69A8-6996-67179B168A2E}"/>
              </a:ext>
            </a:extLst>
          </p:cNvPr>
          <p:cNvSpPr/>
          <p:nvPr/>
        </p:nvSpPr>
        <p:spPr>
          <a:xfrm>
            <a:off x="352426" y="1664563"/>
            <a:ext cx="1114235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目标函数</a:t>
            </a:r>
          </a:p>
        </p:txBody>
      </p:sp>
      <p:sp>
        <p:nvSpPr>
          <p:cNvPr id="35" name="矩形: 圆角 288">
            <a:extLst>
              <a:ext uri="{FF2B5EF4-FFF2-40B4-BE49-F238E27FC236}">
                <a16:creationId xmlns:a16="http://schemas.microsoft.com/office/drawing/2014/main" id="{849DF64A-A9BF-09EE-EC60-175C0FCF5729}"/>
              </a:ext>
            </a:extLst>
          </p:cNvPr>
          <p:cNvSpPr/>
          <p:nvPr/>
        </p:nvSpPr>
        <p:spPr>
          <a:xfrm>
            <a:off x="4993849" y="1522259"/>
            <a:ext cx="3063735" cy="406733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289">
            <a:extLst>
              <a:ext uri="{FF2B5EF4-FFF2-40B4-BE49-F238E27FC236}">
                <a16:creationId xmlns:a16="http://schemas.microsoft.com/office/drawing/2014/main" id="{F51D22C4-CC5C-5D99-9A04-92AE2DEDFCB8}"/>
              </a:ext>
            </a:extLst>
          </p:cNvPr>
          <p:cNvSpPr/>
          <p:nvPr/>
        </p:nvSpPr>
        <p:spPr>
          <a:xfrm>
            <a:off x="5151240" y="1664563"/>
            <a:ext cx="2200173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动力学约束与边界约束</a:t>
            </a:r>
          </a:p>
        </p:txBody>
      </p:sp>
      <p:sp>
        <p:nvSpPr>
          <p:cNvPr id="37" name="矩形: 圆角 292">
            <a:extLst>
              <a:ext uri="{FF2B5EF4-FFF2-40B4-BE49-F238E27FC236}">
                <a16:creationId xmlns:a16="http://schemas.microsoft.com/office/drawing/2014/main" id="{46E5284C-603A-A57D-85A7-81C5DFD2544B}"/>
              </a:ext>
            </a:extLst>
          </p:cNvPr>
          <p:cNvSpPr/>
          <p:nvPr/>
        </p:nvSpPr>
        <p:spPr>
          <a:xfrm>
            <a:off x="8370791" y="1522259"/>
            <a:ext cx="3543569" cy="180550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293">
            <a:extLst>
              <a:ext uri="{FF2B5EF4-FFF2-40B4-BE49-F238E27FC236}">
                <a16:creationId xmlns:a16="http://schemas.microsoft.com/office/drawing/2014/main" id="{0A104506-ABE3-DC9F-7636-ACAF9BA5DE26}"/>
              </a:ext>
            </a:extLst>
          </p:cNvPr>
          <p:cNvSpPr/>
          <p:nvPr/>
        </p:nvSpPr>
        <p:spPr>
          <a:xfrm>
            <a:off x="8528183" y="1664563"/>
            <a:ext cx="116807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信号约束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8E25E08-D273-36A7-0704-B217D6EAEC36}"/>
              </a:ext>
            </a:extLst>
          </p:cNvPr>
          <p:cNvSpPr txBox="1"/>
          <p:nvPr/>
        </p:nvSpPr>
        <p:spPr>
          <a:xfrm>
            <a:off x="2194422" y="1664563"/>
            <a:ext cx="21886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Min </a:t>
            </a:r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电耗 </a:t>
            </a:r>
            <a:r>
              <a:rPr lang="en-US" altLang="zh-CN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 Max </a:t>
            </a:r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舒适度</a:t>
            </a:r>
            <a:endParaRPr lang="zh-CN" altLang="en-US" sz="1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CCF7750-69C6-44E9-D84E-FF431E7E5F80}"/>
              </a:ext>
            </a:extLst>
          </p:cNvPr>
          <p:cNvSpPr/>
          <p:nvPr/>
        </p:nvSpPr>
        <p:spPr>
          <a:xfrm>
            <a:off x="1801640" y="2245637"/>
            <a:ext cx="1122629" cy="425135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7BE814E-A9A9-C737-AF04-76765116F4AC}"/>
              </a:ext>
            </a:extLst>
          </p:cNvPr>
          <p:cNvSpPr/>
          <p:nvPr/>
        </p:nvSpPr>
        <p:spPr>
          <a:xfrm>
            <a:off x="3764865" y="2245637"/>
            <a:ext cx="304978" cy="425135"/>
          </a:xfrm>
          <a:prstGeom prst="rect">
            <a:avLst/>
          </a:prstGeom>
          <a:noFill/>
          <a:ln w="19050">
            <a:solidFill>
              <a:srgbClr val="453DF4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16B2574-6051-F68B-72C9-1155BD493714}"/>
              </a:ext>
            </a:extLst>
          </p:cNvPr>
          <p:cNvSpPr txBox="1"/>
          <p:nvPr/>
        </p:nvSpPr>
        <p:spPr>
          <a:xfrm>
            <a:off x="1642442" y="2704131"/>
            <a:ext cx="14912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预测时域总能耗</a:t>
            </a:r>
            <a:endParaRPr lang="zh-CN" altLang="en-US" sz="1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6837CE5-26B7-EFDE-D2E3-A503B7B7212F}"/>
              </a:ext>
            </a:extLst>
          </p:cNvPr>
          <p:cNvSpPr txBox="1"/>
          <p:nvPr/>
        </p:nvSpPr>
        <p:spPr>
          <a:xfrm>
            <a:off x="3633760" y="2704131"/>
            <a:ext cx="9422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453DF4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加速度项</a:t>
            </a:r>
            <a:endParaRPr lang="zh-CN" altLang="en-US" sz="1400" dirty="0">
              <a:solidFill>
                <a:srgbClr val="453DF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矩形: 圆角 13">
            <a:extLst>
              <a:ext uri="{FF2B5EF4-FFF2-40B4-BE49-F238E27FC236}">
                <a16:creationId xmlns:a16="http://schemas.microsoft.com/office/drawing/2014/main" id="{32729F09-ED5A-A33C-2A7D-E7651294D97C}"/>
              </a:ext>
            </a:extLst>
          </p:cNvPr>
          <p:cNvSpPr/>
          <p:nvPr/>
        </p:nvSpPr>
        <p:spPr>
          <a:xfrm>
            <a:off x="195034" y="3360097"/>
            <a:ext cx="4485608" cy="222949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15">
            <a:extLst>
              <a:ext uri="{FF2B5EF4-FFF2-40B4-BE49-F238E27FC236}">
                <a16:creationId xmlns:a16="http://schemas.microsoft.com/office/drawing/2014/main" id="{A18DB0B7-9CFA-894B-A5DA-97913CC2BABF}"/>
              </a:ext>
            </a:extLst>
          </p:cNvPr>
          <p:cNvSpPr/>
          <p:nvPr/>
        </p:nvSpPr>
        <p:spPr>
          <a:xfrm>
            <a:off x="352426" y="3502401"/>
            <a:ext cx="151258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CAV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电耗模型</a:t>
            </a:r>
          </a:p>
        </p:txBody>
      </p: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569BD991-1FF6-E8CA-2D5A-36C5D3AAAC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3755" y="3915271"/>
          <a:ext cx="3067978" cy="336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84120" imgH="241200" progId="Equation.DSMT4">
                  <p:embed/>
                </p:oleObj>
              </mc:Choice>
              <mc:Fallback>
                <p:oleObj name="Equation" r:id="rId5" imgW="2184120" imgH="24120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569BD991-1FF6-E8CA-2D5A-36C5D3AAAC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3755" y="3915271"/>
                        <a:ext cx="3067978" cy="3368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666B67BC-F718-7BD5-D58A-70EF7C134A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639" y="4280902"/>
          <a:ext cx="4387236" cy="583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24080" imgH="419040" progId="Equation.DSMT4">
                  <p:embed/>
                </p:oleObj>
              </mc:Choice>
              <mc:Fallback>
                <p:oleObj name="Equation" r:id="rId7" imgW="3124080" imgH="41904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666B67BC-F718-7BD5-D58A-70EF7C134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2639" y="4280902"/>
                        <a:ext cx="4387236" cy="5838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矩形: 圆角 27">
            <a:extLst>
              <a:ext uri="{FF2B5EF4-FFF2-40B4-BE49-F238E27FC236}">
                <a16:creationId xmlns:a16="http://schemas.microsoft.com/office/drawing/2014/main" id="{E2623EB2-1A3A-8C88-4723-2F5552403ECA}"/>
              </a:ext>
            </a:extLst>
          </p:cNvPr>
          <p:cNvSpPr/>
          <p:nvPr/>
        </p:nvSpPr>
        <p:spPr>
          <a:xfrm>
            <a:off x="8370791" y="3487431"/>
            <a:ext cx="3543569" cy="2102158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28">
            <a:extLst>
              <a:ext uri="{FF2B5EF4-FFF2-40B4-BE49-F238E27FC236}">
                <a16:creationId xmlns:a16="http://schemas.microsoft.com/office/drawing/2014/main" id="{18ADC42B-EF2B-BAB5-8BAB-0BE153379E50}"/>
              </a:ext>
            </a:extLst>
          </p:cNvPr>
          <p:cNvSpPr/>
          <p:nvPr/>
        </p:nvSpPr>
        <p:spPr>
          <a:xfrm>
            <a:off x="8528182" y="3629735"/>
            <a:ext cx="1494003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前向安全约束</a:t>
            </a:r>
          </a:p>
        </p:txBody>
      </p:sp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9266738D-937C-CE31-148F-13E3B9FAA8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85372" y="4014009"/>
          <a:ext cx="2461289" cy="37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49080" imgH="241200" progId="Equation.DSMT4">
                  <p:embed/>
                </p:oleObj>
              </mc:Choice>
              <mc:Fallback>
                <p:oleObj name="Equation" r:id="rId9" imgW="1549080" imgH="241200" progId="Equation.DSMT4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9266738D-937C-CE31-148F-13E3B9FAA8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585372" y="4014009"/>
                        <a:ext cx="2461289" cy="37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0A80E2AF-E176-A19F-F996-C22B8415B7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82502" y="4483096"/>
          <a:ext cx="2904616" cy="39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28800" imgH="253800" progId="Equation.DSMT4">
                  <p:embed/>
                </p:oleObj>
              </mc:Choice>
              <mc:Fallback>
                <p:oleObj name="Equation" r:id="rId11" imgW="1828800" imgH="253800" progId="Equation.DSMT4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0A80E2AF-E176-A19F-F996-C22B8415B7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582502" y="4483096"/>
                        <a:ext cx="2904616" cy="397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矩形: 圆角 240">
            <a:extLst>
              <a:ext uri="{FF2B5EF4-FFF2-40B4-BE49-F238E27FC236}">
                <a16:creationId xmlns:a16="http://schemas.microsoft.com/office/drawing/2014/main" id="{F7633010-6E58-DFCE-C2E7-1236801BB5ED}"/>
              </a:ext>
            </a:extLst>
          </p:cNvPr>
          <p:cNvSpPr/>
          <p:nvPr/>
        </p:nvSpPr>
        <p:spPr>
          <a:xfrm>
            <a:off x="195034" y="5708772"/>
            <a:ext cx="11719326" cy="85197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: 圆角 241">
            <a:extLst>
              <a:ext uri="{FF2B5EF4-FFF2-40B4-BE49-F238E27FC236}">
                <a16:creationId xmlns:a16="http://schemas.microsoft.com/office/drawing/2014/main" id="{B6197D84-A6B0-3015-0CF2-D40553A675A9}"/>
              </a:ext>
            </a:extLst>
          </p:cNvPr>
          <p:cNvSpPr/>
          <p:nvPr/>
        </p:nvSpPr>
        <p:spPr>
          <a:xfrm>
            <a:off x="352426" y="5997919"/>
            <a:ext cx="151258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滚动时域优化</a:t>
            </a:r>
          </a:p>
        </p:txBody>
      </p:sp>
      <p:cxnSp>
        <p:nvCxnSpPr>
          <p:cNvPr id="54" name="直接箭头连接符 308">
            <a:extLst>
              <a:ext uri="{FF2B5EF4-FFF2-40B4-BE49-F238E27FC236}">
                <a16:creationId xmlns:a16="http://schemas.microsoft.com/office/drawing/2014/main" id="{068FCCF7-697C-9C99-77D7-863CBF92813B}"/>
              </a:ext>
            </a:extLst>
          </p:cNvPr>
          <p:cNvCxnSpPr>
            <a:cxnSpLocks/>
          </p:cNvCxnSpPr>
          <p:nvPr/>
        </p:nvCxnSpPr>
        <p:spPr>
          <a:xfrm>
            <a:off x="4085219" y="6210677"/>
            <a:ext cx="647382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313">
            <a:extLst>
              <a:ext uri="{FF2B5EF4-FFF2-40B4-BE49-F238E27FC236}">
                <a16:creationId xmlns:a16="http://schemas.microsoft.com/office/drawing/2014/main" id="{6C51BCDA-B8F1-317D-CAF4-EB4E6FF8C302}"/>
              </a:ext>
            </a:extLst>
          </p:cNvPr>
          <p:cNvCxnSpPr>
            <a:cxnSpLocks/>
          </p:cNvCxnSpPr>
          <p:nvPr/>
        </p:nvCxnSpPr>
        <p:spPr>
          <a:xfrm>
            <a:off x="4585254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314">
            <a:extLst>
              <a:ext uri="{FF2B5EF4-FFF2-40B4-BE49-F238E27FC236}">
                <a16:creationId xmlns:a16="http://schemas.microsoft.com/office/drawing/2014/main" id="{1CCD6015-7DE8-50ED-1807-13E9773A089B}"/>
              </a:ext>
            </a:extLst>
          </p:cNvPr>
          <p:cNvCxnSpPr>
            <a:cxnSpLocks/>
          </p:cNvCxnSpPr>
          <p:nvPr/>
        </p:nvCxnSpPr>
        <p:spPr>
          <a:xfrm>
            <a:off x="5178979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315">
            <a:extLst>
              <a:ext uri="{FF2B5EF4-FFF2-40B4-BE49-F238E27FC236}">
                <a16:creationId xmlns:a16="http://schemas.microsoft.com/office/drawing/2014/main" id="{F639F86E-6503-C34E-CAC9-605E1FFB72E8}"/>
              </a:ext>
            </a:extLst>
          </p:cNvPr>
          <p:cNvCxnSpPr>
            <a:cxnSpLocks/>
          </p:cNvCxnSpPr>
          <p:nvPr/>
        </p:nvCxnSpPr>
        <p:spPr>
          <a:xfrm>
            <a:off x="5794929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316">
            <a:extLst>
              <a:ext uri="{FF2B5EF4-FFF2-40B4-BE49-F238E27FC236}">
                <a16:creationId xmlns:a16="http://schemas.microsoft.com/office/drawing/2014/main" id="{C6945F95-0806-AEAD-99C7-577F916353A2}"/>
              </a:ext>
            </a:extLst>
          </p:cNvPr>
          <p:cNvCxnSpPr>
            <a:cxnSpLocks/>
          </p:cNvCxnSpPr>
          <p:nvPr/>
        </p:nvCxnSpPr>
        <p:spPr>
          <a:xfrm>
            <a:off x="6421855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317">
            <a:extLst>
              <a:ext uri="{FF2B5EF4-FFF2-40B4-BE49-F238E27FC236}">
                <a16:creationId xmlns:a16="http://schemas.microsoft.com/office/drawing/2014/main" id="{31886F82-A63A-38BF-B448-7D4CA0DD3A29}"/>
              </a:ext>
            </a:extLst>
          </p:cNvPr>
          <p:cNvCxnSpPr>
            <a:cxnSpLocks/>
          </p:cNvCxnSpPr>
          <p:nvPr/>
        </p:nvCxnSpPr>
        <p:spPr>
          <a:xfrm>
            <a:off x="6959990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70">
            <a:extLst>
              <a:ext uri="{FF2B5EF4-FFF2-40B4-BE49-F238E27FC236}">
                <a16:creationId xmlns:a16="http://schemas.microsoft.com/office/drawing/2014/main" id="{AD80A866-0D4D-BE94-A13F-0C7FD24A3D75}"/>
              </a:ext>
            </a:extLst>
          </p:cNvPr>
          <p:cNvCxnSpPr>
            <a:cxnSpLocks/>
          </p:cNvCxnSpPr>
          <p:nvPr/>
        </p:nvCxnSpPr>
        <p:spPr>
          <a:xfrm>
            <a:off x="9349081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71">
            <a:extLst>
              <a:ext uri="{FF2B5EF4-FFF2-40B4-BE49-F238E27FC236}">
                <a16:creationId xmlns:a16="http://schemas.microsoft.com/office/drawing/2014/main" id="{494F63F0-D37D-20FF-934C-3E6C5872CBB6}"/>
              </a:ext>
            </a:extLst>
          </p:cNvPr>
          <p:cNvCxnSpPr>
            <a:cxnSpLocks/>
          </p:cNvCxnSpPr>
          <p:nvPr/>
        </p:nvCxnSpPr>
        <p:spPr>
          <a:xfrm>
            <a:off x="9942806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783434D5-7BBB-C19D-A40B-DE99FCB836A2}"/>
              </a:ext>
            </a:extLst>
          </p:cNvPr>
          <p:cNvSpPr txBox="1"/>
          <p:nvPr/>
        </p:nvSpPr>
        <p:spPr>
          <a:xfrm>
            <a:off x="4266395" y="6242748"/>
            <a:ext cx="6609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k=1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D61BE30-86AC-0ABC-F30F-B62E56FB279F}"/>
              </a:ext>
            </a:extLst>
          </p:cNvPr>
          <p:cNvSpPr txBox="1"/>
          <p:nvPr/>
        </p:nvSpPr>
        <p:spPr>
          <a:xfrm>
            <a:off x="5028611" y="6242748"/>
            <a:ext cx="32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A8522A7-91AA-371F-B8AD-0E2949B67953}"/>
              </a:ext>
            </a:extLst>
          </p:cNvPr>
          <p:cNvSpPr txBox="1"/>
          <p:nvPr/>
        </p:nvSpPr>
        <p:spPr>
          <a:xfrm>
            <a:off x="5645008" y="6242748"/>
            <a:ext cx="32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DB2FA09-86B7-4307-0E38-56B724BEC25C}"/>
              </a:ext>
            </a:extLst>
          </p:cNvPr>
          <p:cNvSpPr txBox="1"/>
          <p:nvPr/>
        </p:nvSpPr>
        <p:spPr>
          <a:xfrm>
            <a:off x="6267942" y="6242748"/>
            <a:ext cx="32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A56B2A8-F60C-15CA-04EF-47FB29499725}"/>
              </a:ext>
            </a:extLst>
          </p:cNvPr>
          <p:cNvSpPr txBox="1"/>
          <p:nvPr/>
        </p:nvSpPr>
        <p:spPr>
          <a:xfrm>
            <a:off x="6793941" y="6242748"/>
            <a:ext cx="32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7" name="对象 76">
            <a:extLst>
              <a:ext uri="{FF2B5EF4-FFF2-40B4-BE49-F238E27FC236}">
                <a16:creationId xmlns:a16="http://schemas.microsoft.com/office/drawing/2014/main" id="{59E47BFF-0F36-5258-F788-E1374A971D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97153" y="6275888"/>
          <a:ext cx="503855" cy="278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31640" imgH="241200" progId="Equation.DSMT4">
                  <p:embed/>
                </p:oleObj>
              </mc:Choice>
              <mc:Fallback>
                <p:oleObj name="Equation" r:id="rId13" imgW="431640" imgH="241200" progId="Equation.DSMT4">
                  <p:embed/>
                  <p:pic>
                    <p:nvPicPr>
                      <p:cNvPr id="77" name="对象 76">
                        <a:extLst>
                          <a:ext uri="{FF2B5EF4-FFF2-40B4-BE49-F238E27FC236}">
                            <a16:creationId xmlns:a16="http://schemas.microsoft.com/office/drawing/2014/main" id="{59E47BFF-0F36-5258-F788-E1374A971D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097153" y="6275888"/>
                        <a:ext cx="503855" cy="278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3D09908E-D89B-33A7-E7CD-8F9C7D3AF3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33858" y="6275388"/>
          <a:ext cx="266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8600" imgH="241200" progId="Equation.DSMT4">
                  <p:embed/>
                </p:oleObj>
              </mc:Choice>
              <mc:Fallback>
                <p:oleObj name="Equation" r:id="rId15" imgW="228600" imgH="24120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3D09908E-D89B-33A7-E7CD-8F9C7D3AF3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833858" y="6275388"/>
                        <a:ext cx="266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矩形 82">
            <a:extLst>
              <a:ext uri="{FF2B5EF4-FFF2-40B4-BE49-F238E27FC236}">
                <a16:creationId xmlns:a16="http://schemas.microsoft.com/office/drawing/2014/main" id="{DD7038F8-2381-5DE5-6D52-540914F6E993}"/>
              </a:ext>
            </a:extLst>
          </p:cNvPr>
          <p:cNvSpPr/>
          <p:nvPr/>
        </p:nvSpPr>
        <p:spPr>
          <a:xfrm>
            <a:off x="4509342" y="6141950"/>
            <a:ext cx="137454" cy="137454"/>
          </a:xfrm>
          <a:prstGeom prst="rect">
            <a:avLst/>
          </a:prstGeom>
          <a:solidFill>
            <a:srgbClr val="453DF4"/>
          </a:solidFill>
          <a:ln>
            <a:solidFill>
              <a:srgbClr val="453D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31799651-2616-6EBC-8D01-9E9F708B07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4760" y="5748090"/>
          <a:ext cx="280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7480" imgH="241200" progId="Equation.DSMT4">
                  <p:embed/>
                </p:oleObj>
              </mc:Choice>
              <mc:Fallback>
                <p:oleObj name="Equation" r:id="rId17" imgW="177480" imgH="2412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31799651-2616-6EBC-8D01-9E9F708B07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44760" y="5748090"/>
                        <a:ext cx="280988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63E86B3D-C8FF-39C6-0781-0AAB6D2705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8611" y="5748090"/>
          <a:ext cx="280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7480" imgH="241200" progId="Equation.DSMT4">
                  <p:embed/>
                </p:oleObj>
              </mc:Choice>
              <mc:Fallback>
                <p:oleObj name="Equation" r:id="rId19" imgW="177480" imgH="241200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63E86B3D-C8FF-39C6-0781-0AAB6D2705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28611" y="5748090"/>
                        <a:ext cx="280988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15889ED0-0639-7CD7-376A-5E238D03BB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1312" y="5748090"/>
          <a:ext cx="280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7480" imgH="241200" progId="Equation.DSMT4">
                  <p:embed/>
                </p:oleObj>
              </mc:Choice>
              <mc:Fallback>
                <p:oleObj name="Equation" r:id="rId21" imgW="177480" imgH="24120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15889ED0-0639-7CD7-376A-5E238D03BB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661312" y="5748090"/>
                        <a:ext cx="280988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对象 86">
            <a:extLst>
              <a:ext uri="{FF2B5EF4-FFF2-40B4-BE49-F238E27FC236}">
                <a16:creationId xmlns:a16="http://schemas.microsoft.com/office/drawing/2014/main" id="{2EB36336-4535-9EA1-3218-E3B1728827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7396" y="5748090"/>
          <a:ext cx="280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77480" imgH="241200" progId="Equation.DSMT4">
                  <p:embed/>
                </p:oleObj>
              </mc:Choice>
              <mc:Fallback>
                <p:oleObj name="Equation" r:id="rId23" imgW="177480" imgH="241200" progId="Equation.DSMT4">
                  <p:embed/>
                  <p:pic>
                    <p:nvPicPr>
                      <p:cNvPr id="87" name="对象 86">
                        <a:extLst>
                          <a:ext uri="{FF2B5EF4-FFF2-40B4-BE49-F238E27FC236}">
                            <a16:creationId xmlns:a16="http://schemas.microsoft.com/office/drawing/2014/main" id="{2EB36336-4535-9EA1-3218-E3B1728827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277396" y="5748090"/>
                        <a:ext cx="280988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35FF2E59-0FF7-ADAA-F232-676D4D5876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1097" y="5748090"/>
          <a:ext cx="280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77480" imgH="241200" progId="Equation.DSMT4">
                  <p:embed/>
                </p:oleObj>
              </mc:Choice>
              <mc:Fallback>
                <p:oleObj name="Equation" r:id="rId25" imgW="177480" imgH="241200" progId="Equation.DSMT4">
                  <p:embed/>
                  <p:pic>
                    <p:nvPicPr>
                      <p:cNvPr id="88" name="对象 87">
                        <a:extLst>
                          <a:ext uri="{FF2B5EF4-FFF2-40B4-BE49-F238E27FC236}">
                            <a16:creationId xmlns:a16="http://schemas.microsoft.com/office/drawing/2014/main" id="{35FF2E59-0FF7-ADAA-F232-676D4D5876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801097" y="5748090"/>
                        <a:ext cx="280988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对象 90">
            <a:extLst>
              <a:ext uri="{FF2B5EF4-FFF2-40B4-BE49-F238E27FC236}">
                <a16:creationId xmlns:a16="http://schemas.microsoft.com/office/drawing/2014/main" id="{2EA8CA48-6538-C835-26F7-CC4E8BDDB3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68382" y="5729288"/>
          <a:ext cx="56197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55320" imgH="266400" progId="Equation.DSMT4">
                  <p:embed/>
                </p:oleObj>
              </mc:Choice>
              <mc:Fallback>
                <p:oleObj name="Equation" r:id="rId27" imgW="355320" imgH="266400" progId="Equation.DSMT4">
                  <p:embed/>
                  <p:pic>
                    <p:nvPicPr>
                      <p:cNvPr id="91" name="对象 90">
                        <a:extLst>
                          <a:ext uri="{FF2B5EF4-FFF2-40B4-BE49-F238E27FC236}">
                            <a16:creationId xmlns:a16="http://schemas.microsoft.com/office/drawing/2014/main" id="{2EA8CA48-6538-C835-26F7-CC4E8BDDB3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068382" y="5729288"/>
                        <a:ext cx="561975" cy="41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5ABBF8DD-E475-1FC2-CCD8-036FC8D3DE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49407" y="5729288"/>
          <a:ext cx="54133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342720" imgH="266400" progId="Equation.DSMT4">
                  <p:embed/>
                </p:oleObj>
              </mc:Choice>
              <mc:Fallback>
                <p:oleObj name="Equation" r:id="rId29" imgW="342720" imgH="266400" progId="Equation.DSMT4">
                  <p:embed/>
                  <p:pic>
                    <p:nvPicPr>
                      <p:cNvPr id="92" name="对象 91">
                        <a:extLst>
                          <a:ext uri="{FF2B5EF4-FFF2-40B4-BE49-F238E27FC236}">
                            <a16:creationId xmlns:a16="http://schemas.microsoft.com/office/drawing/2014/main" id="{5ABBF8DD-E475-1FC2-CCD8-036FC8D3DE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649407" y="5729288"/>
                        <a:ext cx="541337" cy="41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9E4C3AF0-7B79-D589-C5F6-D43CB254C305}"/>
              </a:ext>
            </a:extLst>
          </p:cNvPr>
          <p:cNvSpPr txBox="1"/>
          <p:nvPr/>
        </p:nvSpPr>
        <p:spPr>
          <a:xfrm>
            <a:off x="7915020" y="6242748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8D87CB6E-F21E-2DAE-2EFC-34A947EA924D}"/>
              </a:ext>
            </a:extLst>
          </p:cNvPr>
          <p:cNvSpPr txBox="1"/>
          <p:nvPr/>
        </p:nvSpPr>
        <p:spPr>
          <a:xfrm>
            <a:off x="7915020" y="5850301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523EA236-32F7-09BB-6081-2F96E6D4791B}"/>
              </a:ext>
            </a:extLst>
          </p:cNvPr>
          <p:cNvSpPr/>
          <p:nvPr/>
        </p:nvSpPr>
        <p:spPr>
          <a:xfrm>
            <a:off x="4379693" y="5768445"/>
            <a:ext cx="396992" cy="741949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211DE495-48EB-22B1-3A74-0368473D3CE5}"/>
              </a:ext>
            </a:extLst>
          </p:cNvPr>
          <p:cNvSpPr txBox="1"/>
          <p:nvPr/>
        </p:nvSpPr>
        <p:spPr>
          <a:xfrm>
            <a:off x="2091442" y="5997919"/>
            <a:ext cx="1645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执行第一个预测步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51FD093F-150A-A875-3623-CBE77CAC90C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63755" y="4912117"/>
            <a:ext cx="1471415" cy="627322"/>
          </a:xfrm>
          <a:prstGeom prst="rect">
            <a:avLst/>
          </a:prstGeom>
        </p:spPr>
      </p:pic>
      <p:pic>
        <p:nvPicPr>
          <p:cNvPr id="99" name="图片 98">
            <a:extLst>
              <a:ext uri="{FF2B5EF4-FFF2-40B4-BE49-F238E27FC236}">
                <a16:creationId xmlns:a16="http://schemas.microsoft.com/office/drawing/2014/main" id="{5AB3E2F4-FBCB-E3F1-0B48-47B45C40CBB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61744" y="2289973"/>
            <a:ext cx="2721972" cy="3012230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029E11FC-DB4F-12BD-A44C-705E87BC3B3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r="42541"/>
          <a:stretch>
            <a:fillRect/>
          </a:stretch>
        </p:blipFill>
        <p:spPr>
          <a:xfrm>
            <a:off x="9049207" y="2023460"/>
            <a:ext cx="1908784" cy="1222679"/>
          </a:xfrm>
          <a:prstGeom prst="rect">
            <a:avLst/>
          </a:prstGeom>
        </p:spPr>
      </p:pic>
      <p:pic>
        <p:nvPicPr>
          <p:cNvPr id="101" name="图片 100">
            <a:extLst>
              <a:ext uri="{FF2B5EF4-FFF2-40B4-BE49-F238E27FC236}">
                <a16:creationId xmlns:a16="http://schemas.microsoft.com/office/drawing/2014/main" id="{D26B7052-DF2B-9C81-0ADF-2E3D959E919F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71578" t="24828" r="11429" b="39054"/>
          <a:stretch>
            <a:fillRect/>
          </a:stretch>
        </p:blipFill>
        <p:spPr>
          <a:xfrm>
            <a:off x="9068382" y="2743373"/>
            <a:ext cx="488398" cy="382072"/>
          </a:xfrm>
          <a:prstGeom prst="rect">
            <a:avLst/>
          </a:prstGeom>
        </p:spPr>
      </p:pic>
      <p:pic>
        <p:nvPicPr>
          <p:cNvPr id="102" name="图片 101">
            <a:extLst>
              <a:ext uri="{FF2B5EF4-FFF2-40B4-BE49-F238E27FC236}">
                <a16:creationId xmlns:a16="http://schemas.microsoft.com/office/drawing/2014/main" id="{065AF6C6-4E2E-1F2C-484B-0DA06C145D48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11093" y="4962263"/>
            <a:ext cx="2038528" cy="37285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32D03C-6370-2C7B-DF51-C9BD4B063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13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114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8" grpId="0" animBg="1"/>
      <p:bldP spid="49" grpId="0" animBg="1"/>
      <p:bldP spid="52" grpId="0" animBg="1"/>
      <p:bldP spid="53" grpId="0" animBg="1"/>
      <p:bldP spid="62" grpId="0"/>
      <p:bldP spid="63" grpId="0"/>
      <p:bldP spid="66" grpId="0"/>
      <p:bldP spid="70" grpId="0"/>
      <p:bldP spid="73" grpId="0"/>
      <p:bldP spid="83" grpId="0" animBg="1"/>
      <p:bldP spid="93" grpId="0"/>
      <p:bldP spid="94" grpId="0"/>
      <p:bldP spid="96" grpId="0" animBg="1"/>
      <p:bldP spid="9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8FCB7-EB0D-5FC6-9D78-B080C055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5091F2A-F236-A1BE-47B8-AEF55112CD4E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28A406B-A158-FF79-1C81-95C5B590F9B9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358FB65D-7A1A-F862-9332-42021DFBB33A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A7D2284C-7FE3-DC60-2950-A0D1A591BF8E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E8BE604-E64E-D30B-448F-0FB3C57FEC32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790B28F0-136E-19C9-9E3F-24A60D08D2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D71ABAF8-06ED-73D7-8F0E-2D7B922AA19E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947D1C84-32A2-370E-633A-5794988ECBCC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348D14F3-626C-7D0C-DD60-AA5C94B770B9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8" name="文本框 417">
            <a:extLst>
              <a:ext uri="{FF2B5EF4-FFF2-40B4-BE49-F238E27FC236}">
                <a16:creationId xmlns:a16="http://schemas.microsoft.com/office/drawing/2014/main" id="{46EF4B46-BD30-39CF-03BD-BA9A4FE5FCD8}"/>
              </a:ext>
            </a:extLst>
          </p:cNvPr>
          <p:cNvSpPr txBox="1"/>
          <p:nvPr/>
        </p:nvSpPr>
        <p:spPr>
          <a:xfrm>
            <a:off x="7855610" y="1657517"/>
            <a:ext cx="25562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大小为           的矩阵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9" name="文本框 418">
            <a:extLst>
              <a:ext uri="{FF2B5EF4-FFF2-40B4-BE49-F238E27FC236}">
                <a16:creationId xmlns:a16="http://schemas.microsoft.com/office/drawing/2014/main" id="{98AFE69B-FE15-11E2-840A-4213D8FE8F3C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考虑置信度的后向安全约束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0" name="直接连接符 63">
            <a:extLst>
              <a:ext uri="{FF2B5EF4-FFF2-40B4-BE49-F238E27FC236}">
                <a16:creationId xmlns:a16="http://schemas.microsoft.com/office/drawing/2014/main" id="{8C71725A-81F2-BB52-3CB2-AA0E0994911C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矩形: 圆角 64">
            <a:extLst>
              <a:ext uri="{FF2B5EF4-FFF2-40B4-BE49-F238E27FC236}">
                <a16:creationId xmlns:a16="http://schemas.microsoft.com/office/drawing/2014/main" id="{C19D5FC1-2699-7A49-1352-64C9FC909575}"/>
              </a:ext>
            </a:extLst>
          </p:cNvPr>
          <p:cNvSpPr/>
          <p:nvPr/>
        </p:nvSpPr>
        <p:spPr>
          <a:xfrm>
            <a:off x="195034" y="1522259"/>
            <a:ext cx="4485608" cy="165898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矩形: 圆角 74">
            <a:extLst>
              <a:ext uri="{FF2B5EF4-FFF2-40B4-BE49-F238E27FC236}">
                <a16:creationId xmlns:a16="http://schemas.microsoft.com/office/drawing/2014/main" id="{819A52C8-26EE-F0EA-1E3A-AEDE61CA8E50}"/>
              </a:ext>
            </a:extLst>
          </p:cNvPr>
          <p:cNvSpPr/>
          <p:nvPr/>
        </p:nvSpPr>
        <p:spPr>
          <a:xfrm>
            <a:off x="352426" y="1664563"/>
            <a:ext cx="174797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后向安全机会约束</a:t>
            </a:r>
          </a:p>
        </p:txBody>
      </p:sp>
      <p:sp>
        <p:nvSpPr>
          <p:cNvPr id="429" name="矩形: 圆角 288">
            <a:extLst>
              <a:ext uri="{FF2B5EF4-FFF2-40B4-BE49-F238E27FC236}">
                <a16:creationId xmlns:a16="http://schemas.microsoft.com/office/drawing/2014/main" id="{0E129408-8788-A3BB-BD5B-309987F49DB5}"/>
              </a:ext>
            </a:extLst>
          </p:cNvPr>
          <p:cNvSpPr/>
          <p:nvPr/>
        </p:nvSpPr>
        <p:spPr>
          <a:xfrm>
            <a:off x="4993849" y="1522259"/>
            <a:ext cx="6920511" cy="406733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矩形: 圆角 289">
            <a:extLst>
              <a:ext uri="{FF2B5EF4-FFF2-40B4-BE49-F238E27FC236}">
                <a16:creationId xmlns:a16="http://schemas.microsoft.com/office/drawing/2014/main" id="{BBFF7230-A3CE-5851-B0C1-352CBF819B20}"/>
              </a:ext>
            </a:extLst>
          </p:cNvPr>
          <p:cNvSpPr/>
          <p:nvPr/>
        </p:nvSpPr>
        <p:spPr>
          <a:xfrm>
            <a:off x="5151241" y="1664563"/>
            <a:ext cx="1955730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后方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HDV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轨迹采样</a:t>
            </a:r>
          </a:p>
        </p:txBody>
      </p:sp>
      <p:sp>
        <p:nvSpPr>
          <p:cNvPr id="442" name="矩形: 圆角 13">
            <a:extLst>
              <a:ext uri="{FF2B5EF4-FFF2-40B4-BE49-F238E27FC236}">
                <a16:creationId xmlns:a16="http://schemas.microsoft.com/office/drawing/2014/main" id="{2E7FBC70-EF01-DB55-8963-23B1FB238DA4}"/>
              </a:ext>
            </a:extLst>
          </p:cNvPr>
          <p:cNvSpPr/>
          <p:nvPr/>
        </p:nvSpPr>
        <p:spPr>
          <a:xfrm>
            <a:off x="195034" y="3360097"/>
            <a:ext cx="4485608" cy="222949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: 圆角 15">
            <a:extLst>
              <a:ext uri="{FF2B5EF4-FFF2-40B4-BE49-F238E27FC236}">
                <a16:creationId xmlns:a16="http://schemas.microsoft.com/office/drawing/2014/main" id="{B0331518-B9E8-43FF-93B9-F8741B490070}"/>
              </a:ext>
            </a:extLst>
          </p:cNvPr>
          <p:cNvSpPr/>
          <p:nvPr/>
        </p:nvSpPr>
        <p:spPr>
          <a:xfrm>
            <a:off x="352425" y="3502401"/>
            <a:ext cx="2244671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改进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IDM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车辆跟驰模型</a:t>
            </a:r>
          </a:p>
        </p:txBody>
      </p:sp>
      <p:sp>
        <p:nvSpPr>
          <p:cNvPr id="446" name="矩形: 圆角 240">
            <a:extLst>
              <a:ext uri="{FF2B5EF4-FFF2-40B4-BE49-F238E27FC236}">
                <a16:creationId xmlns:a16="http://schemas.microsoft.com/office/drawing/2014/main" id="{2D25EEB0-1E61-6E6C-F55A-7B0840D56506}"/>
              </a:ext>
            </a:extLst>
          </p:cNvPr>
          <p:cNvSpPr/>
          <p:nvPr/>
        </p:nvSpPr>
        <p:spPr>
          <a:xfrm>
            <a:off x="195034" y="5708772"/>
            <a:ext cx="11719326" cy="85197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7" name="矩形: 圆角 241">
            <a:extLst>
              <a:ext uri="{FF2B5EF4-FFF2-40B4-BE49-F238E27FC236}">
                <a16:creationId xmlns:a16="http://schemas.microsoft.com/office/drawing/2014/main" id="{2DC97036-A834-B62B-0BBC-AB085F2C96C9}"/>
              </a:ext>
            </a:extLst>
          </p:cNvPr>
          <p:cNvSpPr/>
          <p:nvPr/>
        </p:nvSpPr>
        <p:spPr>
          <a:xfrm>
            <a:off x="352425" y="5997919"/>
            <a:ext cx="1725713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样本近似机会约束</a:t>
            </a:r>
          </a:p>
        </p:txBody>
      </p:sp>
      <p:grpSp>
        <p:nvGrpSpPr>
          <p:cNvPr id="448" name="组合 447">
            <a:extLst>
              <a:ext uri="{FF2B5EF4-FFF2-40B4-BE49-F238E27FC236}">
                <a16:creationId xmlns:a16="http://schemas.microsoft.com/office/drawing/2014/main" id="{3073A6A8-1691-37B4-9296-64D4BC32E857}"/>
              </a:ext>
            </a:extLst>
          </p:cNvPr>
          <p:cNvGrpSpPr/>
          <p:nvPr/>
        </p:nvGrpSpPr>
        <p:grpSpPr>
          <a:xfrm>
            <a:off x="741516" y="2485376"/>
            <a:ext cx="3581601" cy="643731"/>
            <a:chOff x="741516" y="2485376"/>
            <a:chExt cx="3581601" cy="643731"/>
          </a:xfrm>
        </p:grpSpPr>
        <p:sp>
          <p:nvSpPr>
            <p:cNvPr id="449" name="矩形: 圆角 21">
              <a:extLst>
                <a:ext uri="{FF2B5EF4-FFF2-40B4-BE49-F238E27FC236}">
                  <a16:creationId xmlns:a16="http://schemas.microsoft.com/office/drawing/2014/main" id="{14CB4FD9-A38D-608D-52DB-C2BF55BAB365}"/>
                </a:ext>
              </a:extLst>
            </p:cNvPr>
            <p:cNvSpPr/>
            <p:nvPr/>
          </p:nvSpPr>
          <p:spPr>
            <a:xfrm>
              <a:off x="2181904" y="3029123"/>
              <a:ext cx="280472" cy="9998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0" name="组合 449">
              <a:extLst>
                <a:ext uri="{FF2B5EF4-FFF2-40B4-BE49-F238E27FC236}">
                  <a16:creationId xmlns:a16="http://schemas.microsoft.com/office/drawing/2014/main" id="{85AC118A-7E20-B848-6BBF-A0EA1A31FA84}"/>
                </a:ext>
              </a:extLst>
            </p:cNvPr>
            <p:cNvGrpSpPr/>
            <p:nvPr/>
          </p:nvGrpSpPr>
          <p:grpSpPr>
            <a:xfrm>
              <a:off x="3256662" y="2672549"/>
              <a:ext cx="802726" cy="420498"/>
              <a:chOff x="3018629" y="3467665"/>
              <a:chExt cx="491014" cy="257212"/>
            </a:xfrm>
          </p:grpSpPr>
          <p:pic>
            <p:nvPicPr>
              <p:cNvPr id="519" name="图片 518">
                <a:extLst>
                  <a:ext uri="{FF2B5EF4-FFF2-40B4-BE49-F238E27FC236}">
                    <a16:creationId xmlns:a16="http://schemas.microsoft.com/office/drawing/2014/main" id="{EA61F575-23C6-4DA8-CE10-542521A5C5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b="6269"/>
              <a:stretch/>
            </p:blipFill>
            <p:spPr>
              <a:xfrm>
                <a:off x="3018629" y="3467665"/>
                <a:ext cx="382929" cy="221160"/>
              </a:xfrm>
              <a:prstGeom prst="rect">
                <a:avLst/>
              </a:prstGeom>
            </p:spPr>
          </p:pic>
          <p:sp>
            <p:nvSpPr>
              <p:cNvPr id="520" name="弧形 107">
                <a:extLst>
                  <a:ext uri="{FF2B5EF4-FFF2-40B4-BE49-F238E27FC236}">
                    <a16:creationId xmlns:a16="http://schemas.microsoft.com/office/drawing/2014/main" id="{2264BBFA-7271-88CB-B555-3057D2D82242}"/>
                  </a:ext>
                </a:extLst>
              </p:cNvPr>
              <p:cNvSpPr/>
              <p:nvPr/>
            </p:nvSpPr>
            <p:spPr>
              <a:xfrm rot="3393584">
                <a:off x="3323388" y="3541460"/>
                <a:ext cx="111636" cy="111636"/>
              </a:xfrm>
              <a:prstGeom prst="arc">
                <a:avLst>
                  <a:gd name="adj1" fmla="val 14687986"/>
                  <a:gd name="adj2" fmla="val 0"/>
                </a:avLst>
              </a:prstGeom>
              <a:ln w="9525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1" name="弧形 108">
                <a:extLst>
                  <a:ext uri="{FF2B5EF4-FFF2-40B4-BE49-F238E27FC236}">
                    <a16:creationId xmlns:a16="http://schemas.microsoft.com/office/drawing/2014/main" id="{D2B1E34D-2491-8F56-E263-D698BD96C87B}"/>
                  </a:ext>
                </a:extLst>
              </p:cNvPr>
              <p:cNvSpPr/>
              <p:nvPr/>
            </p:nvSpPr>
            <p:spPr>
              <a:xfrm rot="3393584">
                <a:off x="3299550" y="3512593"/>
                <a:ext cx="173258" cy="173258"/>
              </a:xfrm>
              <a:prstGeom prst="arc">
                <a:avLst>
                  <a:gd name="adj1" fmla="val 14687986"/>
                  <a:gd name="adj2" fmla="val 0"/>
                </a:avLst>
              </a:prstGeom>
              <a:ln w="9525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2" name="弧形 109">
                <a:extLst>
                  <a:ext uri="{FF2B5EF4-FFF2-40B4-BE49-F238E27FC236}">
                    <a16:creationId xmlns:a16="http://schemas.microsoft.com/office/drawing/2014/main" id="{F82D3CE4-926D-703A-676C-F51DA083751A}"/>
                  </a:ext>
                </a:extLst>
              </p:cNvPr>
              <p:cNvSpPr/>
              <p:nvPr/>
            </p:nvSpPr>
            <p:spPr>
              <a:xfrm rot="3393584">
                <a:off x="3261583" y="3476817"/>
                <a:ext cx="248060" cy="248060"/>
              </a:xfrm>
              <a:prstGeom prst="arc">
                <a:avLst>
                  <a:gd name="adj1" fmla="val 14687986"/>
                  <a:gd name="adj2" fmla="val 0"/>
                </a:avLst>
              </a:prstGeom>
              <a:ln w="9525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451" name="图片 450">
              <a:extLst>
                <a:ext uri="{FF2B5EF4-FFF2-40B4-BE49-F238E27FC236}">
                  <a16:creationId xmlns:a16="http://schemas.microsoft.com/office/drawing/2014/main" id="{6257A04C-BDF6-4D13-85CA-278212E0E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26125" y="2711218"/>
              <a:ext cx="651792" cy="345335"/>
            </a:xfrm>
            <a:prstGeom prst="rect">
              <a:avLst/>
            </a:prstGeom>
          </p:spPr>
        </p:pic>
        <p:cxnSp>
          <p:nvCxnSpPr>
            <p:cNvPr id="452" name="直接连接符 225">
              <a:extLst>
                <a:ext uri="{FF2B5EF4-FFF2-40B4-BE49-F238E27FC236}">
                  <a16:creationId xmlns:a16="http://schemas.microsoft.com/office/drawing/2014/main" id="{1278104A-3FA9-F372-1C3C-679AB31159D1}"/>
                </a:ext>
              </a:extLst>
            </p:cNvPr>
            <p:cNvCxnSpPr>
              <a:cxnSpLocks/>
            </p:cNvCxnSpPr>
            <p:nvPr/>
          </p:nvCxnSpPr>
          <p:spPr>
            <a:xfrm>
              <a:off x="751306" y="3083847"/>
              <a:ext cx="3571811" cy="0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3" name="任意多边形: 形状 226">
              <a:extLst>
                <a:ext uri="{FF2B5EF4-FFF2-40B4-BE49-F238E27FC236}">
                  <a16:creationId xmlns:a16="http://schemas.microsoft.com/office/drawing/2014/main" id="{005C2012-B062-5DEB-2810-6D2B994E9817}"/>
                </a:ext>
              </a:extLst>
            </p:cNvPr>
            <p:cNvSpPr/>
            <p:nvPr/>
          </p:nvSpPr>
          <p:spPr>
            <a:xfrm>
              <a:off x="741516" y="2568009"/>
              <a:ext cx="896083" cy="513406"/>
            </a:xfrm>
            <a:custGeom>
              <a:avLst/>
              <a:gdLst>
                <a:gd name="csX0" fmla="*/ 0 w 1196975"/>
                <a:gd name="csY0" fmla="*/ 685800 h 685800"/>
                <a:gd name="csX1" fmla="*/ 339725 w 1196975"/>
                <a:gd name="csY1" fmla="*/ 615950 h 685800"/>
                <a:gd name="csX2" fmla="*/ 609600 w 1196975"/>
                <a:gd name="csY2" fmla="*/ 384175 h 685800"/>
                <a:gd name="csX3" fmla="*/ 895350 w 1196975"/>
                <a:gd name="csY3" fmla="*/ 92075 h 685800"/>
                <a:gd name="csX4" fmla="*/ 1196975 w 1196975"/>
                <a:gd name="csY4" fmla="*/ 0 h 68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6975" h="685800">
                  <a:moveTo>
                    <a:pt x="0" y="685800"/>
                  </a:moveTo>
                  <a:cubicBezTo>
                    <a:pt x="119062" y="676010"/>
                    <a:pt x="238125" y="666221"/>
                    <a:pt x="339725" y="615950"/>
                  </a:cubicBezTo>
                  <a:cubicBezTo>
                    <a:pt x="441325" y="565679"/>
                    <a:pt x="516996" y="471487"/>
                    <a:pt x="609600" y="384175"/>
                  </a:cubicBezTo>
                  <a:cubicBezTo>
                    <a:pt x="702204" y="296862"/>
                    <a:pt x="797454" y="156104"/>
                    <a:pt x="895350" y="92075"/>
                  </a:cubicBezTo>
                  <a:cubicBezTo>
                    <a:pt x="993246" y="28046"/>
                    <a:pt x="1095110" y="14023"/>
                    <a:pt x="1196975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4" name="任意多边形: 形状 227">
              <a:extLst>
                <a:ext uri="{FF2B5EF4-FFF2-40B4-BE49-F238E27FC236}">
                  <a16:creationId xmlns:a16="http://schemas.microsoft.com/office/drawing/2014/main" id="{6DC72772-BEE4-A4A3-CEBD-3B7AC526EE92}"/>
                </a:ext>
              </a:extLst>
            </p:cNvPr>
            <p:cNvSpPr/>
            <p:nvPr/>
          </p:nvSpPr>
          <p:spPr>
            <a:xfrm flipH="1">
              <a:off x="1627947" y="2568009"/>
              <a:ext cx="895231" cy="513406"/>
            </a:xfrm>
            <a:custGeom>
              <a:avLst/>
              <a:gdLst>
                <a:gd name="csX0" fmla="*/ 0 w 1196975"/>
                <a:gd name="csY0" fmla="*/ 685800 h 685800"/>
                <a:gd name="csX1" fmla="*/ 339725 w 1196975"/>
                <a:gd name="csY1" fmla="*/ 615950 h 685800"/>
                <a:gd name="csX2" fmla="*/ 609600 w 1196975"/>
                <a:gd name="csY2" fmla="*/ 384175 h 685800"/>
                <a:gd name="csX3" fmla="*/ 895350 w 1196975"/>
                <a:gd name="csY3" fmla="*/ 92075 h 685800"/>
                <a:gd name="csX4" fmla="*/ 1196975 w 1196975"/>
                <a:gd name="csY4" fmla="*/ 0 h 68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6975" h="685800">
                  <a:moveTo>
                    <a:pt x="0" y="685800"/>
                  </a:moveTo>
                  <a:cubicBezTo>
                    <a:pt x="119062" y="676010"/>
                    <a:pt x="238125" y="666221"/>
                    <a:pt x="339725" y="615950"/>
                  </a:cubicBezTo>
                  <a:cubicBezTo>
                    <a:pt x="441325" y="565679"/>
                    <a:pt x="516996" y="471487"/>
                    <a:pt x="609600" y="384175"/>
                  </a:cubicBezTo>
                  <a:cubicBezTo>
                    <a:pt x="702204" y="296862"/>
                    <a:pt x="797454" y="156104"/>
                    <a:pt x="895350" y="92075"/>
                  </a:cubicBezTo>
                  <a:cubicBezTo>
                    <a:pt x="993246" y="28046"/>
                    <a:pt x="1095110" y="14023"/>
                    <a:pt x="1196975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5" name="组合 454">
              <a:extLst>
                <a:ext uri="{FF2B5EF4-FFF2-40B4-BE49-F238E27FC236}">
                  <a16:creationId xmlns:a16="http://schemas.microsoft.com/office/drawing/2014/main" id="{85A31B17-04F5-D0B3-E0E3-EEA1133E4CD9}"/>
                </a:ext>
              </a:extLst>
            </p:cNvPr>
            <p:cNvGrpSpPr/>
            <p:nvPr/>
          </p:nvGrpSpPr>
          <p:grpSpPr>
            <a:xfrm>
              <a:off x="1613162" y="3064301"/>
              <a:ext cx="854256" cy="34226"/>
              <a:chOff x="8276333" y="3739515"/>
              <a:chExt cx="1141103" cy="45719"/>
            </a:xfrm>
          </p:grpSpPr>
          <p:sp>
            <p:nvSpPr>
              <p:cNvPr id="505" name="椭圆 504">
                <a:extLst>
                  <a:ext uri="{FF2B5EF4-FFF2-40B4-BE49-F238E27FC236}">
                    <a16:creationId xmlns:a16="http://schemas.microsoft.com/office/drawing/2014/main" id="{F1231520-CED4-3947-F485-47744232F43C}"/>
                  </a:ext>
                </a:extLst>
              </p:cNvPr>
              <p:cNvSpPr/>
              <p:nvPr/>
            </p:nvSpPr>
            <p:spPr>
              <a:xfrm flipH="1">
                <a:off x="827633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6" name="椭圆 505">
                <a:extLst>
                  <a:ext uri="{FF2B5EF4-FFF2-40B4-BE49-F238E27FC236}">
                    <a16:creationId xmlns:a16="http://schemas.microsoft.com/office/drawing/2014/main" id="{E804A630-B3AB-6AAF-5701-6D9E83A94E3C}"/>
                  </a:ext>
                </a:extLst>
              </p:cNvPr>
              <p:cNvSpPr/>
              <p:nvPr/>
            </p:nvSpPr>
            <p:spPr>
              <a:xfrm flipH="1">
                <a:off x="830943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7" name="椭圆 506">
                <a:extLst>
                  <a:ext uri="{FF2B5EF4-FFF2-40B4-BE49-F238E27FC236}">
                    <a16:creationId xmlns:a16="http://schemas.microsoft.com/office/drawing/2014/main" id="{C5DC0160-C021-44C2-B362-282CD304E1D6}"/>
                  </a:ext>
                </a:extLst>
              </p:cNvPr>
              <p:cNvSpPr/>
              <p:nvPr/>
            </p:nvSpPr>
            <p:spPr>
              <a:xfrm flipH="1">
                <a:off x="834537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椭圆 507">
                <a:extLst>
                  <a:ext uri="{FF2B5EF4-FFF2-40B4-BE49-F238E27FC236}">
                    <a16:creationId xmlns:a16="http://schemas.microsoft.com/office/drawing/2014/main" id="{EC2C9E46-EBDE-8B3E-FA89-1B7E91D41F51}"/>
                  </a:ext>
                </a:extLst>
              </p:cNvPr>
              <p:cNvSpPr/>
              <p:nvPr/>
            </p:nvSpPr>
            <p:spPr>
              <a:xfrm flipH="1">
                <a:off x="8381309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9" name="椭圆 508">
                <a:extLst>
                  <a:ext uri="{FF2B5EF4-FFF2-40B4-BE49-F238E27FC236}">
                    <a16:creationId xmlns:a16="http://schemas.microsoft.com/office/drawing/2014/main" id="{EC7FBEFC-CD26-EF74-844F-0C240B3E2620}"/>
                  </a:ext>
                </a:extLst>
              </p:cNvPr>
              <p:cNvSpPr/>
              <p:nvPr/>
            </p:nvSpPr>
            <p:spPr>
              <a:xfrm flipH="1">
                <a:off x="8430321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0" name="椭圆 509">
                <a:extLst>
                  <a:ext uri="{FF2B5EF4-FFF2-40B4-BE49-F238E27FC236}">
                    <a16:creationId xmlns:a16="http://schemas.microsoft.com/office/drawing/2014/main" id="{90FEDFC3-F489-82C1-1B75-08D1B92AD755}"/>
                  </a:ext>
                </a:extLst>
              </p:cNvPr>
              <p:cNvSpPr/>
              <p:nvPr/>
            </p:nvSpPr>
            <p:spPr>
              <a:xfrm flipH="1">
                <a:off x="8486886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1" name="椭圆 510">
                <a:extLst>
                  <a:ext uri="{FF2B5EF4-FFF2-40B4-BE49-F238E27FC236}">
                    <a16:creationId xmlns:a16="http://schemas.microsoft.com/office/drawing/2014/main" id="{343D9CD7-13C2-36B2-32BF-18EF848383D3}"/>
                  </a:ext>
                </a:extLst>
              </p:cNvPr>
              <p:cNvSpPr/>
              <p:nvPr/>
            </p:nvSpPr>
            <p:spPr>
              <a:xfrm flipH="1">
                <a:off x="8554252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2" name="椭圆 511">
                <a:extLst>
                  <a:ext uri="{FF2B5EF4-FFF2-40B4-BE49-F238E27FC236}">
                    <a16:creationId xmlns:a16="http://schemas.microsoft.com/office/drawing/2014/main" id="{62736105-39E8-15ED-FCC7-08E6C098917F}"/>
                  </a:ext>
                </a:extLst>
              </p:cNvPr>
              <p:cNvSpPr/>
              <p:nvPr/>
            </p:nvSpPr>
            <p:spPr>
              <a:xfrm flipH="1">
                <a:off x="8633075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3" name="椭圆 512">
                <a:extLst>
                  <a:ext uri="{FF2B5EF4-FFF2-40B4-BE49-F238E27FC236}">
                    <a16:creationId xmlns:a16="http://schemas.microsoft.com/office/drawing/2014/main" id="{6777A6D2-34A4-D509-C552-404C2108F1B4}"/>
                  </a:ext>
                </a:extLst>
              </p:cNvPr>
              <p:cNvSpPr/>
              <p:nvPr/>
            </p:nvSpPr>
            <p:spPr>
              <a:xfrm flipH="1">
                <a:off x="8712144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4" name="椭圆 513">
                <a:extLst>
                  <a:ext uri="{FF2B5EF4-FFF2-40B4-BE49-F238E27FC236}">
                    <a16:creationId xmlns:a16="http://schemas.microsoft.com/office/drawing/2014/main" id="{A6A1D510-14F4-BB6C-D405-6168C98D3320}"/>
                  </a:ext>
                </a:extLst>
              </p:cNvPr>
              <p:cNvSpPr/>
              <p:nvPr/>
            </p:nvSpPr>
            <p:spPr>
              <a:xfrm flipH="1">
                <a:off x="880733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5" name="椭圆 514">
                <a:extLst>
                  <a:ext uri="{FF2B5EF4-FFF2-40B4-BE49-F238E27FC236}">
                    <a16:creationId xmlns:a16="http://schemas.microsoft.com/office/drawing/2014/main" id="{9C59C287-D1C6-27C0-BDC6-56B667B2A310}"/>
                  </a:ext>
                </a:extLst>
              </p:cNvPr>
              <p:cNvSpPr/>
              <p:nvPr/>
            </p:nvSpPr>
            <p:spPr>
              <a:xfrm flipH="1">
                <a:off x="8908409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6" name="椭圆 515">
                <a:extLst>
                  <a:ext uri="{FF2B5EF4-FFF2-40B4-BE49-F238E27FC236}">
                    <a16:creationId xmlns:a16="http://schemas.microsoft.com/office/drawing/2014/main" id="{13CB49E0-E061-6272-0ADD-6D5EF757442E}"/>
                  </a:ext>
                </a:extLst>
              </p:cNvPr>
              <p:cNvSpPr/>
              <p:nvPr/>
            </p:nvSpPr>
            <p:spPr>
              <a:xfrm flipH="1">
                <a:off x="902826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7" name="椭圆 516">
                <a:extLst>
                  <a:ext uri="{FF2B5EF4-FFF2-40B4-BE49-F238E27FC236}">
                    <a16:creationId xmlns:a16="http://schemas.microsoft.com/office/drawing/2014/main" id="{9924F4EC-1306-FBDC-D08E-A1F34B235CB7}"/>
                  </a:ext>
                </a:extLst>
              </p:cNvPr>
              <p:cNvSpPr/>
              <p:nvPr/>
            </p:nvSpPr>
            <p:spPr>
              <a:xfrm flipH="1">
                <a:off x="9156138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8" name="椭圆 517">
                <a:extLst>
                  <a:ext uri="{FF2B5EF4-FFF2-40B4-BE49-F238E27FC236}">
                    <a16:creationId xmlns:a16="http://schemas.microsoft.com/office/drawing/2014/main" id="{EA596277-2897-45D1-1E48-640AD7578164}"/>
                  </a:ext>
                </a:extLst>
              </p:cNvPr>
              <p:cNvSpPr/>
              <p:nvPr/>
            </p:nvSpPr>
            <p:spPr>
              <a:xfrm flipH="1">
                <a:off x="937171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6" name="组合 455">
              <a:extLst>
                <a:ext uri="{FF2B5EF4-FFF2-40B4-BE49-F238E27FC236}">
                  <a16:creationId xmlns:a16="http://schemas.microsoft.com/office/drawing/2014/main" id="{423F339D-E510-1B99-F4E5-FA040AB3CB0E}"/>
                </a:ext>
              </a:extLst>
            </p:cNvPr>
            <p:cNvGrpSpPr/>
            <p:nvPr/>
          </p:nvGrpSpPr>
          <p:grpSpPr>
            <a:xfrm rot="10800000">
              <a:off x="791350" y="3064481"/>
              <a:ext cx="854256" cy="34226"/>
              <a:chOff x="8276333" y="3739515"/>
              <a:chExt cx="1141103" cy="45719"/>
            </a:xfrm>
          </p:grpSpPr>
          <p:sp>
            <p:nvSpPr>
              <p:cNvPr id="491" name="椭圆 490">
                <a:extLst>
                  <a:ext uri="{FF2B5EF4-FFF2-40B4-BE49-F238E27FC236}">
                    <a16:creationId xmlns:a16="http://schemas.microsoft.com/office/drawing/2014/main" id="{B251E559-C743-9A80-0BEF-1532BDA6BA63}"/>
                  </a:ext>
                </a:extLst>
              </p:cNvPr>
              <p:cNvSpPr/>
              <p:nvPr/>
            </p:nvSpPr>
            <p:spPr>
              <a:xfrm flipH="1">
                <a:off x="827633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2" name="椭圆 491">
                <a:extLst>
                  <a:ext uri="{FF2B5EF4-FFF2-40B4-BE49-F238E27FC236}">
                    <a16:creationId xmlns:a16="http://schemas.microsoft.com/office/drawing/2014/main" id="{72F1AB28-2BB3-AD63-53FD-A0742B4E3BAA}"/>
                  </a:ext>
                </a:extLst>
              </p:cNvPr>
              <p:cNvSpPr/>
              <p:nvPr/>
            </p:nvSpPr>
            <p:spPr>
              <a:xfrm flipH="1">
                <a:off x="830943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3" name="椭圆 492">
                <a:extLst>
                  <a:ext uri="{FF2B5EF4-FFF2-40B4-BE49-F238E27FC236}">
                    <a16:creationId xmlns:a16="http://schemas.microsoft.com/office/drawing/2014/main" id="{B98F5EAB-98D8-0DFA-CA17-488AA6FBAA42}"/>
                  </a:ext>
                </a:extLst>
              </p:cNvPr>
              <p:cNvSpPr/>
              <p:nvPr/>
            </p:nvSpPr>
            <p:spPr>
              <a:xfrm flipH="1">
                <a:off x="834537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4" name="椭圆 493">
                <a:extLst>
                  <a:ext uri="{FF2B5EF4-FFF2-40B4-BE49-F238E27FC236}">
                    <a16:creationId xmlns:a16="http://schemas.microsoft.com/office/drawing/2014/main" id="{46B50899-B48C-787F-0447-47E740D21C3F}"/>
                  </a:ext>
                </a:extLst>
              </p:cNvPr>
              <p:cNvSpPr/>
              <p:nvPr/>
            </p:nvSpPr>
            <p:spPr>
              <a:xfrm flipH="1">
                <a:off x="8381309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5" name="椭圆 494">
                <a:extLst>
                  <a:ext uri="{FF2B5EF4-FFF2-40B4-BE49-F238E27FC236}">
                    <a16:creationId xmlns:a16="http://schemas.microsoft.com/office/drawing/2014/main" id="{34FEDB20-8A6C-B14B-13F7-8D95C8E715E2}"/>
                  </a:ext>
                </a:extLst>
              </p:cNvPr>
              <p:cNvSpPr/>
              <p:nvPr/>
            </p:nvSpPr>
            <p:spPr>
              <a:xfrm flipH="1">
                <a:off x="8430321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6" name="椭圆 495">
                <a:extLst>
                  <a:ext uri="{FF2B5EF4-FFF2-40B4-BE49-F238E27FC236}">
                    <a16:creationId xmlns:a16="http://schemas.microsoft.com/office/drawing/2014/main" id="{94DDFEF7-66B2-2C39-9714-73DC751320A3}"/>
                  </a:ext>
                </a:extLst>
              </p:cNvPr>
              <p:cNvSpPr/>
              <p:nvPr/>
            </p:nvSpPr>
            <p:spPr>
              <a:xfrm flipH="1">
                <a:off x="8486886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7" name="椭圆 496">
                <a:extLst>
                  <a:ext uri="{FF2B5EF4-FFF2-40B4-BE49-F238E27FC236}">
                    <a16:creationId xmlns:a16="http://schemas.microsoft.com/office/drawing/2014/main" id="{D08FE5FF-F856-12C8-B20B-D17A732489C8}"/>
                  </a:ext>
                </a:extLst>
              </p:cNvPr>
              <p:cNvSpPr/>
              <p:nvPr/>
            </p:nvSpPr>
            <p:spPr>
              <a:xfrm flipH="1">
                <a:off x="8554252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8" name="椭圆 497">
                <a:extLst>
                  <a:ext uri="{FF2B5EF4-FFF2-40B4-BE49-F238E27FC236}">
                    <a16:creationId xmlns:a16="http://schemas.microsoft.com/office/drawing/2014/main" id="{DC98B7DA-4952-5485-3409-F093E71FF65B}"/>
                  </a:ext>
                </a:extLst>
              </p:cNvPr>
              <p:cNvSpPr/>
              <p:nvPr/>
            </p:nvSpPr>
            <p:spPr>
              <a:xfrm flipH="1">
                <a:off x="8633075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9" name="椭圆 498">
                <a:extLst>
                  <a:ext uri="{FF2B5EF4-FFF2-40B4-BE49-F238E27FC236}">
                    <a16:creationId xmlns:a16="http://schemas.microsoft.com/office/drawing/2014/main" id="{82812BBA-4E21-00CF-73A3-E497CBF61879}"/>
                  </a:ext>
                </a:extLst>
              </p:cNvPr>
              <p:cNvSpPr/>
              <p:nvPr/>
            </p:nvSpPr>
            <p:spPr>
              <a:xfrm flipH="1">
                <a:off x="8712144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0" name="椭圆 499">
                <a:extLst>
                  <a:ext uri="{FF2B5EF4-FFF2-40B4-BE49-F238E27FC236}">
                    <a16:creationId xmlns:a16="http://schemas.microsoft.com/office/drawing/2014/main" id="{E2676DEB-FA28-AC45-7DC5-908A011124D6}"/>
                  </a:ext>
                </a:extLst>
              </p:cNvPr>
              <p:cNvSpPr/>
              <p:nvPr/>
            </p:nvSpPr>
            <p:spPr>
              <a:xfrm flipH="1">
                <a:off x="880733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1" name="椭圆 500">
                <a:extLst>
                  <a:ext uri="{FF2B5EF4-FFF2-40B4-BE49-F238E27FC236}">
                    <a16:creationId xmlns:a16="http://schemas.microsoft.com/office/drawing/2014/main" id="{BAB45D03-7B64-09D1-D1C9-0EB276EE4609}"/>
                  </a:ext>
                </a:extLst>
              </p:cNvPr>
              <p:cNvSpPr/>
              <p:nvPr/>
            </p:nvSpPr>
            <p:spPr>
              <a:xfrm flipH="1">
                <a:off x="8908409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2" name="椭圆 501">
                <a:extLst>
                  <a:ext uri="{FF2B5EF4-FFF2-40B4-BE49-F238E27FC236}">
                    <a16:creationId xmlns:a16="http://schemas.microsoft.com/office/drawing/2014/main" id="{E7A0E087-2D39-E58F-D7D7-93433B758EC3}"/>
                  </a:ext>
                </a:extLst>
              </p:cNvPr>
              <p:cNvSpPr/>
              <p:nvPr/>
            </p:nvSpPr>
            <p:spPr>
              <a:xfrm flipH="1">
                <a:off x="902826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3" name="椭圆 502">
                <a:extLst>
                  <a:ext uri="{FF2B5EF4-FFF2-40B4-BE49-F238E27FC236}">
                    <a16:creationId xmlns:a16="http://schemas.microsoft.com/office/drawing/2014/main" id="{49D06DBA-1EC2-8556-2A3B-55783E1B04BE}"/>
                  </a:ext>
                </a:extLst>
              </p:cNvPr>
              <p:cNvSpPr/>
              <p:nvPr/>
            </p:nvSpPr>
            <p:spPr>
              <a:xfrm flipH="1">
                <a:off x="9156138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4" name="椭圆 503">
                <a:extLst>
                  <a:ext uri="{FF2B5EF4-FFF2-40B4-BE49-F238E27FC236}">
                    <a16:creationId xmlns:a16="http://schemas.microsoft.com/office/drawing/2014/main" id="{CFFCE1EF-1444-D4FC-E7D6-21073F1318CF}"/>
                  </a:ext>
                </a:extLst>
              </p:cNvPr>
              <p:cNvSpPr/>
              <p:nvPr/>
            </p:nvSpPr>
            <p:spPr>
              <a:xfrm flipH="1">
                <a:off x="937171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7" name="组合 456">
              <a:extLst>
                <a:ext uri="{FF2B5EF4-FFF2-40B4-BE49-F238E27FC236}">
                  <a16:creationId xmlns:a16="http://schemas.microsoft.com/office/drawing/2014/main" id="{4DAA3306-7CFF-B2A9-D15D-AB5192351CF0}"/>
                </a:ext>
              </a:extLst>
            </p:cNvPr>
            <p:cNvGrpSpPr/>
            <p:nvPr/>
          </p:nvGrpSpPr>
          <p:grpSpPr>
            <a:xfrm>
              <a:off x="1611380" y="2569791"/>
              <a:ext cx="674987" cy="523905"/>
              <a:chOff x="8273952" y="3078955"/>
              <a:chExt cx="901638" cy="699825"/>
            </a:xfrm>
          </p:grpSpPr>
          <p:cxnSp>
            <p:nvCxnSpPr>
              <p:cNvPr id="477" name="直接连接符 254">
                <a:extLst>
                  <a:ext uri="{FF2B5EF4-FFF2-40B4-BE49-F238E27FC236}">
                    <a16:creationId xmlns:a16="http://schemas.microsoft.com/office/drawing/2014/main" id="{7C31CD90-E8E1-206C-A87E-F820FDB0FF09}"/>
                  </a:ext>
                </a:extLst>
              </p:cNvPr>
              <p:cNvCxnSpPr>
                <a:cxnSpLocks/>
                <a:stCxn id="492" idx="7"/>
              </p:cNvCxnSpPr>
              <p:nvPr/>
            </p:nvCxnSpPr>
            <p:spPr>
              <a:xfrm flipH="1" flipV="1">
                <a:off x="8273952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直接连接符 65">
                <a:extLst>
                  <a:ext uri="{FF2B5EF4-FFF2-40B4-BE49-F238E27FC236}">
                    <a16:creationId xmlns:a16="http://schemas.microsoft.com/office/drawing/2014/main" id="{AFA764BF-713F-3305-23AB-BCF6F84688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98372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直接连接符 69">
                <a:extLst>
                  <a:ext uri="{FF2B5EF4-FFF2-40B4-BE49-F238E27FC236}">
                    <a16:creationId xmlns:a16="http://schemas.microsoft.com/office/drawing/2014/main" id="{0BDF34FC-A567-EED7-A1EE-BBC7017751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33990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直接连接符 72">
                <a:extLst>
                  <a:ext uri="{FF2B5EF4-FFF2-40B4-BE49-F238E27FC236}">
                    <a16:creationId xmlns:a16="http://schemas.microsoft.com/office/drawing/2014/main" id="{CCBEA17A-F24B-21F5-4D15-CC7795A9CD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71485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直接连接符 76">
                <a:extLst>
                  <a:ext uri="{FF2B5EF4-FFF2-40B4-BE49-F238E27FC236}">
                    <a16:creationId xmlns:a16="http://schemas.microsoft.com/office/drawing/2014/main" id="{F284417C-D527-C3B9-9597-09D2E06651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04451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2" name="直接连接符 77">
                <a:extLst>
                  <a:ext uri="{FF2B5EF4-FFF2-40B4-BE49-F238E27FC236}">
                    <a16:creationId xmlns:a16="http://schemas.microsoft.com/office/drawing/2014/main" id="{1E15DE16-895C-C8E2-0A04-450B9EC1FD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13288" y="3119438"/>
                <a:ext cx="0" cy="65934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3" name="直接连接符 82">
                <a:extLst>
                  <a:ext uri="{FF2B5EF4-FFF2-40B4-BE49-F238E27FC236}">
                    <a16:creationId xmlns:a16="http://schemas.microsoft.com/office/drawing/2014/main" id="{683D5616-83B1-B963-FC49-3A6F04991B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5909" y="3100388"/>
                <a:ext cx="0" cy="67839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直接连接符 83">
                <a:extLst>
                  <a:ext uri="{FF2B5EF4-FFF2-40B4-BE49-F238E27FC236}">
                    <a16:creationId xmlns:a16="http://schemas.microsoft.com/office/drawing/2014/main" id="{B2A6B971-9F3F-5085-E1A4-540793F924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0511" y="3161172"/>
                <a:ext cx="0" cy="617608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直接连接符 84">
                <a:extLst>
                  <a:ext uri="{FF2B5EF4-FFF2-40B4-BE49-F238E27FC236}">
                    <a16:creationId xmlns:a16="http://schemas.microsoft.com/office/drawing/2014/main" id="{C5D944FA-478D-5724-3C7F-DF34E28C99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54215" y="3226594"/>
                <a:ext cx="0" cy="552186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直接连接符 85">
                <a:extLst>
                  <a:ext uri="{FF2B5EF4-FFF2-40B4-BE49-F238E27FC236}">
                    <a16:creationId xmlns:a16="http://schemas.microsoft.com/office/drawing/2014/main" id="{10DCAE67-C71A-F7BE-6A88-7435FDB2B8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6841" y="3295650"/>
                <a:ext cx="0" cy="483130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直接连接符 86">
                <a:extLst>
                  <a:ext uri="{FF2B5EF4-FFF2-40B4-BE49-F238E27FC236}">
                    <a16:creationId xmlns:a16="http://schemas.microsoft.com/office/drawing/2014/main" id="{455BA2DB-F0F6-C2DF-CE81-6EFF3E6E00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25744" y="3395663"/>
                <a:ext cx="0" cy="383117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直接连接符 87">
                <a:extLst>
                  <a:ext uri="{FF2B5EF4-FFF2-40B4-BE49-F238E27FC236}">
                    <a16:creationId xmlns:a16="http://schemas.microsoft.com/office/drawing/2014/main" id="{1C3D3ED4-3FE7-1EB3-7B23-1C330EAF59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31770" y="3498518"/>
                <a:ext cx="0" cy="28026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直接连接符 90">
                <a:extLst>
                  <a:ext uri="{FF2B5EF4-FFF2-40B4-BE49-F238E27FC236}">
                    <a16:creationId xmlns:a16="http://schemas.microsoft.com/office/drawing/2014/main" id="{09BB472D-1BF6-272A-E7EE-36FA7065D0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3680" y="3632848"/>
                <a:ext cx="0" cy="14593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直接连接符 91">
                <a:extLst>
                  <a:ext uri="{FF2B5EF4-FFF2-40B4-BE49-F238E27FC236}">
                    <a16:creationId xmlns:a16="http://schemas.microsoft.com/office/drawing/2014/main" id="{9090B263-8251-A70A-A756-8BA52F8994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75590" y="3705814"/>
                <a:ext cx="0" cy="72966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8" name="组合 457">
              <a:extLst>
                <a:ext uri="{FF2B5EF4-FFF2-40B4-BE49-F238E27FC236}">
                  <a16:creationId xmlns:a16="http://schemas.microsoft.com/office/drawing/2014/main" id="{837CEFD6-32C3-CA08-F449-3F70D98DA1AC}"/>
                </a:ext>
              </a:extLst>
            </p:cNvPr>
            <p:cNvGrpSpPr/>
            <p:nvPr/>
          </p:nvGrpSpPr>
          <p:grpSpPr>
            <a:xfrm flipH="1">
              <a:off x="970933" y="2578297"/>
              <a:ext cx="676456" cy="523905"/>
              <a:chOff x="8273952" y="3078955"/>
              <a:chExt cx="901638" cy="699825"/>
            </a:xfrm>
          </p:grpSpPr>
          <p:cxnSp>
            <p:nvCxnSpPr>
              <p:cNvPr id="463" name="直接连接符 236">
                <a:extLst>
                  <a:ext uri="{FF2B5EF4-FFF2-40B4-BE49-F238E27FC236}">
                    <a16:creationId xmlns:a16="http://schemas.microsoft.com/office/drawing/2014/main" id="{A8E8E01A-26B0-6B6D-E75D-BC8FE58BE9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73952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直接连接符 237">
                <a:extLst>
                  <a:ext uri="{FF2B5EF4-FFF2-40B4-BE49-F238E27FC236}">
                    <a16:creationId xmlns:a16="http://schemas.microsoft.com/office/drawing/2014/main" id="{A9220C01-50A9-24CE-B099-3D566BD176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98372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直接连接符 242">
                <a:extLst>
                  <a:ext uri="{FF2B5EF4-FFF2-40B4-BE49-F238E27FC236}">
                    <a16:creationId xmlns:a16="http://schemas.microsoft.com/office/drawing/2014/main" id="{F39E09BC-2B34-E136-82C4-D1DFC245B2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33990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直接连接符 243">
                <a:extLst>
                  <a:ext uri="{FF2B5EF4-FFF2-40B4-BE49-F238E27FC236}">
                    <a16:creationId xmlns:a16="http://schemas.microsoft.com/office/drawing/2014/main" id="{848A283F-F915-D7D3-E48E-02A6C353F1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71485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直接连接符 244">
                <a:extLst>
                  <a:ext uri="{FF2B5EF4-FFF2-40B4-BE49-F238E27FC236}">
                    <a16:creationId xmlns:a16="http://schemas.microsoft.com/office/drawing/2014/main" id="{2F8E788E-8EBA-06C3-1258-9B9C36A234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04451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8" name="直接连接符 245">
                <a:extLst>
                  <a:ext uri="{FF2B5EF4-FFF2-40B4-BE49-F238E27FC236}">
                    <a16:creationId xmlns:a16="http://schemas.microsoft.com/office/drawing/2014/main" id="{C1DECD26-5C43-B128-9DEF-F528587392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13288" y="3119438"/>
                <a:ext cx="0" cy="65934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直接连接符 246">
                <a:extLst>
                  <a:ext uri="{FF2B5EF4-FFF2-40B4-BE49-F238E27FC236}">
                    <a16:creationId xmlns:a16="http://schemas.microsoft.com/office/drawing/2014/main" id="{8942DB80-8D93-B952-EF8E-7223851517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5909" y="3100388"/>
                <a:ext cx="0" cy="67839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直接连接符 247">
                <a:extLst>
                  <a:ext uri="{FF2B5EF4-FFF2-40B4-BE49-F238E27FC236}">
                    <a16:creationId xmlns:a16="http://schemas.microsoft.com/office/drawing/2014/main" id="{B24729EA-D985-83CB-D260-8E8FBE7258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0511" y="3161172"/>
                <a:ext cx="0" cy="617608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直接连接符 248">
                <a:extLst>
                  <a:ext uri="{FF2B5EF4-FFF2-40B4-BE49-F238E27FC236}">
                    <a16:creationId xmlns:a16="http://schemas.microsoft.com/office/drawing/2014/main" id="{EB528B77-5FDF-162F-8CD8-D24E3081C3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54215" y="3226594"/>
                <a:ext cx="0" cy="552186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直接连接符 249">
                <a:extLst>
                  <a:ext uri="{FF2B5EF4-FFF2-40B4-BE49-F238E27FC236}">
                    <a16:creationId xmlns:a16="http://schemas.microsoft.com/office/drawing/2014/main" id="{297475B0-A934-34BE-3AF5-D0BC7A14F2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6841" y="3295650"/>
                <a:ext cx="0" cy="483130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直接连接符 250">
                <a:extLst>
                  <a:ext uri="{FF2B5EF4-FFF2-40B4-BE49-F238E27FC236}">
                    <a16:creationId xmlns:a16="http://schemas.microsoft.com/office/drawing/2014/main" id="{120E5A07-03F3-D35D-8EA8-E1E6102A37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25744" y="3395663"/>
                <a:ext cx="0" cy="383117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直接连接符 251">
                <a:extLst>
                  <a:ext uri="{FF2B5EF4-FFF2-40B4-BE49-F238E27FC236}">
                    <a16:creationId xmlns:a16="http://schemas.microsoft.com/office/drawing/2014/main" id="{DFA92F68-CB81-8800-05CF-E788ABA055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31770" y="3498518"/>
                <a:ext cx="0" cy="28026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5" name="直接连接符 252">
                <a:extLst>
                  <a:ext uri="{FF2B5EF4-FFF2-40B4-BE49-F238E27FC236}">
                    <a16:creationId xmlns:a16="http://schemas.microsoft.com/office/drawing/2014/main" id="{BE10D8E3-EEC1-1E43-6BC0-EC1871431B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3680" y="3632848"/>
                <a:ext cx="0" cy="14593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6" name="直接连接符 253">
                <a:extLst>
                  <a:ext uri="{FF2B5EF4-FFF2-40B4-BE49-F238E27FC236}">
                    <a16:creationId xmlns:a16="http://schemas.microsoft.com/office/drawing/2014/main" id="{8E6DD0E8-2F6A-23B1-DA0C-B0F13BE0AF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75590" y="3705814"/>
                <a:ext cx="0" cy="72966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9" name="直接箭头连接符 232">
              <a:extLst>
                <a:ext uri="{FF2B5EF4-FFF2-40B4-BE49-F238E27FC236}">
                  <a16:creationId xmlns:a16="http://schemas.microsoft.com/office/drawing/2014/main" id="{28247D74-EA7C-F428-D5B3-EA87347E1EB7}"/>
                </a:ext>
              </a:extLst>
            </p:cNvPr>
            <p:cNvCxnSpPr>
              <a:cxnSpLocks/>
            </p:cNvCxnSpPr>
            <p:nvPr/>
          </p:nvCxnSpPr>
          <p:spPr>
            <a:xfrm>
              <a:off x="2181904" y="2746275"/>
              <a:ext cx="1086233" cy="0"/>
            </a:xfrm>
            <a:prstGeom prst="straightConnector1">
              <a:avLst/>
            </a:prstGeom>
            <a:ln w="12700">
              <a:headEnd type="stealth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0" name="直接连接符 233">
              <a:extLst>
                <a:ext uri="{FF2B5EF4-FFF2-40B4-BE49-F238E27FC236}">
                  <a16:creationId xmlns:a16="http://schemas.microsoft.com/office/drawing/2014/main" id="{6E136CCC-9FC0-6470-67CA-10C41D590246}"/>
                </a:ext>
              </a:extLst>
            </p:cNvPr>
            <p:cNvCxnSpPr>
              <a:cxnSpLocks/>
            </p:cNvCxnSpPr>
            <p:nvPr/>
          </p:nvCxnSpPr>
          <p:spPr>
            <a:xfrm>
              <a:off x="2181904" y="2707957"/>
              <a:ext cx="0" cy="7931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1" name="直接连接符 234">
              <a:extLst>
                <a:ext uri="{FF2B5EF4-FFF2-40B4-BE49-F238E27FC236}">
                  <a16:creationId xmlns:a16="http://schemas.microsoft.com/office/drawing/2014/main" id="{44B5E8E8-C038-338D-3B68-2C38B72EB8AC}"/>
                </a:ext>
              </a:extLst>
            </p:cNvPr>
            <p:cNvCxnSpPr>
              <a:cxnSpLocks/>
            </p:cNvCxnSpPr>
            <p:nvPr/>
          </p:nvCxnSpPr>
          <p:spPr>
            <a:xfrm>
              <a:off x="3268137" y="2707957"/>
              <a:ext cx="0" cy="7931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462" name="对象 461">
              <a:extLst>
                <a:ext uri="{FF2B5EF4-FFF2-40B4-BE49-F238E27FC236}">
                  <a16:creationId xmlns:a16="http://schemas.microsoft.com/office/drawing/2014/main" id="{536D565A-8258-17CB-5974-6F41D5BA65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6982" y="2485376"/>
            <a:ext cx="631788" cy="2225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47640" imgH="228600" progId="Equation.DSMT4">
                    <p:embed/>
                  </p:oleObj>
                </mc:Choice>
                <mc:Fallback>
                  <p:oleObj name="Equation" r:id="rId6" imgW="647640" imgH="228600" progId="Equation.DSMT4">
                    <p:embed/>
                    <p:pic>
                      <p:nvPicPr>
                        <p:cNvPr id="462" name="对象 461">
                          <a:extLst>
                            <a:ext uri="{FF2B5EF4-FFF2-40B4-BE49-F238E27FC236}">
                              <a16:creationId xmlns:a16="http://schemas.microsoft.com/office/drawing/2014/main" id="{536D565A-8258-17CB-5974-6F41D5BA65D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406982" y="2485376"/>
                          <a:ext cx="631788" cy="22258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3" name="组合 522">
            <a:extLst>
              <a:ext uri="{FF2B5EF4-FFF2-40B4-BE49-F238E27FC236}">
                <a16:creationId xmlns:a16="http://schemas.microsoft.com/office/drawing/2014/main" id="{71F77FFC-B3BA-F19F-772C-88C51C78D8D6}"/>
              </a:ext>
            </a:extLst>
          </p:cNvPr>
          <p:cNvGrpSpPr/>
          <p:nvPr/>
        </p:nvGrpSpPr>
        <p:grpSpPr>
          <a:xfrm>
            <a:off x="396607" y="5124288"/>
            <a:ext cx="4218228" cy="307777"/>
            <a:chOff x="263175" y="5124288"/>
            <a:chExt cx="4218228" cy="307777"/>
          </a:xfrm>
        </p:grpSpPr>
        <p:sp>
          <p:nvSpPr>
            <p:cNvPr id="524" name="文本框 523">
              <a:extLst>
                <a:ext uri="{FF2B5EF4-FFF2-40B4-BE49-F238E27FC236}">
                  <a16:creationId xmlns:a16="http://schemas.microsoft.com/office/drawing/2014/main" id="{FB31A817-BBFA-AB7E-7682-858635738AF7}"/>
                </a:ext>
              </a:extLst>
            </p:cNvPr>
            <p:cNvSpPr txBox="1"/>
            <p:nvPr/>
          </p:nvSpPr>
          <p:spPr>
            <a:xfrm>
              <a:off x="263175" y="5124288"/>
              <a:ext cx="421822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置信度越高</a:t>
              </a:r>
              <a:r>
                <a:rPr lang="en-US" altLang="zh-CN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低，    越小</a:t>
              </a:r>
              <a:r>
                <a:rPr lang="en-US" altLang="zh-CN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大，跟驰越激进</a:t>
              </a:r>
              <a:r>
                <a:rPr lang="en-US" altLang="zh-CN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保守</a:t>
              </a:r>
              <a:endPara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525" name="对象 524">
              <a:extLst>
                <a:ext uri="{FF2B5EF4-FFF2-40B4-BE49-F238E27FC236}">
                  <a16:creationId xmlns:a16="http://schemas.microsoft.com/office/drawing/2014/main" id="{ED5DC65C-A5EB-77EE-7DF8-39DF83B32D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2021" y="5137488"/>
            <a:ext cx="376672" cy="294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48020" imgH="194412" progId="Equation.DSMT4">
                    <p:embed/>
                  </p:oleObj>
                </mc:Choice>
                <mc:Fallback>
                  <p:oleObj name="Equation" r:id="rId8" imgW="248020" imgH="194412" progId="Equation.DSMT4">
                    <p:embed/>
                    <p:pic>
                      <p:nvPicPr>
                        <p:cNvPr id="525" name="对象 524">
                          <a:extLst>
                            <a:ext uri="{FF2B5EF4-FFF2-40B4-BE49-F238E27FC236}">
                              <a16:creationId xmlns:a16="http://schemas.microsoft.com/office/drawing/2014/main" id="{ED5DC65C-A5EB-77EE-7DF8-39DF83B32DE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652021" y="5137488"/>
                          <a:ext cx="376672" cy="2945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6" name="矩形: 圆角 120">
            <a:extLst>
              <a:ext uri="{FF2B5EF4-FFF2-40B4-BE49-F238E27FC236}">
                <a16:creationId xmlns:a16="http://schemas.microsoft.com/office/drawing/2014/main" id="{33B3946F-D11E-353A-D51E-F9C34E1B1DB3}"/>
              </a:ext>
            </a:extLst>
          </p:cNvPr>
          <p:cNvSpPr/>
          <p:nvPr/>
        </p:nvSpPr>
        <p:spPr>
          <a:xfrm>
            <a:off x="5531909" y="3170081"/>
            <a:ext cx="5882852" cy="2188622"/>
          </a:xfrm>
          <a:prstGeom prst="roundRect">
            <a:avLst>
              <a:gd name="adj" fmla="val 5635"/>
            </a:avLst>
          </a:prstGeom>
          <a:noFill/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7" name="矩形: 圆角 121">
            <a:extLst>
              <a:ext uri="{FF2B5EF4-FFF2-40B4-BE49-F238E27FC236}">
                <a16:creationId xmlns:a16="http://schemas.microsoft.com/office/drawing/2014/main" id="{C00CFFBD-C244-9207-9292-68E60ABCF9F7}"/>
              </a:ext>
            </a:extLst>
          </p:cNvPr>
          <p:cNvSpPr/>
          <p:nvPr/>
        </p:nvSpPr>
        <p:spPr>
          <a:xfrm>
            <a:off x="5531909" y="3170082"/>
            <a:ext cx="5882852" cy="307520"/>
          </a:xfrm>
          <a:prstGeom prst="roundRect">
            <a:avLst>
              <a:gd name="adj" fmla="val 15628"/>
            </a:avLst>
          </a:prstGeom>
          <a:solidFill>
            <a:srgbClr val="014924"/>
          </a:solidFill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采样轨迹（位置）矩阵</a:t>
            </a:r>
          </a:p>
        </p:txBody>
      </p:sp>
      <p:cxnSp>
        <p:nvCxnSpPr>
          <p:cNvPr id="528" name="直接连接符 122">
            <a:extLst>
              <a:ext uri="{FF2B5EF4-FFF2-40B4-BE49-F238E27FC236}">
                <a16:creationId xmlns:a16="http://schemas.microsoft.com/office/drawing/2014/main" id="{B7BB9B07-B9B2-DA70-F114-3841475273E9}"/>
              </a:ext>
            </a:extLst>
          </p:cNvPr>
          <p:cNvCxnSpPr>
            <a:cxnSpLocks/>
          </p:cNvCxnSpPr>
          <p:nvPr/>
        </p:nvCxnSpPr>
        <p:spPr>
          <a:xfrm>
            <a:off x="5538697" y="3838137"/>
            <a:ext cx="5876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直接连接符 123">
            <a:extLst>
              <a:ext uri="{FF2B5EF4-FFF2-40B4-BE49-F238E27FC236}">
                <a16:creationId xmlns:a16="http://schemas.microsoft.com/office/drawing/2014/main" id="{67C46AF4-50C1-8A60-8C61-0B7C91156425}"/>
              </a:ext>
            </a:extLst>
          </p:cNvPr>
          <p:cNvCxnSpPr>
            <a:cxnSpLocks/>
          </p:cNvCxnSpPr>
          <p:nvPr/>
        </p:nvCxnSpPr>
        <p:spPr>
          <a:xfrm>
            <a:off x="5538697" y="4206833"/>
            <a:ext cx="5876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直接连接符 124">
            <a:extLst>
              <a:ext uri="{FF2B5EF4-FFF2-40B4-BE49-F238E27FC236}">
                <a16:creationId xmlns:a16="http://schemas.microsoft.com/office/drawing/2014/main" id="{324C66C2-C093-050D-C89D-A846F2DA37DD}"/>
              </a:ext>
            </a:extLst>
          </p:cNvPr>
          <p:cNvCxnSpPr>
            <a:cxnSpLocks/>
          </p:cNvCxnSpPr>
          <p:nvPr/>
        </p:nvCxnSpPr>
        <p:spPr>
          <a:xfrm>
            <a:off x="5538697" y="4576762"/>
            <a:ext cx="5876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直接连接符 125">
            <a:extLst>
              <a:ext uri="{FF2B5EF4-FFF2-40B4-BE49-F238E27FC236}">
                <a16:creationId xmlns:a16="http://schemas.microsoft.com/office/drawing/2014/main" id="{7C792480-2D17-E861-362A-DAFD2F55C6D9}"/>
              </a:ext>
            </a:extLst>
          </p:cNvPr>
          <p:cNvCxnSpPr>
            <a:cxnSpLocks/>
          </p:cNvCxnSpPr>
          <p:nvPr/>
        </p:nvCxnSpPr>
        <p:spPr>
          <a:xfrm>
            <a:off x="5538697" y="4976290"/>
            <a:ext cx="5876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直接连接符 126">
            <a:extLst>
              <a:ext uri="{FF2B5EF4-FFF2-40B4-BE49-F238E27FC236}">
                <a16:creationId xmlns:a16="http://schemas.microsoft.com/office/drawing/2014/main" id="{48C059C6-6C60-A964-97E0-89F287C5A00B}"/>
              </a:ext>
            </a:extLst>
          </p:cNvPr>
          <p:cNvCxnSpPr>
            <a:cxnSpLocks/>
          </p:cNvCxnSpPr>
          <p:nvPr/>
        </p:nvCxnSpPr>
        <p:spPr>
          <a:xfrm>
            <a:off x="6211177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直接连接符 386">
            <a:extLst>
              <a:ext uri="{FF2B5EF4-FFF2-40B4-BE49-F238E27FC236}">
                <a16:creationId xmlns:a16="http://schemas.microsoft.com/office/drawing/2014/main" id="{C59256B3-9AAC-85D6-4F23-7C48599AEF1B}"/>
              </a:ext>
            </a:extLst>
          </p:cNvPr>
          <p:cNvCxnSpPr>
            <a:cxnSpLocks/>
          </p:cNvCxnSpPr>
          <p:nvPr/>
        </p:nvCxnSpPr>
        <p:spPr>
          <a:xfrm>
            <a:off x="7051934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直接连接符 387">
            <a:extLst>
              <a:ext uri="{FF2B5EF4-FFF2-40B4-BE49-F238E27FC236}">
                <a16:creationId xmlns:a16="http://schemas.microsoft.com/office/drawing/2014/main" id="{086E00C0-2674-4E80-0C06-28106EE70B69}"/>
              </a:ext>
            </a:extLst>
          </p:cNvPr>
          <p:cNvCxnSpPr>
            <a:cxnSpLocks/>
          </p:cNvCxnSpPr>
          <p:nvPr/>
        </p:nvCxnSpPr>
        <p:spPr>
          <a:xfrm>
            <a:off x="7945507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直接连接符 389">
            <a:extLst>
              <a:ext uri="{FF2B5EF4-FFF2-40B4-BE49-F238E27FC236}">
                <a16:creationId xmlns:a16="http://schemas.microsoft.com/office/drawing/2014/main" id="{4B0F3EB3-5EC4-B364-E063-21883CD4428C}"/>
              </a:ext>
            </a:extLst>
          </p:cNvPr>
          <p:cNvCxnSpPr>
            <a:cxnSpLocks/>
          </p:cNvCxnSpPr>
          <p:nvPr/>
        </p:nvCxnSpPr>
        <p:spPr>
          <a:xfrm>
            <a:off x="8893684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直接连接符 390">
            <a:extLst>
              <a:ext uri="{FF2B5EF4-FFF2-40B4-BE49-F238E27FC236}">
                <a16:creationId xmlns:a16="http://schemas.microsoft.com/office/drawing/2014/main" id="{74B47A7D-0910-1A4A-322D-0340FF3065D3}"/>
              </a:ext>
            </a:extLst>
          </p:cNvPr>
          <p:cNvCxnSpPr>
            <a:cxnSpLocks/>
          </p:cNvCxnSpPr>
          <p:nvPr/>
        </p:nvCxnSpPr>
        <p:spPr>
          <a:xfrm>
            <a:off x="9491964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直接连接符 391">
            <a:extLst>
              <a:ext uri="{FF2B5EF4-FFF2-40B4-BE49-F238E27FC236}">
                <a16:creationId xmlns:a16="http://schemas.microsoft.com/office/drawing/2014/main" id="{E5C57AF4-695E-97F8-35C0-A982DE4025CE}"/>
              </a:ext>
            </a:extLst>
          </p:cNvPr>
          <p:cNvCxnSpPr>
            <a:cxnSpLocks/>
          </p:cNvCxnSpPr>
          <p:nvPr/>
        </p:nvCxnSpPr>
        <p:spPr>
          <a:xfrm>
            <a:off x="10429224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8" name="对象 537">
            <a:extLst>
              <a:ext uri="{FF2B5EF4-FFF2-40B4-BE49-F238E27FC236}">
                <a16:creationId xmlns:a16="http://schemas.microsoft.com/office/drawing/2014/main" id="{0A66CB3B-AA88-1C3E-F063-F3C49A7407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6580" y="3517088"/>
          <a:ext cx="200025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177480" progId="Equation.DSMT4">
                  <p:embed/>
                </p:oleObj>
              </mc:Choice>
              <mc:Fallback>
                <p:oleObj name="Equation" r:id="rId10" imgW="126720" imgH="177480" progId="Equation.DSMT4">
                  <p:embed/>
                  <p:pic>
                    <p:nvPicPr>
                      <p:cNvPr id="538" name="对象 537">
                        <a:extLst>
                          <a:ext uri="{FF2B5EF4-FFF2-40B4-BE49-F238E27FC236}">
                            <a16:creationId xmlns:a16="http://schemas.microsoft.com/office/drawing/2014/main" id="{0A66CB3B-AA88-1C3E-F063-F3C49A7407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86580" y="3517088"/>
                        <a:ext cx="200025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9" name="对象 538">
            <a:extLst>
              <a:ext uri="{FF2B5EF4-FFF2-40B4-BE49-F238E27FC236}">
                <a16:creationId xmlns:a16="http://schemas.microsoft.com/office/drawing/2014/main" id="{19632285-5E66-F94A-9008-55119E2421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2769" y="3517088"/>
          <a:ext cx="200025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77480" progId="Equation.DSMT4">
                  <p:embed/>
                </p:oleObj>
              </mc:Choice>
              <mc:Fallback>
                <p:oleObj name="Equation" r:id="rId12" imgW="126720" imgH="177480" progId="Equation.DSMT4">
                  <p:embed/>
                  <p:pic>
                    <p:nvPicPr>
                      <p:cNvPr id="539" name="对象 538">
                        <a:extLst>
                          <a:ext uri="{FF2B5EF4-FFF2-40B4-BE49-F238E27FC236}">
                            <a16:creationId xmlns:a16="http://schemas.microsoft.com/office/drawing/2014/main" id="{19632285-5E66-F94A-9008-55119E2421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552769" y="3517088"/>
                        <a:ext cx="200025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" name="对象 539">
            <a:extLst>
              <a:ext uri="{FF2B5EF4-FFF2-40B4-BE49-F238E27FC236}">
                <a16:creationId xmlns:a16="http://schemas.microsoft.com/office/drawing/2014/main" id="{4B1F9A02-1FCB-6F59-17B8-9FE46ABAB6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29500" y="3525838"/>
          <a:ext cx="139700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8560" imgH="164880" progId="Equation.DSMT4">
                  <p:embed/>
                </p:oleObj>
              </mc:Choice>
              <mc:Fallback>
                <p:oleObj name="Equation" r:id="rId14" imgW="88560" imgH="164880" progId="Equation.DSMT4">
                  <p:embed/>
                  <p:pic>
                    <p:nvPicPr>
                      <p:cNvPr id="540" name="对象 539">
                        <a:extLst>
                          <a:ext uri="{FF2B5EF4-FFF2-40B4-BE49-F238E27FC236}">
                            <a16:creationId xmlns:a16="http://schemas.microsoft.com/office/drawing/2014/main" id="{4B1F9A02-1FCB-6F59-17B8-9FE46ABAB6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429500" y="3525838"/>
                        <a:ext cx="139700" cy="258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1" name="对象 540">
            <a:extLst>
              <a:ext uri="{FF2B5EF4-FFF2-40B4-BE49-F238E27FC236}">
                <a16:creationId xmlns:a16="http://schemas.microsoft.com/office/drawing/2014/main" id="{957BA615-DC8F-92F9-DEC0-4958DBACD1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1363" y="3525838"/>
          <a:ext cx="200025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720" imgH="164880" progId="Equation.DSMT4">
                  <p:embed/>
                </p:oleObj>
              </mc:Choice>
              <mc:Fallback>
                <p:oleObj name="Equation" r:id="rId16" imgW="126720" imgH="164880" progId="Equation.DSMT4">
                  <p:embed/>
                  <p:pic>
                    <p:nvPicPr>
                      <p:cNvPr id="541" name="对象 540">
                        <a:extLst>
                          <a:ext uri="{FF2B5EF4-FFF2-40B4-BE49-F238E27FC236}">
                            <a16:creationId xmlns:a16="http://schemas.microsoft.com/office/drawing/2014/main" id="{957BA615-DC8F-92F9-DEC0-4958DBACD1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361363" y="3525838"/>
                        <a:ext cx="200025" cy="258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" name="对象 541">
            <a:extLst>
              <a:ext uri="{FF2B5EF4-FFF2-40B4-BE49-F238E27FC236}">
                <a16:creationId xmlns:a16="http://schemas.microsoft.com/office/drawing/2014/main" id="{B3E8ABB1-93C2-280F-5495-50AA787FA0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34538" y="3467100"/>
          <a:ext cx="67945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31640" imgH="241200" progId="Equation.DSMT4">
                  <p:embed/>
                </p:oleObj>
              </mc:Choice>
              <mc:Fallback>
                <p:oleObj name="Equation" r:id="rId18" imgW="431640" imgH="241200" progId="Equation.DSMT4">
                  <p:embed/>
                  <p:pic>
                    <p:nvPicPr>
                      <p:cNvPr id="542" name="对象 541">
                        <a:extLst>
                          <a:ext uri="{FF2B5EF4-FFF2-40B4-BE49-F238E27FC236}">
                            <a16:creationId xmlns:a16="http://schemas.microsoft.com/office/drawing/2014/main" id="{B3E8ABB1-93C2-280F-5495-50AA787FA0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634538" y="3467100"/>
                        <a:ext cx="679450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" name="对象 542">
            <a:extLst>
              <a:ext uri="{FF2B5EF4-FFF2-40B4-BE49-F238E27FC236}">
                <a16:creationId xmlns:a16="http://schemas.microsoft.com/office/drawing/2014/main" id="{6555AA0A-F295-70AA-A837-E632D08919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41025" y="3467100"/>
          <a:ext cx="3603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28600" imgH="241200" progId="Equation.DSMT4">
                  <p:embed/>
                </p:oleObj>
              </mc:Choice>
              <mc:Fallback>
                <p:oleObj name="Equation" r:id="rId20" imgW="228600" imgH="241200" progId="Equation.DSMT4">
                  <p:embed/>
                  <p:pic>
                    <p:nvPicPr>
                      <p:cNvPr id="543" name="对象 542">
                        <a:extLst>
                          <a:ext uri="{FF2B5EF4-FFF2-40B4-BE49-F238E27FC236}">
                            <a16:creationId xmlns:a16="http://schemas.microsoft.com/office/drawing/2014/main" id="{6555AA0A-F295-70AA-A837-E632D08919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741025" y="3467100"/>
                        <a:ext cx="360363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4" name="对象 543">
            <a:extLst>
              <a:ext uri="{FF2B5EF4-FFF2-40B4-BE49-F238E27FC236}">
                <a16:creationId xmlns:a16="http://schemas.microsoft.com/office/drawing/2014/main" id="{84F5E632-ADAD-769E-7107-50BEEC1259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6575" y="3894138"/>
          <a:ext cx="53975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42720" imgH="164880" progId="Equation.DSMT4">
                  <p:embed/>
                </p:oleObj>
              </mc:Choice>
              <mc:Fallback>
                <p:oleObj name="Equation" r:id="rId22" imgW="342720" imgH="164880" progId="Equation.DSMT4">
                  <p:embed/>
                  <p:pic>
                    <p:nvPicPr>
                      <p:cNvPr id="544" name="对象 543">
                        <a:extLst>
                          <a:ext uri="{FF2B5EF4-FFF2-40B4-BE49-F238E27FC236}">
                            <a16:creationId xmlns:a16="http://schemas.microsoft.com/office/drawing/2014/main" id="{84F5E632-ADAD-769E-7107-50BEEC1259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616575" y="3894138"/>
                        <a:ext cx="539750" cy="26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" name="对象 544">
            <a:extLst>
              <a:ext uri="{FF2B5EF4-FFF2-40B4-BE49-F238E27FC236}">
                <a16:creationId xmlns:a16="http://schemas.microsoft.com/office/drawing/2014/main" id="{8BD920FC-9FC5-FCD8-60CC-3BF697BDA8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43650" y="3825875"/>
          <a:ext cx="6191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93480" imgH="253800" progId="Equation.DSMT4">
                  <p:embed/>
                </p:oleObj>
              </mc:Choice>
              <mc:Fallback>
                <p:oleObj name="Equation" r:id="rId24" imgW="393480" imgH="253800" progId="Equation.DSMT4">
                  <p:embed/>
                  <p:pic>
                    <p:nvPicPr>
                      <p:cNvPr id="545" name="对象 544">
                        <a:extLst>
                          <a:ext uri="{FF2B5EF4-FFF2-40B4-BE49-F238E27FC236}">
                            <a16:creationId xmlns:a16="http://schemas.microsoft.com/office/drawing/2014/main" id="{8BD920FC-9FC5-FCD8-60CC-3BF697BDA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343650" y="3825875"/>
                        <a:ext cx="619125" cy="398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" name="对象 545">
            <a:extLst>
              <a:ext uri="{FF2B5EF4-FFF2-40B4-BE49-F238E27FC236}">
                <a16:creationId xmlns:a16="http://schemas.microsoft.com/office/drawing/2014/main" id="{C9F696F5-423A-D752-1303-3780419DDE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9313" y="3825875"/>
          <a:ext cx="6000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80880" imgH="253800" progId="Equation.DSMT4">
                  <p:embed/>
                </p:oleObj>
              </mc:Choice>
              <mc:Fallback>
                <p:oleObj name="Equation" r:id="rId26" imgW="380880" imgH="253800" progId="Equation.DSMT4">
                  <p:embed/>
                  <p:pic>
                    <p:nvPicPr>
                      <p:cNvPr id="546" name="对象 545">
                        <a:extLst>
                          <a:ext uri="{FF2B5EF4-FFF2-40B4-BE49-F238E27FC236}">
                            <a16:creationId xmlns:a16="http://schemas.microsoft.com/office/drawing/2014/main" id="{C9F696F5-423A-D752-1303-3780419DDE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199313" y="3825875"/>
                        <a:ext cx="600075" cy="398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7" name="对象 546">
            <a:extLst>
              <a:ext uri="{FF2B5EF4-FFF2-40B4-BE49-F238E27FC236}">
                <a16:creationId xmlns:a16="http://schemas.microsoft.com/office/drawing/2014/main" id="{52FB1431-175E-558E-5010-C1B93FCAAF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1813" y="3825875"/>
          <a:ext cx="6191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93480" imgH="253800" progId="Equation.DSMT4">
                  <p:embed/>
                </p:oleObj>
              </mc:Choice>
              <mc:Fallback>
                <p:oleObj name="Equation" r:id="rId28" imgW="393480" imgH="253800" progId="Equation.DSMT4">
                  <p:embed/>
                  <p:pic>
                    <p:nvPicPr>
                      <p:cNvPr id="547" name="对象 546">
                        <a:extLst>
                          <a:ext uri="{FF2B5EF4-FFF2-40B4-BE49-F238E27FC236}">
                            <a16:creationId xmlns:a16="http://schemas.microsoft.com/office/drawing/2014/main" id="{52FB1431-175E-558E-5010-C1B93FCAAF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151813" y="3825875"/>
                        <a:ext cx="619125" cy="398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8" name="对象 547">
            <a:extLst>
              <a:ext uri="{FF2B5EF4-FFF2-40B4-BE49-F238E27FC236}">
                <a16:creationId xmlns:a16="http://schemas.microsoft.com/office/drawing/2014/main" id="{6B171040-281F-14C8-E07F-EF19AC7B03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34525" y="3814763"/>
          <a:ext cx="8794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58720" imgH="266400" progId="Equation.DSMT4">
                  <p:embed/>
                </p:oleObj>
              </mc:Choice>
              <mc:Fallback>
                <p:oleObj name="Equation" r:id="rId30" imgW="558720" imgH="266400" progId="Equation.DSMT4">
                  <p:embed/>
                  <p:pic>
                    <p:nvPicPr>
                      <p:cNvPr id="548" name="对象 547">
                        <a:extLst>
                          <a:ext uri="{FF2B5EF4-FFF2-40B4-BE49-F238E27FC236}">
                            <a16:creationId xmlns:a16="http://schemas.microsoft.com/office/drawing/2014/main" id="{6B171040-281F-14C8-E07F-EF19AC7B03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534525" y="3814763"/>
                        <a:ext cx="8794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" name="对象 548">
            <a:extLst>
              <a:ext uri="{FF2B5EF4-FFF2-40B4-BE49-F238E27FC236}">
                <a16:creationId xmlns:a16="http://schemas.microsoft.com/office/drawing/2014/main" id="{584AACDD-2829-1C10-6080-6E3DA91B90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50525" y="3814763"/>
          <a:ext cx="7397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469800" imgH="266400" progId="Equation.DSMT4">
                  <p:embed/>
                </p:oleObj>
              </mc:Choice>
              <mc:Fallback>
                <p:oleObj name="Equation" r:id="rId32" imgW="469800" imgH="266400" progId="Equation.DSMT4">
                  <p:embed/>
                  <p:pic>
                    <p:nvPicPr>
                      <p:cNvPr id="549" name="对象 548">
                        <a:extLst>
                          <a:ext uri="{FF2B5EF4-FFF2-40B4-BE49-F238E27FC236}">
                            <a16:creationId xmlns:a16="http://schemas.microsoft.com/office/drawing/2014/main" id="{584AACDD-2829-1C10-6080-6E3DA91B90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0550525" y="3814763"/>
                        <a:ext cx="7397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0" name="对象 549">
            <a:extLst>
              <a:ext uri="{FF2B5EF4-FFF2-40B4-BE49-F238E27FC236}">
                <a16:creationId xmlns:a16="http://schemas.microsoft.com/office/drawing/2014/main" id="{EF4E140A-B80F-B770-731F-2CCEDA83BD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7525" y="4259263"/>
          <a:ext cx="579438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368280" imgH="164880" progId="Equation.DSMT4">
                  <p:embed/>
                </p:oleObj>
              </mc:Choice>
              <mc:Fallback>
                <p:oleObj name="Equation" r:id="rId34" imgW="368280" imgH="164880" progId="Equation.DSMT4">
                  <p:embed/>
                  <p:pic>
                    <p:nvPicPr>
                      <p:cNvPr id="550" name="对象 549">
                        <a:extLst>
                          <a:ext uri="{FF2B5EF4-FFF2-40B4-BE49-F238E27FC236}">
                            <a16:creationId xmlns:a16="http://schemas.microsoft.com/office/drawing/2014/main" id="{EF4E140A-B80F-B770-731F-2CCEDA83BD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597525" y="4259263"/>
                        <a:ext cx="579438" cy="258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1" name="对象 550">
            <a:extLst>
              <a:ext uri="{FF2B5EF4-FFF2-40B4-BE49-F238E27FC236}">
                <a16:creationId xmlns:a16="http://schemas.microsoft.com/office/drawing/2014/main" id="{1BB91E74-F8E1-FC1A-6B71-3A02C1D0FC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43650" y="4189413"/>
          <a:ext cx="6191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93480" imgH="253800" progId="Equation.DSMT4">
                  <p:embed/>
                </p:oleObj>
              </mc:Choice>
              <mc:Fallback>
                <p:oleObj name="Equation" r:id="rId36" imgW="393480" imgH="253800" progId="Equation.DSMT4">
                  <p:embed/>
                  <p:pic>
                    <p:nvPicPr>
                      <p:cNvPr id="551" name="对象 550">
                        <a:extLst>
                          <a:ext uri="{FF2B5EF4-FFF2-40B4-BE49-F238E27FC236}">
                            <a16:creationId xmlns:a16="http://schemas.microsoft.com/office/drawing/2014/main" id="{1BB91E74-F8E1-FC1A-6B71-3A02C1D0FC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6343650" y="4189413"/>
                        <a:ext cx="6191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" name="对象 551">
            <a:extLst>
              <a:ext uri="{FF2B5EF4-FFF2-40B4-BE49-F238E27FC236}">
                <a16:creationId xmlns:a16="http://schemas.microsoft.com/office/drawing/2014/main" id="{F134B450-E432-E00B-33DD-15A44A3DB0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9313" y="4189413"/>
          <a:ext cx="6000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380880" imgH="253800" progId="Equation.DSMT4">
                  <p:embed/>
                </p:oleObj>
              </mc:Choice>
              <mc:Fallback>
                <p:oleObj name="Equation" r:id="rId38" imgW="380880" imgH="253800" progId="Equation.DSMT4">
                  <p:embed/>
                  <p:pic>
                    <p:nvPicPr>
                      <p:cNvPr id="552" name="对象 551">
                        <a:extLst>
                          <a:ext uri="{FF2B5EF4-FFF2-40B4-BE49-F238E27FC236}">
                            <a16:creationId xmlns:a16="http://schemas.microsoft.com/office/drawing/2014/main" id="{F134B450-E432-E00B-33DD-15A44A3DB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199313" y="4189413"/>
                        <a:ext cx="6000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" name="对象 552">
            <a:extLst>
              <a:ext uri="{FF2B5EF4-FFF2-40B4-BE49-F238E27FC236}">
                <a16:creationId xmlns:a16="http://schemas.microsoft.com/office/drawing/2014/main" id="{1AF517FE-04C4-D89F-4A8E-C750624481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1813" y="4189413"/>
          <a:ext cx="6191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393480" imgH="253800" progId="Equation.DSMT4">
                  <p:embed/>
                </p:oleObj>
              </mc:Choice>
              <mc:Fallback>
                <p:oleObj name="Equation" r:id="rId40" imgW="393480" imgH="253800" progId="Equation.DSMT4">
                  <p:embed/>
                  <p:pic>
                    <p:nvPicPr>
                      <p:cNvPr id="553" name="对象 552">
                        <a:extLst>
                          <a:ext uri="{FF2B5EF4-FFF2-40B4-BE49-F238E27FC236}">
                            <a16:creationId xmlns:a16="http://schemas.microsoft.com/office/drawing/2014/main" id="{1AF517FE-04C4-D89F-4A8E-C750624481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8151813" y="4189413"/>
                        <a:ext cx="6191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4" name="对象 553">
            <a:extLst>
              <a:ext uri="{FF2B5EF4-FFF2-40B4-BE49-F238E27FC236}">
                <a16:creationId xmlns:a16="http://schemas.microsoft.com/office/drawing/2014/main" id="{003F624D-0EC3-8C1E-C834-CEF86FE451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34525" y="4179888"/>
          <a:ext cx="8794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558720" imgH="266400" progId="Equation.DSMT4">
                  <p:embed/>
                </p:oleObj>
              </mc:Choice>
              <mc:Fallback>
                <p:oleObj name="Equation" r:id="rId42" imgW="558720" imgH="266400" progId="Equation.DSMT4">
                  <p:embed/>
                  <p:pic>
                    <p:nvPicPr>
                      <p:cNvPr id="554" name="对象 553">
                        <a:extLst>
                          <a:ext uri="{FF2B5EF4-FFF2-40B4-BE49-F238E27FC236}">
                            <a16:creationId xmlns:a16="http://schemas.microsoft.com/office/drawing/2014/main" id="{003F624D-0EC3-8C1E-C834-CEF86FE451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9534525" y="4179888"/>
                        <a:ext cx="8794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" name="对象 554">
            <a:extLst>
              <a:ext uri="{FF2B5EF4-FFF2-40B4-BE49-F238E27FC236}">
                <a16:creationId xmlns:a16="http://schemas.microsoft.com/office/drawing/2014/main" id="{236BBFCE-651B-BB4E-3DBF-E20E01382D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50525" y="4179888"/>
          <a:ext cx="7397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469800" imgH="266400" progId="Equation.DSMT4">
                  <p:embed/>
                </p:oleObj>
              </mc:Choice>
              <mc:Fallback>
                <p:oleObj name="Equation" r:id="rId44" imgW="469800" imgH="266400" progId="Equation.DSMT4">
                  <p:embed/>
                  <p:pic>
                    <p:nvPicPr>
                      <p:cNvPr id="555" name="对象 554">
                        <a:extLst>
                          <a:ext uri="{FF2B5EF4-FFF2-40B4-BE49-F238E27FC236}">
                            <a16:creationId xmlns:a16="http://schemas.microsoft.com/office/drawing/2014/main" id="{236BBFCE-651B-BB4E-3DBF-E20E01382D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0550525" y="4179888"/>
                        <a:ext cx="7397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" name="对象 555">
            <a:extLst>
              <a:ext uri="{FF2B5EF4-FFF2-40B4-BE49-F238E27FC236}">
                <a16:creationId xmlns:a16="http://schemas.microsoft.com/office/drawing/2014/main" id="{964950E4-993E-DF96-40B3-FAFCCA61F9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57838" y="5035550"/>
          <a:ext cx="658812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419040" imgH="164880" progId="Equation.DSMT4">
                  <p:embed/>
                </p:oleObj>
              </mc:Choice>
              <mc:Fallback>
                <p:oleObj name="Equation" r:id="rId46" imgW="419040" imgH="164880" progId="Equation.DSMT4">
                  <p:embed/>
                  <p:pic>
                    <p:nvPicPr>
                      <p:cNvPr id="556" name="对象 555">
                        <a:extLst>
                          <a:ext uri="{FF2B5EF4-FFF2-40B4-BE49-F238E27FC236}">
                            <a16:creationId xmlns:a16="http://schemas.microsoft.com/office/drawing/2014/main" id="{964950E4-993E-DF96-40B3-FAFCCA61F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5557838" y="5035550"/>
                        <a:ext cx="658812" cy="258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" name="对象 556">
            <a:extLst>
              <a:ext uri="{FF2B5EF4-FFF2-40B4-BE49-F238E27FC236}">
                <a16:creationId xmlns:a16="http://schemas.microsoft.com/office/drawing/2014/main" id="{A4ECE575-5F99-C52A-7B5A-9CE7337E82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43650" y="4967288"/>
          <a:ext cx="6191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393480" imgH="253800" progId="Equation.DSMT4">
                  <p:embed/>
                </p:oleObj>
              </mc:Choice>
              <mc:Fallback>
                <p:oleObj name="Equation" r:id="rId48" imgW="393480" imgH="253800" progId="Equation.DSMT4">
                  <p:embed/>
                  <p:pic>
                    <p:nvPicPr>
                      <p:cNvPr id="557" name="对象 556">
                        <a:extLst>
                          <a:ext uri="{FF2B5EF4-FFF2-40B4-BE49-F238E27FC236}">
                            <a16:creationId xmlns:a16="http://schemas.microsoft.com/office/drawing/2014/main" id="{A4ECE575-5F99-C52A-7B5A-9CE7337E82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6343650" y="4967288"/>
                        <a:ext cx="619125" cy="39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" name="对象 557">
            <a:extLst>
              <a:ext uri="{FF2B5EF4-FFF2-40B4-BE49-F238E27FC236}">
                <a16:creationId xmlns:a16="http://schemas.microsoft.com/office/drawing/2014/main" id="{7333A61E-87A1-E960-7B78-CE2EAAC3A4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9313" y="4967288"/>
          <a:ext cx="6000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380880" imgH="253800" progId="Equation.DSMT4">
                  <p:embed/>
                </p:oleObj>
              </mc:Choice>
              <mc:Fallback>
                <p:oleObj name="Equation" r:id="rId50" imgW="380880" imgH="253800" progId="Equation.DSMT4">
                  <p:embed/>
                  <p:pic>
                    <p:nvPicPr>
                      <p:cNvPr id="558" name="对象 557">
                        <a:extLst>
                          <a:ext uri="{FF2B5EF4-FFF2-40B4-BE49-F238E27FC236}">
                            <a16:creationId xmlns:a16="http://schemas.microsoft.com/office/drawing/2014/main" id="{7333A61E-87A1-E960-7B78-CE2EAAC3A4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7199313" y="4967288"/>
                        <a:ext cx="600075" cy="39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" name="对象 558">
            <a:extLst>
              <a:ext uri="{FF2B5EF4-FFF2-40B4-BE49-F238E27FC236}">
                <a16:creationId xmlns:a16="http://schemas.microsoft.com/office/drawing/2014/main" id="{F6F6A2AF-870D-D1A4-3493-190B15A01B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1813" y="4967288"/>
          <a:ext cx="6191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393480" imgH="253800" progId="Equation.DSMT4">
                  <p:embed/>
                </p:oleObj>
              </mc:Choice>
              <mc:Fallback>
                <p:oleObj name="Equation" r:id="rId52" imgW="393480" imgH="253800" progId="Equation.DSMT4">
                  <p:embed/>
                  <p:pic>
                    <p:nvPicPr>
                      <p:cNvPr id="559" name="对象 558">
                        <a:extLst>
                          <a:ext uri="{FF2B5EF4-FFF2-40B4-BE49-F238E27FC236}">
                            <a16:creationId xmlns:a16="http://schemas.microsoft.com/office/drawing/2014/main" id="{F6F6A2AF-870D-D1A4-3493-190B15A01B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8151813" y="4967288"/>
                        <a:ext cx="619125" cy="39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0" name="对象 559">
            <a:extLst>
              <a:ext uri="{FF2B5EF4-FFF2-40B4-BE49-F238E27FC236}">
                <a16:creationId xmlns:a16="http://schemas.microsoft.com/office/drawing/2014/main" id="{4CB28278-8BBF-B46F-0AF4-000ECF49CE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34525" y="4957763"/>
          <a:ext cx="8810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558720" imgH="266400" progId="Equation.DSMT4">
                  <p:embed/>
                </p:oleObj>
              </mc:Choice>
              <mc:Fallback>
                <p:oleObj name="Equation" r:id="rId54" imgW="558720" imgH="266400" progId="Equation.DSMT4">
                  <p:embed/>
                  <p:pic>
                    <p:nvPicPr>
                      <p:cNvPr id="560" name="对象 559">
                        <a:extLst>
                          <a:ext uri="{FF2B5EF4-FFF2-40B4-BE49-F238E27FC236}">
                            <a16:creationId xmlns:a16="http://schemas.microsoft.com/office/drawing/2014/main" id="{4CB28278-8BBF-B46F-0AF4-000ECF49CE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9534525" y="4957763"/>
                        <a:ext cx="881063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" name="对象 560">
            <a:extLst>
              <a:ext uri="{FF2B5EF4-FFF2-40B4-BE49-F238E27FC236}">
                <a16:creationId xmlns:a16="http://schemas.microsoft.com/office/drawing/2014/main" id="{379DA45B-B34F-3615-A4CE-DC4C7FA9A9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50525" y="4956175"/>
          <a:ext cx="7397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6" imgW="469800" imgH="266400" progId="Equation.DSMT4">
                  <p:embed/>
                </p:oleObj>
              </mc:Choice>
              <mc:Fallback>
                <p:oleObj name="Equation" r:id="rId56" imgW="469800" imgH="266400" progId="Equation.DSMT4">
                  <p:embed/>
                  <p:pic>
                    <p:nvPicPr>
                      <p:cNvPr id="561" name="对象 560">
                        <a:extLst>
                          <a:ext uri="{FF2B5EF4-FFF2-40B4-BE49-F238E27FC236}">
                            <a16:creationId xmlns:a16="http://schemas.microsoft.com/office/drawing/2014/main" id="{379DA45B-B34F-3615-A4CE-DC4C7FA9A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0550525" y="4956175"/>
                        <a:ext cx="7397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2" name="文本框 561">
            <a:extLst>
              <a:ext uri="{FF2B5EF4-FFF2-40B4-BE49-F238E27FC236}">
                <a16:creationId xmlns:a16="http://schemas.microsoft.com/office/drawing/2014/main" id="{F9C052CF-0774-1C10-D59E-F6D7D388BF59}"/>
              </a:ext>
            </a:extLst>
          </p:cNvPr>
          <p:cNvSpPr txBox="1"/>
          <p:nvPr/>
        </p:nvSpPr>
        <p:spPr>
          <a:xfrm>
            <a:off x="5718216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" name="文本框 562">
            <a:extLst>
              <a:ext uri="{FF2B5EF4-FFF2-40B4-BE49-F238E27FC236}">
                <a16:creationId xmlns:a16="http://schemas.microsoft.com/office/drawing/2014/main" id="{1D789FC6-F468-E92B-5C31-FA7470D449F6}"/>
              </a:ext>
            </a:extLst>
          </p:cNvPr>
          <p:cNvSpPr txBox="1"/>
          <p:nvPr/>
        </p:nvSpPr>
        <p:spPr>
          <a:xfrm>
            <a:off x="6509759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4" name="文本框 563">
            <a:extLst>
              <a:ext uri="{FF2B5EF4-FFF2-40B4-BE49-F238E27FC236}">
                <a16:creationId xmlns:a16="http://schemas.microsoft.com/office/drawing/2014/main" id="{1AA1388E-56C0-DA58-E5BB-5D5326982C22}"/>
              </a:ext>
            </a:extLst>
          </p:cNvPr>
          <p:cNvSpPr txBox="1"/>
          <p:nvPr/>
        </p:nvSpPr>
        <p:spPr>
          <a:xfrm>
            <a:off x="7365142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5" name="文本框 564">
            <a:extLst>
              <a:ext uri="{FF2B5EF4-FFF2-40B4-BE49-F238E27FC236}">
                <a16:creationId xmlns:a16="http://schemas.microsoft.com/office/drawing/2014/main" id="{7BA8EFA6-922F-33D1-7BD1-C8945DA78ED4}"/>
              </a:ext>
            </a:extLst>
          </p:cNvPr>
          <p:cNvSpPr txBox="1"/>
          <p:nvPr/>
        </p:nvSpPr>
        <p:spPr>
          <a:xfrm>
            <a:off x="8323085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6" name="文本框 565">
            <a:extLst>
              <a:ext uri="{FF2B5EF4-FFF2-40B4-BE49-F238E27FC236}">
                <a16:creationId xmlns:a16="http://schemas.microsoft.com/office/drawing/2014/main" id="{E0A8DDF2-6DE1-7A89-8D74-C9D85C616140}"/>
              </a:ext>
            </a:extLst>
          </p:cNvPr>
          <p:cNvSpPr txBox="1"/>
          <p:nvPr/>
        </p:nvSpPr>
        <p:spPr>
          <a:xfrm>
            <a:off x="9844930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7" name="文本框 566">
            <a:extLst>
              <a:ext uri="{FF2B5EF4-FFF2-40B4-BE49-F238E27FC236}">
                <a16:creationId xmlns:a16="http://schemas.microsoft.com/office/drawing/2014/main" id="{14002BCE-6BFC-0685-97F6-2058284A2C4C}"/>
              </a:ext>
            </a:extLst>
          </p:cNvPr>
          <p:cNvSpPr txBox="1"/>
          <p:nvPr/>
        </p:nvSpPr>
        <p:spPr>
          <a:xfrm>
            <a:off x="10800703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8" name="文本框 567">
            <a:extLst>
              <a:ext uri="{FF2B5EF4-FFF2-40B4-BE49-F238E27FC236}">
                <a16:creationId xmlns:a16="http://schemas.microsoft.com/office/drawing/2014/main" id="{2E342AB8-774F-4761-8CB6-D0D018E1D5BA}"/>
              </a:ext>
            </a:extLst>
          </p:cNvPr>
          <p:cNvSpPr txBox="1"/>
          <p:nvPr/>
        </p:nvSpPr>
        <p:spPr>
          <a:xfrm>
            <a:off x="9071249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9" name="文本框 568">
            <a:extLst>
              <a:ext uri="{FF2B5EF4-FFF2-40B4-BE49-F238E27FC236}">
                <a16:creationId xmlns:a16="http://schemas.microsoft.com/office/drawing/2014/main" id="{36E969D4-65D3-AAFE-9837-C0EF3CB9103B}"/>
              </a:ext>
            </a:extLst>
          </p:cNvPr>
          <p:cNvSpPr txBox="1"/>
          <p:nvPr/>
        </p:nvSpPr>
        <p:spPr>
          <a:xfrm>
            <a:off x="9071249" y="5008499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0" name="文本框 569">
            <a:extLst>
              <a:ext uri="{FF2B5EF4-FFF2-40B4-BE49-F238E27FC236}">
                <a16:creationId xmlns:a16="http://schemas.microsoft.com/office/drawing/2014/main" id="{0BFA2C50-7586-55C3-0BB2-0F7217ED0E24}"/>
              </a:ext>
            </a:extLst>
          </p:cNvPr>
          <p:cNvSpPr txBox="1"/>
          <p:nvPr/>
        </p:nvSpPr>
        <p:spPr>
          <a:xfrm>
            <a:off x="9071249" y="4245724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1" name="文本框 570">
            <a:extLst>
              <a:ext uri="{FF2B5EF4-FFF2-40B4-BE49-F238E27FC236}">
                <a16:creationId xmlns:a16="http://schemas.microsoft.com/office/drawing/2014/main" id="{DE8BE5BB-8979-501A-4063-8E7B4118A078}"/>
              </a:ext>
            </a:extLst>
          </p:cNvPr>
          <p:cNvSpPr txBox="1"/>
          <p:nvPr/>
        </p:nvSpPr>
        <p:spPr>
          <a:xfrm>
            <a:off x="9071249" y="3866613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2" name="文本框 571">
            <a:extLst>
              <a:ext uri="{FF2B5EF4-FFF2-40B4-BE49-F238E27FC236}">
                <a16:creationId xmlns:a16="http://schemas.microsoft.com/office/drawing/2014/main" id="{8B0000B4-340F-AA0A-7FF8-4DF492923732}"/>
              </a:ext>
            </a:extLst>
          </p:cNvPr>
          <p:cNvSpPr txBox="1"/>
          <p:nvPr/>
        </p:nvSpPr>
        <p:spPr>
          <a:xfrm>
            <a:off x="9071249" y="350769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573" name="直接连接符 11">
            <a:extLst>
              <a:ext uri="{FF2B5EF4-FFF2-40B4-BE49-F238E27FC236}">
                <a16:creationId xmlns:a16="http://schemas.microsoft.com/office/drawing/2014/main" id="{79081B38-B155-E109-F11F-884317EA3E15}"/>
              </a:ext>
            </a:extLst>
          </p:cNvPr>
          <p:cNvCxnSpPr>
            <a:cxnSpLocks/>
          </p:cNvCxnSpPr>
          <p:nvPr/>
        </p:nvCxnSpPr>
        <p:spPr>
          <a:xfrm>
            <a:off x="6565305" y="5768445"/>
            <a:ext cx="0" cy="792301"/>
          </a:xfrm>
          <a:prstGeom prst="line">
            <a:avLst/>
          </a:prstGeom>
          <a:ln w="19050">
            <a:solidFill>
              <a:srgbClr val="01492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4" name="图片 573">
            <a:extLst>
              <a:ext uri="{FF2B5EF4-FFF2-40B4-BE49-F238E27FC236}">
                <a16:creationId xmlns:a16="http://schemas.microsoft.com/office/drawing/2014/main" id="{7F770E7D-51E8-D990-5477-D75CBF45B89D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56774" y="2093603"/>
            <a:ext cx="3880906" cy="307587"/>
          </a:xfrm>
          <a:prstGeom prst="rect">
            <a:avLst/>
          </a:prstGeom>
        </p:spPr>
      </p:pic>
      <p:pic>
        <p:nvPicPr>
          <p:cNvPr id="575" name="图片 574">
            <a:extLst>
              <a:ext uri="{FF2B5EF4-FFF2-40B4-BE49-F238E27FC236}">
                <a16:creationId xmlns:a16="http://schemas.microsoft.com/office/drawing/2014/main" id="{A5621EAC-8E96-B3EF-8B36-31F4A0CB1CB9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272854" y="3872484"/>
            <a:ext cx="4349517" cy="1127810"/>
          </a:xfrm>
          <a:prstGeom prst="rect">
            <a:avLst/>
          </a:prstGeom>
        </p:spPr>
      </p:pic>
      <p:pic>
        <p:nvPicPr>
          <p:cNvPr id="576" name="图片 575">
            <a:extLst>
              <a:ext uri="{FF2B5EF4-FFF2-40B4-BE49-F238E27FC236}">
                <a16:creationId xmlns:a16="http://schemas.microsoft.com/office/drawing/2014/main" id="{E0AA03E9-D1F3-09CE-2F19-0D627F8DBBBB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528219" y="1739761"/>
            <a:ext cx="846846" cy="239326"/>
          </a:xfrm>
          <a:prstGeom prst="rect">
            <a:avLst/>
          </a:prstGeom>
        </p:spPr>
      </p:pic>
      <p:pic>
        <p:nvPicPr>
          <p:cNvPr id="577" name="图片 576">
            <a:extLst>
              <a:ext uri="{FF2B5EF4-FFF2-40B4-BE49-F238E27FC236}">
                <a16:creationId xmlns:a16="http://schemas.microsoft.com/office/drawing/2014/main" id="{27F738E8-18ED-0F49-F413-C9B620598CD8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363091" y="2024031"/>
            <a:ext cx="6152781" cy="1044232"/>
          </a:xfrm>
          <a:prstGeom prst="rect">
            <a:avLst/>
          </a:prstGeom>
        </p:spPr>
      </p:pic>
      <p:pic>
        <p:nvPicPr>
          <p:cNvPr id="578" name="图片 577">
            <a:extLst>
              <a:ext uri="{FF2B5EF4-FFF2-40B4-BE49-F238E27FC236}">
                <a16:creationId xmlns:a16="http://schemas.microsoft.com/office/drawing/2014/main" id="{975EA5F9-0285-C50C-DDA7-0CD724936F76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6962775" y="5783400"/>
            <a:ext cx="3436759" cy="750748"/>
          </a:xfrm>
          <a:prstGeom prst="rect">
            <a:avLst/>
          </a:prstGeom>
        </p:spPr>
      </p:pic>
      <p:pic>
        <p:nvPicPr>
          <p:cNvPr id="579" name="图片 578">
            <a:extLst>
              <a:ext uri="{FF2B5EF4-FFF2-40B4-BE49-F238E27FC236}">
                <a16:creationId xmlns:a16="http://schemas.microsoft.com/office/drawing/2014/main" id="{C830C56B-1368-3453-9713-C2D04F8FDAAF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2314030" y="5826321"/>
            <a:ext cx="4003480" cy="703818"/>
          </a:xfrm>
          <a:prstGeom prst="rect">
            <a:avLst/>
          </a:prstGeom>
        </p:spPr>
      </p:pic>
      <p:sp>
        <p:nvSpPr>
          <p:cNvPr id="580" name="矩形 579">
            <a:extLst>
              <a:ext uri="{FF2B5EF4-FFF2-40B4-BE49-F238E27FC236}">
                <a16:creationId xmlns:a16="http://schemas.microsoft.com/office/drawing/2014/main" id="{9E767471-55A1-0025-3893-7A2663937F2A}"/>
              </a:ext>
            </a:extLst>
          </p:cNvPr>
          <p:cNvSpPr/>
          <p:nvPr/>
        </p:nvSpPr>
        <p:spPr>
          <a:xfrm>
            <a:off x="2113591" y="4639101"/>
            <a:ext cx="413709" cy="425135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1" name="文本框 580">
            <a:extLst>
              <a:ext uri="{FF2B5EF4-FFF2-40B4-BE49-F238E27FC236}">
                <a16:creationId xmlns:a16="http://schemas.microsoft.com/office/drawing/2014/main" id="{6EFA23A4-0BB1-FEAA-45B6-C814505DD302}"/>
              </a:ext>
            </a:extLst>
          </p:cNvPr>
          <p:cNvSpPr txBox="1"/>
          <p:nvPr/>
        </p:nvSpPr>
        <p:spPr>
          <a:xfrm>
            <a:off x="2528183" y="4724488"/>
            <a:ext cx="14912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由数据集标定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1B896BF-7A79-FF15-2D50-3BE8DA8EA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14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49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" grpId="0"/>
      <p:bldP spid="427" grpId="0" animBg="1"/>
      <p:bldP spid="428" grpId="0" animBg="1"/>
      <p:bldP spid="429" grpId="0" animBg="1"/>
      <p:bldP spid="430" grpId="0" animBg="1"/>
      <p:bldP spid="442" grpId="0" animBg="1"/>
      <p:bldP spid="445" grpId="0" animBg="1"/>
      <p:bldP spid="446" grpId="0" animBg="1"/>
      <p:bldP spid="447" grpId="0" animBg="1"/>
      <p:bldP spid="526" grpId="0" animBg="1"/>
      <p:bldP spid="527" grpId="0" animBg="1"/>
      <p:bldP spid="562" grpId="0"/>
      <p:bldP spid="563" grpId="0"/>
      <p:bldP spid="564" grpId="0"/>
      <p:bldP spid="565" grpId="0"/>
      <p:bldP spid="566" grpId="0"/>
      <p:bldP spid="567" grpId="0"/>
      <p:bldP spid="568" grpId="0"/>
      <p:bldP spid="569" grpId="0"/>
      <p:bldP spid="570" grpId="0"/>
      <p:bldP spid="571" grpId="0"/>
      <p:bldP spid="572" grpId="0"/>
      <p:bldP spid="580" grpId="0" animBg="1"/>
      <p:bldP spid="5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F9916-22E9-F15C-B01F-8725F99C2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E772622C-783D-DDDF-E03C-B237E338FB6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10B9DD4-DE01-9762-79A5-75B0B3E5F96C}"/>
              </a:ext>
            </a:extLst>
          </p:cNvPr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A401BC3-EB98-1285-17C4-FA63730E6175}"/>
              </a:ext>
            </a:extLst>
          </p:cNvPr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B7B9699-A361-CD96-1DB7-F146C3CC3BF6}"/>
                </a:ext>
              </a:extLst>
            </p:cNvPr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5B0A295-F4FE-805A-4E08-1ACFDDAFF9F9}"/>
                </a:ext>
              </a:extLst>
            </p:cNvPr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998FD84-6D99-7330-E6F2-AFF331344AE4}"/>
              </a:ext>
            </a:extLst>
          </p:cNvPr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E83B12-46EC-2FAB-36C6-2EE4088422C8}"/>
              </a:ext>
            </a:extLst>
          </p:cNvPr>
          <p:cNvSpPr/>
          <p:nvPr/>
        </p:nvSpPr>
        <p:spPr>
          <a:xfrm>
            <a:off x="3088349" y="3612031"/>
            <a:ext cx="2018879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Results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5E49D8F-3852-5A08-122B-C9BCE7751C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48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6E51A-D3E9-B8DA-34BA-602898A2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9DA313F-4261-4D03-0222-71A3E3ACE034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DA6C840-30B7-88ED-7761-4F0C8D06CF59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20E14A7A-D046-7208-66C2-00FDFF520B56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3DAC628B-DD99-38D2-7C1F-2D9748D40A0C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F01CD64-6E2E-0D45-7AB7-A0482021D496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DB2F8EE9-7EBF-F967-58B1-EC7AA3691AB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4F236762-048A-95F9-97A3-6FE89C0B3278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B4DDC40B-AAD1-A3AF-63E6-4DF550C60938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BDA198EF-E2B4-54EA-949B-1ADAE78373E4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144FC68-3874-245B-CE31-A711F3197FE1}"/>
              </a:ext>
            </a:extLst>
          </p:cNvPr>
          <p:cNvSpPr txBox="1"/>
          <p:nvPr/>
        </p:nvSpPr>
        <p:spPr>
          <a:xfrm>
            <a:off x="338507" y="962120"/>
            <a:ext cx="1747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仿真场景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E9A35792-0A8A-A4F0-6D83-7CFAF5D4D174}"/>
              </a:ext>
            </a:extLst>
          </p:cNvPr>
          <p:cNvCxnSpPr/>
          <p:nvPr/>
        </p:nvCxnSpPr>
        <p:spPr>
          <a:xfrm>
            <a:off x="442856" y="1381280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F40A9020-CDC1-A64A-4111-F5ED889B7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008" y="1906098"/>
            <a:ext cx="5613861" cy="370588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9CB8630-E094-6761-F343-A3734238D2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17" y="1928101"/>
            <a:ext cx="6087072" cy="366187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C32B710-E33F-C483-57DF-75F835D802CB}"/>
              </a:ext>
            </a:extLst>
          </p:cNvPr>
          <p:cNvSpPr txBox="1"/>
          <p:nvPr/>
        </p:nvSpPr>
        <p:spPr>
          <a:xfrm>
            <a:off x="2318331" y="961407"/>
            <a:ext cx="925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广州市番禺区大学城广美路与大学城中环西路交叉口，南北双向六车道，东西双向八车道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5E332A-AC59-33FB-6A14-9389A65E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16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1127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F47E4-1306-1B59-1BB0-0DBC8329B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FCCA9F7-7B3D-5E10-BAFC-D829D2880DD3}"/>
              </a:ext>
            </a:extLst>
          </p:cNvPr>
          <p:cNvSpPr txBox="1"/>
          <p:nvPr/>
        </p:nvSpPr>
        <p:spPr>
          <a:xfrm>
            <a:off x="461222" y="955223"/>
            <a:ext cx="24189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与单层优化对比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2">
            <a:extLst>
              <a:ext uri="{FF2B5EF4-FFF2-40B4-BE49-F238E27FC236}">
                <a16:creationId xmlns:a16="http://schemas.microsoft.com/office/drawing/2014/main" id="{210B8F16-56E0-6415-C15D-A68E99B08A16}"/>
              </a:ext>
            </a:extLst>
          </p:cNvPr>
          <p:cNvCxnSpPr/>
          <p:nvPr/>
        </p:nvCxnSpPr>
        <p:spPr>
          <a:xfrm>
            <a:off x="565571" y="1443915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3B532D2-10A7-32D5-9E69-12771AA3AAE0}"/>
              </a:ext>
            </a:extLst>
          </p:cNvPr>
          <p:cNvSpPr/>
          <p:nvPr/>
        </p:nvSpPr>
        <p:spPr>
          <a:xfrm>
            <a:off x="3395256" y="948361"/>
            <a:ext cx="6053544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BC3BC8-8E02-282D-2083-D5EEB2B7210C}"/>
              </a:ext>
            </a:extLst>
          </p:cNvPr>
          <p:cNvSpPr txBox="1"/>
          <p:nvPr/>
        </p:nvSpPr>
        <p:spPr>
          <a:xfrm>
            <a:off x="3416541" y="1028812"/>
            <a:ext cx="6153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验证信号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轨迹协同优化模型对于单方面交通控制的有效性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3ECE66-EB0E-BED5-604B-EC0CF7B52885}"/>
              </a:ext>
            </a:extLst>
          </p:cNvPr>
          <p:cNvSpPr/>
          <p:nvPr/>
        </p:nvSpPr>
        <p:spPr>
          <a:xfrm>
            <a:off x="298759" y="5230559"/>
            <a:ext cx="11582594" cy="1308349"/>
          </a:xfrm>
          <a:prstGeom prst="rect">
            <a:avLst/>
          </a:prstGeom>
          <a:solidFill>
            <a:schemeClr val="accent1">
              <a:lumMod val="75000"/>
              <a:alpha val="9804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1204ED-1673-663F-19D0-50EFAE8B9D75}"/>
              </a:ext>
            </a:extLst>
          </p:cNvPr>
          <p:cNvSpPr txBox="1"/>
          <p:nvPr/>
        </p:nvSpPr>
        <p:spPr>
          <a:xfrm>
            <a:off x="370819" y="5297819"/>
            <a:ext cx="115105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协同优化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取得最低延误，总延误降幅为54.4%。信号优化已经获得主要收益；仅轨迹优化的降幅较小。这说明延误改善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主要由信号控制贡献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，轨迹优化在与信号优化结合后进一步放大收益。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排队长度更明显地体现了信号控制的主导作用。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协同优化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将平均排队从 23.4 辆降至 7.2 辆，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降幅为69.3%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说明排队消散主要受信号配时影响。</a:t>
            </a:r>
            <a:endParaRPr lang="zh-CN" altLang="en-US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7D38CDC-E5BE-0DB0-175C-DF7BA4861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0" t="8497" r="1686" b="2331"/>
          <a:stretch>
            <a:fillRect/>
          </a:stretch>
        </p:blipFill>
        <p:spPr>
          <a:xfrm>
            <a:off x="942979" y="2139849"/>
            <a:ext cx="4597094" cy="27845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8C9EB42-E3AA-CDC1-5338-8E01A27A5A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76" t="9243" r="1571" b="2728"/>
          <a:stretch>
            <a:fillRect/>
          </a:stretch>
        </p:blipFill>
        <p:spPr>
          <a:xfrm>
            <a:off x="6317511" y="2135480"/>
            <a:ext cx="4655129" cy="278888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49467F8-5106-C016-3114-7112F75EA373}"/>
              </a:ext>
            </a:extLst>
          </p:cNvPr>
          <p:cNvSpPr txBox="1"/>
          <p:nvPr/>
        </p:nvSpPr>
        <p:spPr>
          <a:xfrm>
            <a:off x="2577280" y="1685046"/>
            <a:ext cx="1328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车均延误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7B057A-FFDB-D703-CEF5-E636B077BAD5}"/>
              </a:ext>
            </a:extLst>
          </p:cNvPr>
          <p:cNvSpPr txBox="1"/>
          <p:nvPr/>
        </p:nvSpPr>
        <p:spPr>
          <a:xfrm>
            <a:off x="7980829" y="1685046"/>
            <a:ext cx="1328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排队长度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DAE22A-1DFF-9A83-6C7B-4DE57C9CE0A4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3E36B9F-5A86-E443-B8B5-C40E2655EB6C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0" name="圆角矩形 19">
              <a:extLst>
                <a:ext uri="{FF2B5EF4-FFF2-40B4-BE49-F238E27FC236}">
                  <a16:creationId xmlns:a16="http://schemas.microsoft.com/office/drawing/2014/main" id="{1CB6E142-88E0-0216-BF75-DA0EF0A532BF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5708D39F-343B-AF52-0F3B-8119AB044D2A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F68B6BF-C2E7-0EB7-73D0-C833FA5DD3AE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AF487802-95F2-D5EE-53A3-C2018FC9457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8F42D9E9-AE92-9534-1479-BC9EFB69C834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9" name="圆角矩形 4">
              <a:extLst>
                <a:ext uri="{FF2B5EF4-FFF2-40B4-BE49-F238E27FC236}">
                  <a16:creationId xmlns:a16="http://schemas.microsoft.com/office/drawing/2014/main" id="{1A664E46-F24D-3B62-988E-CECB353A8F55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B0F883F-0311-11EC-C87E-62EEDA579AF4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92C46E-A6ED-8C83-8015-F89F58D3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17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794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F44A85-F41C-F4CB-B04F-B9C508D97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3F83BDD-362F-9E65-8A9A-48F716D8D455}"/>
              </a:ext>
            </a:extLst>
          </p:cNvPr>
          <p:cNvSpPr/>
          <p:nvPr/>
        </p:nvSpPr>
        <p:spPr>
          <a:xfrm>
            <a:off x="3395256" y="948361"/>
            <a:ext cx="6053544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D7D042-B6C5-9E8F-FAA9-7C3384D5BD74}"/>
              </a:ext>
            </a:extLst>
          </p:cNvPr>
          <p:cNvSpPr txBox="1"/>
          <p:nvPr/>
        </p:nvSpPr>
        <p:spPr>
          <a:xfrm>
            <a:off x="3416541" y="1028812"/>
            <a:ext cx="6153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验证信号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轨迹协同优化模型对于单方面交通控制的有效性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7E7374-1226-4D45-7C94-CCE775DC358D}"/>
              </a:ext>
            </a:extLst>
          </p:cNvPr>
          <p:cNvSpPr/>
          <p:nvPr/>
        </p:nvSpPr>
        <p:spPr>
          <a:xfrm>
            <a:off x="268673" y="4691657"/>
            <a:ext cx="11582594" cy="1821586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1CF888-AA20-E487-C862-90062D8E471D}"/>
              </a:ext>
            </a:extLst>
          </p:cNvPr>
          <p:cNvSpPr txBox="1"/>
          <p:nvPr/>
        </p:nvSpPr>
        <p:spPr>
          <a:xfrm>
            <a:off x="340733" y="4758917"/>
            <a:ext cx="11510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HDV油耗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通过信号对交通流的优化，以及对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的精细轨迹调控，可以让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的轨迹被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间接优化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，更加平滑，避免急加减速造成多余燃油损耗。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 电耗在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协同优化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下最低，由无优化的 8.02 kWh 降至 6.02 kWh，降幅为 24.9%。仅轨迹优化的节能效果强于仅信号优化，说明 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 电耗对速度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曲线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的平滑程度更敏感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erk 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体现了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驾驶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舒适性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。仅信号优化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jerk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提高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，而仅轨迹优化将其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3.70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降至 3.13。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而协同优化近达到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3.31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，说明对交通流整体调控可能会一定程度上牺牲单车的驾驶舒适度，但是在效率和能耗前这是可以接受的。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8F8A1C-CF2B-B344-9EB0-32447CCCACA2}"/>
              </a:ext>
            </a:extLst>
          </p:cNvPr>
          <p:cNvSpPr txBox="1"/>
          <p:nvPr/>
        </p:nvSpPr>
        <p:spPr>
          <a:xfrm>
            <a:off x="1227286" y="1786488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油耗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FF83F9-418B-DFFB-8A09-1ED029FE7C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2" t="8497" r="1188" b="1642"/>
          <a:stretch>
            <a:fillRect/>
          </a:stretch>
        </p:blipFill>
        <p:spPr>
          <a:xfrm>
            <a:off x="159866" y="2262070"/>
            <a:ext cx="3978445" cy="217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594F9CC-D7FB-65D2-B92D-199BC53C9D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9" t="9283" r="1652" b="3042"/>
          <a:stretch>
            <a:fillRect/>
          </a:stretch>
        </p:blipFill>
        <p:spPr>
          <a:xfrm>
            <a:off x="4308807" y="2262070"/>
            <a:ext cx="3782946" cy="217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F488D84-2526-92BB-D633-C32954B7CA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38" t="9389" r="1567" b="2584"/>
          <a:stretch>
            <a:fillRect/>
          </a:stretch>
        </p:blipFill>
        <p:spPr>
          <a:xfrm>
            <a:off x="8237138" y="2262070"/>
            <a:ext cx="3872801" cy="217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1009355-F1F1-7151-A1BB-90C4893B33AD}"/>
              </a:ext>
            </a:extLst>
          </p:cNvPr>
          <p:cNvSpPr txBox="1"/>
          <p:nvPr/>
        </p:nvSpPr>
        <p:spPr>
          <a:xfrm>
            <a:off x="5168254" y="1786488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CAV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电耗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F7E5E6-84D6-EE75-5E0D-DA534BFB6D4E}"/>
              </a:ext>
            </a:extLst>
          </p:cNvPr>
          <p:cNvSpPr txBox="1"/>
          <p:nvPr/>
        </p:nvSpPr>
        <p:spPr>
          <a:xfrm>
            <a:off x="9251736" y="1786488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Jerk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6C96E0-4017-FCB8-B4BA-6223C09B9F37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E8DF19E-AB57-8695-C5CE-FA4FBBFF2DB2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0" name="圆角矩形 19">
              <a:extLst>
                <a:ext uri="{FF2B5EF4-FFF2-40B4-BE49-F238E27FC236}">
                  <a16:creationId xmlns:a16="http://schemas.microsoft.com/office/drawing/2014/main" id="{A2DBE50B-FFA1-41A6-C114-0E513095C1C6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圆角矩形 26">
              <a:extLst>
                <a:ext uri="{FF2B5EF4-FFF2-40B4-BE49-F238E27FC236}">
                  <a16:creationId xmlns:a16="http://schemas.microsoft.com/office/drawing/2014/main" id="{4C0FD320-0CA1-2D7A-1515-B464D73BADBD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C4CF169-A2DD-5B10-0E7C-EBADC4AAB6AE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09D52DB9-57DE-ECE9-D404-245F671C289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34B26DA0-C09F-D3B9-9C12-D257D3E5227F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727699C5-A934-E4BA-90E7-0C9B0B1F681E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EA70528-4C06-C9DA-934E-FF553815CB0F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F5CFE1E9-9A90-F362-71EE-A6EC71172669}"/>
              </a:ext>
            </a:extLst>
          </p:cNvPr>
          <p:cNvSpPr txBox="1"/>
          <p:nvPr/>
        </p:nvSpPr>
        <p:spPr>
          <a:xfrm>
            <a:off x="461222" y="955223"/>
            <a:ext cx="24189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与单层优化对比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22">
            <a:extLst>
              <a:ext uri="{FF2B5EF4-FFF2-40B4-BE49-F238E27FC236}">
                <a16:creationId xmlns:a16="http://schemas.microsoft.com/office/drawing/2014/main" id="{7EE65D59-6F20-5951-1FE8-1FEC45E1740F}"/>
              </a:ext>
            </a:extLst>
          </p:cNvPr>
          <p:cNvCxnSpPr/>
          <p:nvPr/>
        </p:nvCxnSpPr>
        <p:spPr>
          <a:xfrm>
            <a:off x="565571" y="1443915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CC84A8-F34F-F82D-2F50-082E8BA44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18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960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2C8FA-06E2-60AE-0753-16FEE2F6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83013EC-6110-1313-6D5B-76CD5B9A0B32}"/>
              </a:ext>
            </a:extLst>
          </p:cNvPr>
          <p:cNvSpPr txBox="1"/>
          <p:nvPr/>
        </p:nvSpPr>
        <p:spPr>
          <a:xfrm>
            <a:off x="461222" y="955223"/>
            <a:ext cx="3350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交通量、渗透率变化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2">
            <a:extLst>
              <a:ext uri="{FF2B5EF4-FFF2-40B4-BE49-F238E27FC236}">
                <a16:creationId xmlns:a16="http://schemas.microsoft.com/office/drawing/2014/main" id="{D1D742EE-7EBD-6B17-9833-8EF471A9FAC3}"/>
              </a:ext>
            </a:extLst>
          </p:cNvPr>
          <p:cNvCxnSpPr/>
          <p:nvPr/>
        </p:nvCxnSpPr>
        <p:spPr>
          <a:xfrm>
            <a:off x="565571" y="1443915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A10E08C-0E00-764D-07A6-2DD1BAA94BBC}"/>
              </a:ext>
            </a:extLst>
          </p:cNvPr>
          <p:cNvSpPr/>
          <p:nvPr/>
        </p:nvSpPr>
        <p:spPr>
          <a:xfrm>
            <a:off x="4102353" y="948361"/>
            <a:ext cx="6997682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F94D51-EF57-A344-DA96-1E4689985869}"/>
              </a:ext>
            </a:extLst>
          </p:cNvPr>
          <p:cNvSpPr txBox="1"/>
          <p:nvPr/>
        </p:nvSpPr>
        <p:spPr>
          <a:xfrm>
            <a:off x="4123638" y="1028812"/>
            <a:ext cx="707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验证模型在不同交通需求、不同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渗透率下的优化表现以及鲁棒性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5F7EF8-6DC6-3945-9E7F-9639C3CF82D8}"/>
              </a:ext>
            </a:extLst>
          </p:cNvPr>
          <p:cNvSpPr/>
          <p:nvPr/>
        </p:nvSpPr>
        <p:spPr>
          <a:xfrm>
            <a:off x="268673" y="4691657"/>
            <a:ext cx="11582594" cy="1821586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6A9CDB-139E-BA79-FBE7-934565C17C0A}"/>
              </a:ext>
            </a:extLst>
          </p:cNvPr>
          <p:cNvSpPr txBox="1"/>
          <p:nvPr/>
        </p:nvSpPr>
        <p:spPr>
          <a:xfrm>
            <a:off x="340733" y="4758917"/>
            <a:ext cx="11510534" cy="1777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延误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与排队长度代表交通流整体表现，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总体随交通量升高而增大，并随 CAV 渗透率提高而降低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。在四个交通量水平上，从 0% 提高到 100% CAV 渗透率平均降低延误 19.2%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，减少排队长度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12.6%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并且协同优化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的延误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和排队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收益会随着 CAV 比例增加而更加明显。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 jerk 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随交通量升高而增加，但从 25% 提高到 100% 渗透率时总体下降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，平均降幅为 8.1%。最大 jerk 为 4.79，出现在 4200 veh/h、25% 渗透率；最低值为 3.86。这说明低 CAV 渗透率下的混行交互更容易造成 CAV 响应不规则，而高渗透率有利于形成更平滑的集成控制行驶。</a:t>
            </a:r>
            <a:endParaRPr lang="zh-CN" altLang="en-US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09C49C-5791-AD42-7C2E-E2B94B60CD03}"/>
              </a:ext>
            </a:extLst>
          </p:cNvPr>
          <p:cNvSpPr txBox="1"/>
          <p:nvPr/>
        </p:nvSpPr>
        <p:spPr>
          <a:xfrm>
            <a:off x="1359351" y="1701949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车均延误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2621E14-5E41-7727-3EC7-C5204940AEFE}"/>
              </a:ext>
            </a:extLst>
          </p:cNvPr>
          <p:cNvSpPr txBox="1"/>
          <p:nvPr/>
        </p:nvSpPr>
        <p:spPr>
          <a:xfrm>
            <a:off x="5442133" y="1701949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排队长度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E904FCE-4598-C7B9-7291-B150BC37EF38}"/>
              </a:ext>
            </a:extLst>
          </p:cNvPr>
          <p:cNvSpPr txBox="1"/>
          <p:nvPr/>
        </p:nvSpPr>
        <p:spPr>
          <a:xfrm>
            <a:off x="9142998" y="1701949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Jerk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9FDE290-FD05-1E2A-F460-BC86A9A8D4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8" t="8039" r="1004" b="2040"/>
          <a:stretch>
            <a:fillRect/>
          </a:stretch>
        </p:blipFill>
        <p:spPr>
          <a:xfrm>
            <a:off x="522251" y="2186598"/>
            <a:ext cx="3517805" cy="2286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C020791-34E4-EF3A-AE62-0A17BA5F68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22" t="7566" r="1503" b="2308"/>
          <a:stretch>
            <a:fillRect/>
          </a:stretch>
        </p:blipFill>
        <p:spPr>
          <a:xfrm>
            <a:off x="4625414" y="2186598"/>
            <a:ext cx="3477042" cy="2286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0CD57EB-6873-D295-B12D-12AD484866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16" t="7800" r="2611" b="9499"/>
          <a:stretch>
            <a:fillRect/>
          </a:stretch>
        </p:blipFill>
        <p:spPr>
          <a:xfrm>
            <a:off x="8687814" y="2186598"/>
            <a:ext cx="2753973" cy="2286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91B39AF-6095-17D3-2275-1E8C5476735E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DB0DFD5-8DAD-8430-34DC-36B0777F1D01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0" name="圆角矩形 19">
              <a:extLst>
                <a:ext uri="{FF2B5EF4-FFF2-40B4-BE49-F238E27FC236}">
                  <a16:creationId xmlns:a16="http://schemas.microsoft.com/office/drawing/2014/main" id="{C454D3D8-C1D4-97EB-310E-BECA6638D78F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圆角矩形 26">
              <a:extLst>
                <a:ext uri="{FF2B5EF4-FFF2-40B4-BE49-F238E27FC236}">
                  <a16:creationId xmlns:a16="http://schemas.microsoft.com/office/drawing/2014/main" id="{2C10EFEC-A18A-6254-AF45-184EC8BEB06C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688F613-E0D9-163E-ABED-8E15A5148EAA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8D833D82-E715-0491-22C2-3249CEED500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1E06732F-022C-88F9-8491-82107B496C0A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5A6429A5-D002-AD0D-117E-84CFB61F8250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01148C22-D8B2-D789-4535-5C64F2D4A31E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E5BF7A-F79F-00CF-8090-F49F027B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19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953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D385A-FD33-9DB4-0113-F45E109A8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1AA8C36-24A5-A516-6D83-A4BE7B842552}"/>
              </a:ext>
            </a:extLst>
          </p:cNvPr>
          <p:cNvSpPr/>
          <p:nvPr/>
        </p:nvSpPr>
        <p:spPr>
          <a:xfrm>
            <a:off x="268673" y="4691657"/>
            <a:ext cx="11582594" cy="1821586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C652B8-4E4A-5CE9-DCAA-2148226A3ACD}"/>
              </a:ext>
            </a:extLst>
          </p:cNvPr>
          <p:cNvSpPr txBox="1"/>
          <p:nvPr/>
        </p:nvSpPr>
        <p:spPr>
          <a:xfrm>
            <a:off x="340733" y="4758917"/>
            <a:ext cx="11510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 油耗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随交通量增加而上升，并在较高 CAV 渗透率下出现温和下降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油耗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改善幅度相对有限，说明 HDV 油耗收益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主要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取决于 CAV 诱导的交通流平滑效应。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电耗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总体随交通量增加而升高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。在同一交通量下，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由于轨迹优化的主要目标是降低能耗，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提高 CAV 渗透率通常会降低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 电耗；从 25% 提高到 100% 渗透率，平均降幅为 8.9%。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计算时间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渗透率达到 </a:t>
            </a:r>
            <a:r>
              <a:rPr lang="en-US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75%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之前呈上升趋势，而从</a:t>
            </a:r>
            <a:r>
              <a:rPr lang="en-US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75%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100%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期间则呈下降趋势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，这主要是由于在极高渗透率下，绝大部分车辆可以被精细控制，减少了一些长尾场景的出现，从而提高了优化问题的求解率。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42F2B0-8826-66A8-B73F-C2EFCEAD4DED}"/>
              </a:ext>
            </a:extLst>
          </p:cNvPr>
          <p:cNvSpPr txBox="1"/>
          <p:nvPr/>
        </p:nvSpPr>
        <p:spPr>
          <a:xfrm>
            <a:off x="1237987" y="1701949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油耗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2698046-5C84-705D-189B-2BDD896938BD}"/>
              </a:ext>
            </a:extLst>
          </p:cNvPr>
          <p:cNvSpPr txBox="1"/>
          <p:nvPr/>
        </p:nvSpPr>
        <p:spPr>
          <a:xfrm>
            <a:off x="5370591" y="1701949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CAV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电耗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0F010B-83C8-2606-B9C3-B09A75AABD71}"/>
              </a:ext>
            </a:extLst>
          </p:cNvPr>
          <p:cNvSpPr txBox="1"/>
          <p:nvPr/>
        </p:nvSpPr>
        <p:spPr>
          <a:xfrm>
            <a:off x="9344285" y="1701949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计算时间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FBEE123-C44E-B7C6-0248-BC26097D5A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2" t="8540" r="1168" b="2368"/>
          <a:stretch>
            <a:fillRect/>
          </a:stretch>
        </p:blipFill>
        <p:spPr>
          <a:xfrm>
            <a:off x="4351998" y="2190844"/>
            <a:ext cx="3880790" cy="2286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35968C2-A81C-63C0-906D-6DABAF11C5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5" t="8211" r="3269" b="2253"/>
          <a:stretch>
            <a:fillRect/>
          </a:stretch>
        </p:blipFill>
        <p:spPr>
          <a:xfrm>
            <a:off x="268673" y="2190844"/>
            <a:ext cx="3782233" cy="2286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667027C-6220-F9A6-560C-C63D235C0B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15" t="22122" r="1649" b="5063"/>
          <a:stretch>
            <a:fillRect/>
          </a:stretch>
        </p:blipFill>
        <p:spPr>
          <a:xfrm>
            <a:off x="8533880" y="2190844"/>
            <a:ext cx="3464415" cy="2286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9000C24-ADBF-0B2B-FB95-F98BFD3A38E6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D483898-EB4A-0595-F9D8-6AAC5727DB47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FF93F6FC-1730-6554-8336-DA2A80F7117C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D150ED22-2599-76D9-3E6F-F0B08AB86C0E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894EDDD-8BB2-B2CE-697F-55AFEACFDA79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D840CC2C-54DC-C6DD-8DB6-6DA0195D14D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DD1CA42F-5EBE-B28E-42ED-6B4163ADF3BA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2237E478-49CC-F86F-7091-308E76319EF7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408F90D-EFAC-6DA2-963D-ABCACE100AEA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A1EA8600-4CA7-CA93-3FED-1381A938DE35}"/>
              </a:ext>
            </a:extLst>
          </p:cNvPr>
          <p:cNvSpPr txBox="1"/>
          <p:nvPr/>
        </p:nvSpPr>
        <p:spPr>
          <a:xfrm>
            <a:off x="461222" y="955223"/>
            <a:ext cx="3350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交通量、渗透率变化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8F1ED8DD-A605-C6BA-212F-4A3714421652}"/>
              </a:ext>
            </a:extLst>
          </p:cNvPr>
          <p:cNvCxnSpPr/>
          <p:nvPr/>
        </p:nvCxnSpPr>
        <p:spPr>
          <a:xfrm>
            <a:off x="565571" y="1443915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EA73CF35-0146-0068-1716-2B2F65088B8C}"/>
              </a:ext>
            </a:extLst>
          </p:cNvPr>
          <p:cNvSpPr/>
          <p:nvPr/>
        </p:nvSpPr>
        <p:spPr>
          <a:xfrm>
            <a:off x="4102353" y="948361"/>
            <a:ext cx="6997682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3F9CC18-0462-0D70-D5AF-EFCE81E33F39}"/>
              </a:ext>
            </a:extLst>
          </p:cNvPr>
          <p:cNvSpPr txBox="1"/>
          <p:nvPr/>
        </p:nvSpPr>
        <p:spPr>
          <a:xfrm>
            <a:off x="4123638" y="1028812"/>
            <a:ext cx="707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验证模型在不同交通需求、不同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渗透率下的优化表现以及鲁棒性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7478FC-CDEA-0440-8EEF-958FBF859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20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8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D5F47-412B-AF0E-0257-1980D75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85E99F6-C421-38B1-0D4A-6C283D8403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33" y="1404375"/>
            <a:ext cx="6249253" cy="541416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3BCDC3F-B0EB-16DB-256D-3A223665F6CA}"/>
              </a:ext>
            </a:extLst>
          </p:cNvPr>
          <p:cNvSpPr/>
          <p:nvPr/>
        </p:nvSpPr>
        <p:spPr>
          <a:xfrm>
            <a:off x="6780503" y="2574976"/>
            <a:ext cx="5070764" cy="2699154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52BB06-8AF9-D9B4-269D-90A33619C619}"/>
              </a:ext>
            </a:extLst>
          </p:cNvPr>
          <p:cNvSpPr txBox="1"/>
          <p:nvPr/>
        </p:nvSpPr>
        <p:spPr>
          <a:xfrm>
            <a:off x="6780503" y="2642236"/>
            <a:ext cx="50707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协同优化能够有效改善停车线附近的微观交通运行状态，主要体现为排队积聚减少、低速滞留减弱以及启停行为下降。在无优化场景下，车辆在红灯期间存在明显等待，且排队现象较为突出。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引入协同优化后，即使单纯的信号优化已经能够在一定程度上降低延误。随着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CAV 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渗透率提高，低速红色轨迹段和停车线前的明显停车现象逐步减少。</a:t>
            </a:r>
            <a:endParaRPr lang="zh-CN" altLang="en-US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19D950-3EC0-4CB5-7EB6-ED6E767868DD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D8EF852-BBBE-B90F-6CA8-57F945A8D821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B62B3F11-2FF1-8265-E6D1-707D898BD0F2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347ED7C4-9DF9-4126-BE37-CEFD1A6E7605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C83D8A2-FC75-13C3-47F9-FB67622265DF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92092176-0FBB-5C19-69BA-97AA49296A9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5B2AFB97-F0C4-5BF6-7202-7E13CC2BAA53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1977E789-D31D-1A95-2465-876ABC5D1D7F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FE9F857-AB2B-DEBA-AE94-E9409A7F37E1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43DCF18B-79D5-C57C-1BE6-13F43BF40B8A}"/>
              </a:ext>
            </a:extLst>
          </p:cNvPr>
          <p:cNvSpPr txBox="1"/>
          <p:nvPr/>
        </p:nvSpPr>
        <p:spPr>
          <a:xfrm>
            <a:off x="461222" y="786541"/>
            <a:ext cx="27997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时空图可视化分析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CF552AAF-4468-B2AE-BFF0-16ECEAE7B2AD}"/>
              </a:ext>
            </a:extLst>
          </p:cNvPr>
          <p:cNvCxnSpPr/>
          <p:nvPr/>
        </p:nvCxnSpPr>
        <p:spPr>
          <a:xfrm>
            <a:off x="565571" y="1275233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DCCCAEA9-F122-E3EA-E83E-8962A243C9B7}"/>
              </a:ext>
            </a:extLst>
          </p:cNvPr>
          <p:cNvSpPr/>
          <p:nvPr/>
        </p:nvSpPr>
        <p:spPr>
          <a:xfrm>
            <a:off x="3787387" y="779679"/>
            <a:ext cx="7748914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780E522-09B2-FB1E-139F-92860FA8EB17}"/>
              </a:ext>
            </a:extLst>
          </p:cNvPr>
          <p:cNvSpPr txBox="1"/>
          <p:nvPr/>
        </p:nvSpPr>
        <p:spPr>
          <a:xfrm>
            <a:off x="3808672" y="860130"/>
            <a:ext cx="7817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展示数个信号周期内车辆轨迹时空图，包括信号配时方案以及车辆启停现象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65EA1BE-B9A9-6C4A-C989-16E9B2DC9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21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909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50D081-8589-B7E7-3DFA-7F566AF6C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847D4C6-598A-5128-E51B-2BDD1892E56F}"/>
              </a:ext>
            </a:extLst>
          </p:cNvPr>
          <p:cNvSpPr/>
          <p:nvPr/>
        </p:nvSpPr>
        <p:spPr>
          <a:xfrm>
            <a:off x="268673" y="5289777"/>
            <a:ext cx="11582594" cy="1320324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0823DB-9652-210F-C6D6-6418E65B9422}"/>
              </a:ext>
            </a:extLst>
          </p:cNvPr>
          <p:cNvSpPr txBox="1"/>
          <p:nvPr/>
        </p:nvSpPr>
        <p:spPr>
          <a:xfrm>
            <a:off x="340733" y="5357037"/>
            <a:ext cx="115105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考虑置信度后在效率方面有所下降，因为取消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的跟驰假设后，系统在优化的时候要考虑增大的期望车头时距以及随机位置分布。信号和轨迹层都不再默认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会作出完全理想的回应。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能耗方面均有所下降，加入置信度后会预测更大的跟驰时距，使得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能采用更为平滑的轨迹控制，降低正向牵引功率需求。同时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油耗会通过跟驰平顺的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运动而间接受益。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Jerk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在一定程度上也有所改善。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E667264-3BA7-E2B4-31DE-AE402D2E9BF5}"/>
              </a:ext>
            </a:extLst>
          </p:cNvPr>
          <p:cNvSpPr txBox="1"/>
          <p:nvPr/>
        </p:nvSpPr>
        <p:spPr>
          <a:xfrm>
            <a:off x="1215442" y="1651428"/>
            <a:ext cx="2081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车均延误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C9D401-FEFF-AD0E-FC25-A4C853EBA0F4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021BA4D-FC05-4C77-4CF4-7239EE56A757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2B0A5582-34D5-A449-E386-08D6B6174FFD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FA0587A8-DD6A-91F4-C481-1B901905D346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6CC2845-9860-C6BF-C8AB-C7DD5F58F888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FA720C07-C809-88F8-CDE8-156E7419206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6B3B7265-8F28-C5F8-01CC-43995569E3E2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5D408F75-5D08-8E08-009C-04FBE5E7D68A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0469A4A-42DB-DE51-494D-E73B1BCDE6FA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2959D05A-B2F4-BE16-A42B-CEC3C0E85151}"/>
              </a:ext>
            </a:extLst>
          </p:cNvPr>
          <p:cNvSpPr txBox="1"/>
          <p:nvPr/>
        </p:nvSpPr>
        <p:spPr>
          <a:xfrm>
            <a:off x="461222" y="757782"/>
            <a:ext cx="3589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置信度对协同优化的影响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F1CC7D1B-E4BB-D3B5-8745-542E90D2AAB0}"/>
              </a:ext>
            </a:extLst>
          </p:cNvPr>
          <p:cNvCxnSpPr/>
          <p:nvPr/>
        </p:nvCxnSpPr>
        <p:spPr>
          <a:xfrm>
            <a:off x="565571" y="124647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249E41C5-9078-743E-5F4F-48A8FF223CC9}"/>
              </a:ext>
            </a:extLst>
          </p:cNvPr>
          <p:cNvSpPr/>
          <p:nvPr/>
        </p:nvSpPr>
        <p:spPr>
          <a:xfrm>
            <a:off x="4556584" y="750920"/>
            <a:ext cx="6610018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FFDDCC1-0561-3E1E-945A-0BC60C5AD526}"/>
              </a:ext>
            </a:extLst>
          </p:cNvPr>
          <p:cNvSpPr txBox="1"/>
          <p:nvPr/>
        </p:nvSpPr>
        <p:spPr>
          <a:xfrm>
            <a:off x="4577870" y="831371"/>
            <a:ext cx="661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对比有无置信度的协同优化结果，探究置信度对结果的深层影响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CA287DE-2032-E2DA-F3B7-C818A9D912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7" t="13528" r="4408" b="1141"/>
          <a:stretch>
            <a:fillRect/>
          </a:stretch>
        </p:blipFill>
        <p:spPr>
          <a:xfrm>
            <a:off x="8585660" y="2143100"/>
            <a:ext cx="3000726" cy="2606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14D92E48-4AD2-184A-93EA-B70EEC9B61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0" t="12246" r="4618" b="4851"/>
          <a:stretch>
            <a:fillRect/>
          </a:stretch>
        </p:blipFill>
        <p:spPr>
          <a:xfrm>
            <a:off x="4620638" y="2143100"/>
            <a:ext cx="3240955" cy="2606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315F8E06-9CD8-BD7A-8BB3-19AA692259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5" t="14567" r="3682" b="1851"/>
          <a:stretch>
            <a:fillRect/>
          </a:stretch>
        </p:blipFill>
        <p:spPr>
          <a:xfrm>
            <a:off x="621385" y="2145419"/>
            <a:ext cx="3275186" cy="2606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246BE375-A2FD-B57F-FC8A-A485F6324DD3}"/>
              </a:ext>
            </a:extLst>
          </p:cNvPr>
          <p:cNvSpPr txBox="1"/>
          <p:nvPr/>
        </p:nvSpPr>
        <p:spPr>
          <a:xfrm>
            <a:off x="5200493" y="1651428"/>
            <a:ext cx="2081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排队长度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E517570-1AAF-3F9C-EBEA-7C60FFAF76B9}"/>
              </a:ext>
            </a:extLst>
          </p:cNvPr>
          <p:cNvSpPr txBox="1"/>
          <p:nvPr/>
        </p:nvSpPr>
        <p:spPr>
          <a:xfrm>
            <a:off x="9045401" y="1651428"/>
            <a:ext cx="2081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Jerk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FFF03A2-8BC1-C7FB-920B-FE2F3299B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22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031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4A725-6515-9113-D70B-2A9C74838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469543E-9B71-7284-1F13-948ACA150668}"/>
              </a:ext>
            </a:extLst>
          </p:cNvPr>
          <p:cNvSpPr/>
          <p:nvPr/>
        </p:nvSpPr>
        <p:spPr>
          <a:xfrm>
            <a:off x="268673" y="5289777"/>
            <a:ext cx="11582594" cy="1320324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1572BC-AE21-0C2E-AD28-71F1744BB7F4}"/>
              </a:ext>
            </a:extLst>
          </p:cNvPr>
          <p:cNvSpPr txBox="1"/>
          <p:nvPr/>
        </p:nvSpPr>
        <p:spPr>
          <a:xfrm>
            <a:off x="340733" y="5357037"/>
            <a:ext cx="115105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考虑置信度后在效率方面有所下降，因为取消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的跟驰假设后，系统在优化的时候要考虑增大的期望车头时距以及随机位置分布。为了降低潜在的安全风险，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控制器会采取更为保守一些的轨迹。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能耗方面均有所下降，加入置信度后会预测更大的跟驰时距，使得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能采用更为平滑的轨迹控制，降低正向牵引功率需求。同时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油耗会通过跟驰平顺的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运动而间接受益。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Jerk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在一定程度上也有所改善。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587F50-8214-97D8-75D5-91B150BFEC2A}"/>
              </a:ext>
            </a:extLst>
          </p:cNvPr>
          <p:cNvSpPr txBox="1"/>
          <p:nvPr/>
        </p:nvSpPr>
        <p:spPr>
          <a:xfrm>
            <a:off x="5138168" y="1479781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车辆能耗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080C9A-4BE2-4AF0-7BFB-4E971B19ED97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3F8C0BA-898E-9630-9D18-9571C003F45A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C2F0FFAB-5080-5ECF-1E3C-0D1C031EC642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F131AE4F-B710-39BB-3868-FD765104432F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936C267-196A-999C-E082-180DA5578023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96550754-822E-5EE9-89F3-BC0600D5A56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E18FDD84-3BC7-E106-089C-4F4E822AB71A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FFF3B60D-E00F-B3F5-EFA1-45FF34FE7FCE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01CD41C3-589F-5E75-B3F8-7824D78F47D3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B1D22199-21C1-395D-93E4-F605A875B512}"/>
              </a:ext>
            </a:extLst>
          </p:cNvPr>
          <p:cNvSpPr txBox="1"/>
          <p:nvPr/>
        </p:nvSpPr>
        <p:spPr>
          <a:xfrm>
            <a:off x="461222" y="757782"/>
            <a:ext cx="3589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置信度对协同优化的影响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59F054B6-8C12-9FE2-3D71-81ECB60794E0}"/>
              </a:ext>
            </a:extLst>
          </p:cNvPr>
          <p:cNvCxnSpPr/>
          <p:nvPr/>
        </p:nvCxnSpPr>
        <p:spPr>
          <a:xfrm>
            <a:off x="565571" y="124647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6FE7203F-1071-30C7-8EF7-C64904854E82}"/>
              </a:ext>
            </a:extLst>
          </p:cNvPr>
          <p:cNvSpPr/>
          <p:nvPr/>
        </p:nvSpPr>
        <p:spPr>
          <a:xfrm>
            <a:off x="4556584" y="750920"/>
            <a:ext cx="6610018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8CD4900-8AEF-3F28-1D42-FDAF0B80A560}"/>
              </a:ext>
            </a:extLst>
          </p:cNvPr>
          <p:cNvSpPr txBox="1"/>
          <p:nvPr/>
        </p:nvSpPr>
        <p:spPr>
          <a:xfrm>
            <a:off x="4577870" y="831371"/>
            <a:ext cx="661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对比有无置信度的协同优化结果，探究置信度对结果的深层影响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C4EBC97-D465-9266-3D3D-6D610FB143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32" b="1656"/>
          <a:stretch>
            <a:fillRect/>
          </a:stretch>
        </p:blipFill>
        <p:spPr>
          <a:xfrm>
            <a:off x="2070467" y="2011962"/>
            <a:ext cx="8051065" cy="30254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DAF24F-22BD-44CC-787F-0673506B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23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227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582145-893A-F0D0-4AD8-094D7AE0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44D2B47-D7E0-64BD-4CDD-8382DC34E287}"/>
              </a:ext>
            </a:extLst>
          </p:cNvPr>
          <p:cNvSpPr/>
          <p:nvPr/>
        </p:nvSpPr>
        <p:spPr>
          <a:xfrm>
            <a:off x="268673" y="5411344"/>
            <a:ext cx="11729622" cy="1072875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986359-B7CB-902F-7856-58B1E3F2FC93}"/>
              </a:ext>
            </a:extLst>
          </p:cNvPr>
          <p:cNvSpPr txBox="1"/>
          <p:nvPr/>
        </p:nvSpPr>
        <p:spPr>
          <a:xfrm>
            <a:off x="340733" y="5478603"/>
            <a:ext cx="11510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与仅考虑随机扰动而不引入置信度优化的方法相比，所提出的置信度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协同优化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将平均延误改善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12.0%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并且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5%TTC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增大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15.2%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。因此，该结果表明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如果只考虑置信度的扰动，会对原方法的效率和安全方面都产生负面影响。因此不仅要考虑实际的置信度，更要将其融入优化框架中。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C6D3D8-0E0D-C1F6-3946-7AF2EE685A14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2A2DFFF-FF0B-A1A3-A7B1-FDA15A3AA55A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BD3FA991-F96C-F772-F2B8-2CA2D4F92AF3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49B426A2-A310-B10C-4C1E-459291F98505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050AE57-4EB0-2812-FB5C-3428B299E7CB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CFAABFE5-093A-9325-F3AB-42AA1C47CDB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B6C308CD-24E9-E64C-DE13-E3361CD08150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E12827B2-5894-7D03-5283-6A795A359B19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EA7C20A-98DB-EDBD-254E-512E2D75BC83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FC91A9CA-E38A-9308-B70D-A91B345D753B}"/>
              </a:ext>
            </a:extLst>
          </p:cNvPr>
          <p:cNvSpPr txBox="1"/>
          <p:nvPr/>
        </p:nvSpPr>
        <p:spPr>
          <a:xfrm>
            <a:off x="461222" y="757782"/>
            <a:ext cx="3977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置信度融入优化框架的影响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5ED9E40A-3C07-D4EA-A764-B7C8BDCEAB5B}"/>
              </a:ext>
            </a:extLst>
          </p:cNvPr>
          <p:cNvCxnSpPr/>
          <p:nvPr/>
        </p:nvCxnSpPr>
        <p:spPr>
          <a:xfrm>
            <a:off x="565571" y="124647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7776F3B6-6970-BB6E-0F1B-E3105B3E5816}"/>
              </a:ext>
            </a:extLst>
          </p:cNvPr>
          <p:cNvSpPr/>
          <p:nvPr/>
        </p:nvSpPr>
        <p:spPr>
          <a:xfrm>
            <a:off x="4985384" y="750920"/>
            <a:ext cx="5596409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EDB08E5-94D4-19F8-B335-2EC2C177A822}"/>
              </a:ext>
            </a:extLst>
          </p:cNvPr>
          <p:cNvSpPr txBox="1"/>
          <p:nvPr/>
        </p:nvSpPr>
        <p:spPr>
          <a:xfrm>
            <a:off x="5006670" y="831371"/>
            <a:ext cx="5575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只考虑置信度扰动，但并不加入轨迹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信号优化方法中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E8E810A-693A-4420-A1EA-801D0E6D6E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" t="2078" b="2315"/>
          <a:stretch>
            <a:fillRect/>
          </a:stretch>
        </p:blipFill>
        <p:spPr>
          <a:xfrm>
            <a:off x="3448510" y="1453446"/>
            <a:ext cx="5294980" cy="370515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F44D7F-A6E3-6DBE-B47D-66FC39246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24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046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DF8254-5202-01C3-42E5-510F5E6EA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E9E4E2F-E7D8-BC3B-C670-0F0B74177D77}"/>
              </a:ext>
            </a:extLst>
          </p:cNvPr>
          <p:cNvSpPr/>
          <p:nvPr/>
        </p:nvSpPr>
        <p:spPr>
          <a:xfrm>
            <a:off x="268673" y="5411344"/>
            <a:ext cx="11729622" cy="1072875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A52CE9-307E-4220-123A-A7B9EA9741E5}"/>
              </a:ext>
            </a:extLst>
          </p:cNvPr>
          <p:cNvSpPr txBox="1"/>
          <p:nvPr/>
        </p:nvSpPr>
        <p:spPr>
          <a:xfrm>
            <a:off x="340733" y="5499623"/>
            <a:ext cx="11510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增大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能耗权重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可持续降低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实际电耗，但延误代价逐步加快，且在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jerk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指标上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也在逐渐变差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但是在默认权重</a:t>
            </a:r>
            <a:r>
              <a:rPr lang="en-US" altLang="zh-CN" dirty="0" err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w_energy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 2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之后对能耗的改善有限，但是效率方面快速降低。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因此，</a:t>
            </a:r>
            <a:r>
              <a:rPr lang="en-US" altLang="zh-CN" dirty="0" err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w_energy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=8 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接近能耗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效率折中曲线的拐点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它已获得大部分节能收益，而更高权重的边际节能幅度减小、延误代价明显加速。 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70A1DC-3D75-0D3D-E198-E7A34ADD5341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3A16D0E-C8A0-B517-6B77-05F8C38D05D3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8B5C79D2-BB24-D85D-5F30-F1654D923CD7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C3A423D4-DBB2-FAA4-9910-469207FF57D8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433F8BA-2D67-0B2F-AB06-C8F1E22BA0D3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5C61BC9B-DF15-64BB-B124-86AA4FD0EE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6B34E116-6DB3-6C3E-345C-959D09962F87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A147C797-459E-DB7C-DC8D-A8A9948D0FF8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27772A3-8D35-74BD-EDAF-03079E938C4D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7078CE3A-ECC8-5D09-E171-4FBCAD703650}"/>
              </a:ext>
            </a:extLst>
          </p:cNvPr>
          <p:cNvSpPr txBox="1"/>
          <p:nvPr/>
        </p:nvSpPr>
        <p:spPr>
          <a:xfrm>
            <a:off x="461222" y="757782"/>
            <a:ext cx="3977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敏感性分析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2A255436-4C3F-4BE4-B724-2BCF0B09A260}"/>
              </a:ext>
            </a:extLst>
          </p:cNvPr>
          <p:cNvCxnSpPr/>
          <p:nvPr/>
        </p:nvCxnSpPr>
        <p:spPr>
          <a:xfrm>
            <a:off x="565571" y="124647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8530DCE9-3718-B834-16C0-FB2F1734B80D}"/>
              </a:ext>
            </a:extLst>
          </p:cNvPr>
          <p:cNvSpPr/>
          <p:nvPr/>
        </p:nvSpPr>
        <p:spPr>
          <a:xfrm>
            <a:off x="3210473" y="750920"/>
            <a:ext cx="7909472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023572-8C13-4848-FE42-943563880596}"/>
              </a:ext>
            </a:extLst>
          </p:cNvPr>
          <p:cNvSpPr txBox="1"/>
          <p:nvPr/>
        </p:nvSpPr>
        <p:spPr>
          <a:xfrm>
            <a:off x="3280270" y="831371"/>
            <a:ext cx="798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针对一些重要参数，进行不同水平的敏感性分析，选取最为合适的参数取值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5DD078D-6681-3900-C630-2500CEEEE1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3" b="9993"/>
          <a:stretch>
            <a:fillRect/>
          </a:stretch>
        </p:blipFill>
        <p:spPr>
          <a:xfrm>
            <a:off x="1048550" y="1643542"/>
            <a:ext cx="10094900" cy="3398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A1300D-1AFB-72E8-6F60-5CC0A185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25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695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8222A-C32F-578D-9DD3-01842E72D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5D2D653-DA9B-A73E-081A-F05AD8E2C16C}"/>
              </a:ext>
            </a:extLst>
          </p:cNvPr>
          <p:cNvSpPr/>
          <p:nvPr/>
        </p:nvSpPr>
        <p:spPr>
          <a:xfrm>
            <a:off x="268673" y="5411344"/>
            <a:ext cx="11729622" cy="1072875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9BEDBF-E6EF-E337-A39A-DE46C340CCE7}"/>
              </a:ext>
            </a:extLst>
          </p:cNvPr>
          <p:cNvSpPr txBox="1"/>
          <p:nvPr/>
        </p:nvSpPr>
        <p:spPr>
          <a:xfrm>
            <a:off x="340733" y="5499623"/>
            <a:ext cx="11510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随着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位置噪声标准差增大，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系统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表现得更加保守。后向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TTC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5%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分位数均值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车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均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延误依次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增加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。轨迹求解成功率在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0–0.75m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范围内保持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100%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，到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1.00m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偶尔会失败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。因此，默认值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0.50m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与确定性预测相比，后向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TTC 5%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分位数提高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52.82%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，延误增加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9.48%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。若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继续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增大噪声，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TTC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优化有限，但延误急剧增加。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2466D0-D19A-508D-AF64-7CC9B8258690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3B046E4-8057-8195-1E52-E1AE8F2C271B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77D91C65-EEB6-474A-6D7D-7845DA72FC6E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801F7034-A9F8-9F56-4100-B05B2287788E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E451BBD-10D3-74BA-64C6-0D9B1B9E182B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6A26BA6F-0DF6-2F9E-C944-2A4B2C3FFFC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AEEE4192-2DAB-B87D-3018-5B9B8408F842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5948A49A-6788-01F9-DE4B-407E9B118974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E472E95-86C1-1BE6-1EFA-8CA8714224B5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61281D6E-1460-C4B6-A052-527E272648F5}"/>
              </a:ext>
            </a:extLst>
          </p:cNvPr>
          <p:cNvSpPr txBox="1"/>
          <p:nvPr/>
        </p:nvSpPr>
        <p:spPr>
          <a:xfrm>
            <a:off x="461222" y="757782"/>
            <a:ext cx="3977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敏感性分析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36B2DD14-B583-CB4C-BCC9-0A70A7980027}"/>
              </a:ext>
            </a:extLst>
          </p:cNvPr>
          <p:cNvCxnSpPr/>
          <p:nvPr/>
        </p:nvCxnSpPr>
        <p:spPr>
          <a:xfrm>
            <a:off x="565571" y="124647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9D23DAC3-9567-1A6C-6E13-B3BE5CA0BE8E}"/>
              </a:ext>
            </a:extLst>
          </p:cNvPr>
          <p:cNvSpPr/>
          <p:nvPr/>
        </p:nvSpPr>
        <p:spPr>
          <a:xfrm>
            <a:off x="3210473" y="750920"/>
            <a:ext cx="7909472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93E88A9-A1F5-4A9D-1629-5C098485CA6F}"/>
              </a:ext>
            </a:extLst>
          </p:cNvPr>
          <p:cNvSpPr txBox="1"/>
          <p:nvPr/>
        </p:nvSpPr>
        <p:spPr>
          <a:xfrm>
            <a:off x="3280270" y="831371"/>
            <a:ext cx="798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针对一些重要参数，进行不同水平的敏感性分析，选取最为合适的参数取值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550EBF-0CFD-8EED-6584-C4B5ACD6D9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9" b="10100"/>
          <a:stretch>
            <a:fillRect/>
          </a:stretch>
        </p:blipFill>
        <p:spPr>
          <a:xfrm>
            <a:off x="1040000" y="1625567"/>
            <a:ext cx="10112000" cy="3398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6DA40F-F000-DF9F-8927-B44C4F1D2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26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423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8F059-A86D-866A-67FA-75A4D87F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53D4697-8000-0D5B-3874-11E648EB9283}"/>
              </a:ext>
            </a:extLst>
          </p:cNvPr>
          <p:cNvSpPr/>
          <p:nvPr/>
        </p:nvSpPr>
        <p:spPr>
          <a:xfrm>
            <a:off x="268673" y="5244432"/>
            <a:ext cx="11729622" cy="1239788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DB535C-D204-5D91-4404-91D27F9C4DC6}"/>
              </a:ext>
            </a:extLst>
          </p:cNvPr>
          <p:cNvSpPr txBox="1"/>
          <p:nvPr/>
        </p:nvSpPr>
        <p:spPr>
          <a:xfrm>
            <a:off x="340733" y="5302583"/>
            <a:ext cx="115105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随着采样数增加，后向安全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性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逐渐收敛至平台，而计算成本几乎持续上升。单次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MPC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求解时间的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95%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分位数从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3.73ms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增至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26.99ms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后向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TTC 5%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分位数均值则由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1.927s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增至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2.205s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车均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延误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则变化不大。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个样本相比，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样本增加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仅使后向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TTC 5%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分位数提高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1.38%-1.79%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，却使求解时间增加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64.66%-255.93%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样本减少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虽然计算更快，但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TTC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分别低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11.05%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6.59%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C0A76B-A4EA-FAD7-88D2-B1C5EF8340EA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2756C64-F1E4-6670-5D71-914FA81DAB07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9510F7F6-9468-F388-4CFD-6106D2D0D7AE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5EC27432-1670-204D-C0B5-671CFFC1DF56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DF5F433-5751-6894-E862-D0549237D74C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04E59395-9772-2264-2FA3-8CB96334FB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A944387C-34E7-025A-77F9-8462BBCD97A1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DBAC4F5C-D248-8241-FC1B-4A8791687B6B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25079A4-5007-9739-20F8-36672D1B880D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269B49AD-1508-D703-1083-396EC70C927B}"/>
              </a:ext>
            </a:extLst>
          </p:cNvPr>
          <p:cNvSpPr txBox="1"/>
          <p:nvPr/>
        </p:nvSpPr>
        <p:spPr>
          <a:xfrm>
            <a:off x="461222" y="757782"/>
            <a:ext cx="3977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敏感性分析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40EE4B5E-0090-D24E-00F2-B4CD0BE97194}"/>
              </a:ext>
            </a:extLst>
          </p:cNvPr>
          <p:cNvCxnSpPr/>
          <p:nvPr/>
        </p:nvCxnSpPr>
        <p:spPr>
          <a:xfrm>
            <a:off x="565571" y="124647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119B248E-103C-8C01-8561-54A16D225F0E}"/>
              </a:ext>
            </a:extLst>
          </p:cNvPr>
          <p:cNvSpPr/>
          <p:nvPr/>
        </p:nvSpPr>
        <p:spPr>
          <a:xfrm>
            <a:off x="3210473" y="750920"/>
            <a:ext cx="7909472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E33DBFD-760E-9BE3-BCBB-D1739977FCB0}"/>
              </a:ext>
            </a:extLst>
          </p:cNvPr>
          <p:cNvSpPr txBox="1"/>
          <p:nvPr/>
        </p:nvSpPr>
        <p:spPr>
          <a:xfrm>
            <a:off x="3280270" y="831371"/>
            <a:ext cx="798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针对一些重要参数，进行不同水平的敏感性分析，选取最为合适的参数取值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34BAE1-0F3F-FB47-7461-8A382CBFE9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70" b="10762"/>
          <a:stretch>
            <a:fillRect/>
          </a:stretch>
        </p:blipFill>
        <p:spPr>
          <a:xfrm>
            <a:off x="988660" y="1567301"/>
            <a:ext cx="10214679" cy="3398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4BC077-F2C8-66DC-A0AB-4B869A37A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27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463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A05F4-ADE4-9EB9-6837-0F2CB2C7E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99F1DCC-AE88-AA1A-B8AE-678B5BFD9621}"/>
              </a:ext>
            </a:extLst>
          </p:cNvPr>
          <p:cNvSpPr/>
          <p:nvPr/>
        </p:nvSpPr>
        <p:spPr>
          <a:xfrm>
            <a:off x="268673" y="5411344"/>
            <a:ext cx="11729622" cy="1072875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3E635A-F3D7-F1CC-0699-C31C02464818}"/>
              </a:ext>
            </a:extLst>
          </p:cNvPr>
          <p:cNvSpPr txBox="1"/>
          <p:nvPr/>
        </p:nvSpPr>
        <p:spPr>
          <a:xfrm>
            <a:off x="340733" y="5478603"/>
            <a:ext cx="11510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随着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机会约束违反比例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增大，安全与效率之间呈现一致的描述性权衡。后向危险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TTC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率快速增加，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紧急制动事件率由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96.84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增至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449.96events/</a:t>
            </a:r>
            <a:r>
              <a:rPr lang="en-US" altLang="zh-CN" dirty="0" err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veh·h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，而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车均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延误则由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19.89s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降至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15.49s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允许更高的样本违反比例会放松后向安全约束，使轨迹更高效但风险更高。因此保留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0.05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作为默认值较为合理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D828A2-BE03-F2F3-161F-C7E919F23CE9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4594224-2C39-ECDB-CC8C-ED6AE3BD019A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D9D7AF31-ECB0-9CE6-60D0-B02AB65C6140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72517340-487F-BFEF-EDAA-08ADF3B07AE4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5FD050C-10F5-9EFF-89C9-08B3B4D304ED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3FBBA5E1-FD88-9FC1-2EF9-519765C242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3AE53473-CA02-44AC-CFC9-A4FDD26164EB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C26EED93-1C14-2309-FE01-73CCE5FA111B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42AEA14-1364-EB82-A91C-DDE3BC02D072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CCCC9E79-0464-669D-6316-46F7B95955BE}"/>
              </a:ext>
            </a:extLst>
          </p:cNvPr>
          <p:cNvSpPr txBox="1"/>
          <p:nvPr/>
        </p:nvSpPr>
        <p:spPr>
          <a:xfrm>
            <a:off x="461222" y="757782"/>
            <a:ext cx="3977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敏感性分析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0491A932-178D-CFAE-19A1-F71BF7C4A71A}"/>
              </a:ext>
            </a:extLst>
          </p:cNvPr>
          <p:cNvCxnSpPr/>
          <p:nvPr/>
        </p:nvCxnSpPr>
        <p:spPr>
          <a:xfrm>
            <a:off x="565571" y="124647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795FC26E-ACC4-AEB2-F60E-4DE62567026A}"/>
              </a:ext>
            </a:extLst>
          </p:cNvPr>
          <p:cNvSpPr/>
          <p:nvPr/>
        </p:nvSpPr>
        <p:spPr>
          <a:xfrm>
            <a:off x="3210473" y="750920"/>
            <a:ext cx="7909472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B606E1A-42D7-BB64-3793-BDE901F26784}"/>
              </a:ext>
            </a:extLst>
          </p:cNvPr>
          <p:cNvSpPr txBox="1"/>
          <p:nvPr/>
        </p:nvSpPr>
        <p:spPr>
          <a:xfrm>
            <a:off x="3280270" y="831371"/>
            <a:ext cx="798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针对一些重要参数，进行不同水平的敏感性分析，选取最为合适的参数取值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102C08-0865-AB99-2938-05C5C5554E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1" b="10602"/>
          <a:stretch>
            <a:fillRect/>
          </a:stretch>
        </p:blipFill>
        <p:spPr>
          <a:xfrm>
            <a:off x="997736" y="1643542"/>
            <a:ext cx="10196527" cy="3398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CBA916-F844-9741-3EBC-28786231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28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44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305897-6D2C-8DA5-D2E6-92F554BAF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D9DDC0-48CB-555E-DDBF-341DB950CD31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33F158A-C8CE-BFE5-CC5F-26F114BD4621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20785BE4-54FF-E232-2716-A0F0E40B94EB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CB8A6EC0-577F-EFC7-908B-B8F622561FC1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66E40AD-A2F4-C4B5-6E12-781ECDBEFDE7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BAC20FC3-6D4C-699A-230A-5C22C13125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E99C607C-0076-B8C2-800F-8BD1B441F398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A21C7244-75F0-9880-6A22-BDE4F484BD3E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F99A92F-2EB2-81F3-4CBB-0526545FCC43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C2B82481-9AAD-B41B-B85B-E2873E745F20}"/>
              </a:ext>
            </a:extLst>
          </p:cNvPr>
          <p:cNvSpPr txBox="1"/>
          <p:nvPr/>
        </p:nvSpPr>
        <p:spPr>
          <a:xfrm>
            <a:off x="467485" y="952614"/>
            <a:ext cx="26042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与其他方法对比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B8652597-27A3-F1F8-322D-96C02FA7848F}"/>
              </a:ext>
            </a:extLst>
          </p:cNvPr>
          <p:cNvCxnSpPr/>
          <p:nvPr/>
        </p:nvCxnSpPr>
        <p:spPr>
          <a:xfrm>
            <a:off x="571834" y="1441306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82E6DC3B-7E58-AFBB-2C0A-BE7CEFAFBA6D}"/>
              </a:ext>
            </a:extLst>
          </p:cNvPr>
          <p:cNvSpPr/>
          <p:nvPr/>
        </p:nvSpPr>
        <p:spPr>
          <a:xfrm>
            <a:off x="3315575" y="964872"/>
            <a:ext cx="8193251" cy="102394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23B8FB7-1BBE-94A9-27A2-6121A43E504E}"/>
              </a:ext>
            </a:extLst>
          </p:cNvPr>
          <p:cNvSpPr txBox="1"/>
          <p:nvPr/>
        </p:nvSpPr>
        <p:spPr>
          <a:xfrm>
            <a:off x="3385373" y="1045324"/>
            <a:ext cx="79846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FT-Fixed time; ASC-Actuated signal control; CAMPC-Confidence-aware model predictive control; DP-Dynamic programming; DQN-Deep Q-Learning; GLOSA-Green light optimal speed advisory; SSO-Stochastic signal optimization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0B2D99-04D6-749A-B0AF-2336870EB6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690" y="2715505"/>
            <a:ext cx="9708620" cy="3096715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8977AE2-DD58-C3A6-D3DA-9D5D5D17B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29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7202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0" y="-7"/>
            <a:ext cx="12192000" cy="242661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0" y="2493941"/>
            <a:ext cx="12192000" cy="7069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215845" y="3859562"/>
            <a:ext cx="37603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1492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恳请批评指正！</a:t>
            </a:r>
            <a:endParaRPr lang="en-US" altLang="zh-CN" sz="4000" b="1" dirty="0">
              <a:solidFill>
                <a:srgbClr val="01492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4000" b="1" dirty="0">
                <a:solidFill>
                  <a:srgbClr val="01492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谢谢！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23851" y="-24013"/>
            <a:ext cx="11544299" cy="315470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9900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900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6403" y="1274232"/>
            <a:ext cx="2439190" cy="2439192"/>
            <a:chOff x="5007734" y="902247"/>
            <a:chExt cx="2543685" cy="2543686"/>
          </a:xfrm>
        </p:grpSpPr>
        <p:sp>
          <p:nvSpPr>
            <p:cNvPr id="8" name="椭圆 7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802" y="1528423"/>
            <a:ext cx="1936392" cy="193081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034895" y="5329139"/>
            <a:ext cx="2122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汇报人：宋宇杰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Office 主题">
  <a:themeElements>
    <a:clrScheme name="绿色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64416</TotalTime>
  <Words>2942</Words>
  <Application>Microsoft Macintosh PowerPoint</Application>
  <PresentationFormat>宽屏</PresentationFormat>
  <Paragraphs>479</Paragraphs>
  <Slides>30</Slides>
  <Notes>30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黑体</vt:lpstr>
      <vt:lpstr>Microsoft YaHei</vt:lpstr>
      <vt:lpstr>Microsoft YaHei</vt:lpstr>
      <vt:lpstr>Arial</vt:lpstr>
      <vt:lpstr>Calibri</vt:lpstr>
      <vt:lpstr>Calibri Light</vt:lpstr>
      <vt:lpstr>Cambria Math</vt:lpstr>
      <vt:lpstr>Times New Roman</vt:lpstr>
      <vt:lpstr>Wingdings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基础架构处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0022</dc:title>
  <dc:creator>ZK</dc:creator>
  <cp:lastModifiedBy>didi</cp:lastModifiedBy>
  <cp:revision>335</cp:revision>
  <cp:lastPrinted>2026-01-14T08:08:17Z</cp:lastPrinted>
  <dcterms:created xsi:type="dcterms:W3CDTF">2017-04-21T07:43:00Z</dcterms:created>
  <dcterms:modified xsi:type="dcterms:W3CDTF">2026-07-26T12:39:29Z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2052-12.1.0.16399</vt:lpwstr>
  </property>
  <property fmtid="{D5CDD505-2E9C-101B-9397-08002B2CF9AE}" pid="3" name="ICV">
    <vt:lpwstr>246B415F607B405DA25263312AF003B4</vt:lpwstr>
  </property>
</Properties>
</file>